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m" ContentType="application/vnd.ms-excel.sheet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70" r:id="rId4"/>
    <p:sldId id="259" r:id="rId5"/>
    <p:sldId id="260" r:id="rId6"/>
    <p:sldId id="269" r:id="rId7"/>
    <p:sldId id="261" r:id="rId8"/>
    <p:sldId id="268" r:id="rId9"/>
    <p:sldId id="272" r:id="rId10"/>
    <p:sldId id="273" r:id="rId11"/>
    <p:sldId id="274" r:id="rId12"/>
    <p:sldId id="271" r:id="rId13"/>
    <p:sldId id="275" r:id="rId14"/>
    <p:sldId id="266" r:id="rId15"/>
    <p:sldId id="267" r:id="rId16"/>
    <p:sldId id="276" r:id="rId17"/>
    <p:sldId id="278" r:id="rId18"/>
    <p:sldId id="279" r:id="rId19"/>
    <p:sldId id="280" r:id="rId20"/>
    <p:sldId id="281" r:id="rId21"/>
    <p:sldId id="282" r:id="rId22"/>
    <p:sldId id="283" r:id="rId23"/>
    <p:sldId id="284" r:id="rId2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A29175-029B-4216-92F3-4FCB7282F214}" v="10" dt="2026-08-26T07:28:52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91" autoAdjust="0"/>
  </p:normalViewPr>
  <p:slideViewPr>
    <p:cSldViewPr snapToGrid="0" snapToObjects="1">
      <p:cViewPr varScale="1">
        <p:scale>
          <a:sx n="104" d="100"/>
          <a:sy n="104" d="100"/>
        </p:scale>
        <p:origin x="83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, Cunyi [CN]" userId="3da63253-2a73-4959-bdf9-7f0b9006cf66" providerId="ADAL" clId="{370C423B-4726-41F7-A2A9-BA3D2D8C7992}"/>
    <pc:docChg chg="undo custSel addSld delSld modSld sldOrd">
      <pc:chgData name="Wang, Cunyi [CN]" userId="3da63253-2a73-4959-bdf9-7f0b9006cf66" providerId="ADAL" clId="{370C423B-4726-41F7-A2A9-BA3D2D8C7992}" dt="2026-08-26T07:28:57.016" v="4715" actId="20577"/>
      <pc:docMkLst>
        <pc:docMk/>
      </pc:docMkLst>
      <pc:sldChg chg="delSp modSp mod">
        <pc:chgData name="Wang, Cunyi [CN]" userId="3da63253-2a73-4959-bdf9-7f0b9006cf66" providerId="ADAL" clId="{370C423B-4726-41F7-A2A9-BA3D2D8C7992}" dt="2026-08-18T07:15:58.029" v="3205" actId="20577"/>
        <pc:sldMkLst>
          <pc:docMk/>
          <pc:sldMk cId="0" sldId="256"/>
        </pc:sldMkLst>
        <pc:spChg chg="mod">
          <ac:chgData name="Wang, Cunyi [CN]" userId="3da63253-2a73-4959-bdf9-7f0b9006cf66" providerId="ADAL" clId="{370C423B-4726-41F7-A2A9-BA3D2D8C7992}" dt="2026-08-18T07:15:58.029" v="3205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7T08:11:11.413" v="39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8T01:33:22.676" v="533" actId="20577"/>
          <ac:spMkLst>
            <pc:docMk/>
            <pc:sldMk cId="0" sldId="256"/>
            <ac:spMk id="13" creationId="{00000000-0000-0000-0000-000000000000}"/>
          </ac:spMkLst>
        </pc:spChg>
      </pc:sldChg>
      <pc:sldChg chg="delSp modSp mod">
        <pc:chgData name="Wang, Cunyi [CN]" userId="3da63253-2a73-4959-bdf9-7f0b9006cf66" providerId="ADAL" clId="{370C423B-4726-41F7-A2A9-BA3D2D8C7992}" dt="2026-08-18T02:08:36.989" v="630" actId="20577"/>
        <pc:sldMkLst>
          <pc:docMk/>
          <pc:sldMk cId="0" sldId="258"/>
        </pc:sldMkLst>
        <pc:spChg chg="mod">
          <ac:chgData name="Wang, Cunyi [CN]" userId="3da63253-2a73-4959-bdf9-7f0b9006cf66" providerId="ADAL" clId="{370C423B-4726-41F7-A2A9-BA3D2D8C7992}" dt="2026-08-17T08:18:46.677" v="52" actId="2057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8T02:08:36.989" v="630" actId="20577"/>
          <ac:spMkLst>
            <pc:docMk/>
            <pc:sldMk cId="0" sldId="258"/>
            <ac:spMk id="35" creationId="{00000000-0000-0000-0000-000000000000}"/>
          </ac:spMkLst>
        </pc:spChg>
      </pc:sldChg>
      <pc:sldChg chg="delSp modSp mod">
        <pc:chgData name="Wang, Cunyi [CN]" userId="3da63253-2a73-4959-bdf9-7f0b9006cf66" providerId="ADAL" clId="{370C423B-4726-41F7-A2A9-BA3D2D8C7992}" dt="2026-08-18T02:56:44.748" v="1187"/>
        <pc:sldMkLst>
          <pc:docMk/>
          <pc:sldMk cId="0" sldId="259"/>
        </pc:sldMkLst>
        <pc:spChg chg="mod">
          <ac:chgData name="Wang, Cunyi [CN]" userId="3da63253-2a73-4959-bdf9-7f0b9006cf66" providerId="ADAL" clId="{370C423B-4726-41F7-A2A9-BA3D2D8C7992}" dt="2026-08-18T02:56:40.462" v="1184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7T08:21:17.164" v="63" actId="2057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7T08:21:30.775" v="68" actId="20577"/>
          <ac:spMkLst>
            <pc:docMk/>
            <pc:sldMk cId="0" sldId="259"/>
            <ac:spMk id="16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7T08:21:45.391" v="74" actId="2057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8T02:08:41.700" v="631" actId="20577"/>
          <ac:spMkLst>
            <pc:docMk/>
            <pc:sldMk cId="0" sldId="259"/>
            <ac:spMk id="28" creationId="{00000000-0000-0000-0000-000000000000}"/>
          </ac:spMkLst>
        </pc:spChg>
      </pc:sldChg>
      <pc:sldChg chg="addSp delSp modSp mod modNotesTx">
        <pc:chgData name="Wang, Cunyi [CN]" userId="3da63253-2a73-4959-bdf9-7f0b9006cf66" providerId="ADAL" clId="{370C423B-4726-41F7-A2A9-BA3D2D8C7992}" dt="2026-08-18T12:27:14.837" v="3258" actId="20577"/>
        <pc:sldMkLst>
          <pc:docMk/>
          <pc:sldMk cId="0" sldId="260"/>
        </pc:sldMkLst>
        <pc:spChg chg="mod">
          <ac:chgData name="Wang, Cunyi [CN]" userId="3da63253-2a73-4959-bdf9-7f0b9006cf66" providerId="ADAL" clId="{370C423B-4726-41F7-A2A9-BA3D2D8C7992}" dt="2026-08-18T02:30:11.324" v="840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7T08:34:47.927" v="166" actId="107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7T08:34:33.123" v="146" actId="107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7T08:23:58.374" v="96" actId="107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7T08:58:30.939" v="309" actId="20577"/>
          <ac:spMkLst>
            <pc:docMk/>
            <pc:sldMk cId="0" sldId="260"/>
            <ac:spMk id="28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7T08:57:06.767" v="300" actId="20577"/>
          <ac:spMkLst>
            <pc:docMk/>
            <pc:sldMk cId="0" sldId="260"/>
            <ac:spMk id="29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7T08:24:10.175" v="99" actId="107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7T08:24:05.648" v="98" actId="1076"/>
          <ac:spMkLst>
            <pc:docMk/>
            <pc:sldMk cId="0" sldId="260"/>
            <ac:spMk id="31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7T08:24:14.820" v="100" actId="1076"/>
          <ac:spMkLst>
            <pc:docMk/>
            <pc:sldMk cId="0" sldId="260"/>
            <ac:spMk id="32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7T08:25:35.809" v="105" actId="1076"/>
          <ac:spMkLst>
            <pc:docMk/>
            <pc:sldMk cId="0" sldId="260"/>
            <ac:spMk id="33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7T08:59:44.473" v="371" actId="20577"/>
          <ac:spMkLst>
            <pc:docMk/>
            <pc:sldMk cId="0" sldId="260"/>
            <ac:spMk id="34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7T08:34:27.965" v="144" actId="1076"/>
          <ac:spMkLst>
            <pc:docMk/>
            <pc:sldMk cId="0" sldId="260"/>
            <ac:spMk id="36" creationId="{00000000-0000-0000-0000-000000000000}"/>
          </ac:spMkLst>
        </pc:spChg>
        <pc:spChg chg="add del mod">
          <ac:chgData name="Wang, Cunyi [CN]" userId="3da63253-2a73-4959-bdf9-7f0b9006cf66" providerId="ADAL" clId="{370C423B-4726-41F7-A2A9-BA3D2D8C7992}" dt="2026-08-17T08:48:59.737" v="172" actId="20577"/>
          <ac:spMkLst>
            <pc:docMk/>
            <pc:sldMk cId="0" sldId="260"/>
            <ac:spMk id="37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7T08:49:09.667" v="174"/>
          <ac:spMkLst>
            <pc:docMk/>
            <pc:sldMk cId="0" sldId="260"/>
            <ac:spMk id="38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7T08:34:27.965" v="144" actId="1076"/>
          <ac:spMkLst>
            <pc:docMk/>
            <pc:sldMk cId="0" sldId="260"/>
            <ac:spMk id="39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7T08:58:49.980" v="314"/>
          <ac:spMkLst>
            <pc:docMk/>
            <pc:sldMk cId="0" sldId="260"/>
            <ac:spMk id="40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7T08:58:57.470" v="315"/>
          <ac:spMkLst>
            <pc:docMk/>
            <pc:sldMk cId="0" sldId="260"/>
            <ac:spMk id="41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7T08:34:27.965" v="144" actId="1076"/>
          <ac:spMkLst>
            <pc:docMk/>
            <pc:sldMk cId="0" sldId="260"/>
            <ac:spMk id="42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7T09:05:20.750" v="470" actId="20577"/>
          <ac:spMkLst>
            <pc:docMk/>
            <pc:sldMk cId="0" sldId="260"/>
            <ac:spMk id="43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8T07:37:49.740" v="3215" actId="20577"/>
          <ac:spMkLst>
            <pc:docMk/>
            <pc:sldMk cId="0" sldId="260"/>
            <ac:spMk id="44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8T02:08:45.920" v="632" actId="20577"/>
          <ac:spMkLst>
            <pc:docMk/>
            <pc:sldMk cId="0" sldId="260"/>
            <ac:spMk id="46" creationId="{00000000-0000-0000-0000-000000000000}"/>
          </ac:spMkLst>
        </pc:spChg>
        <pc:spChg chg="add mod">
          <ac:chgData name="Wang, Cunyi [CN]" userId="3da63253-2a73-4959-bdf9-7f0b9006cf66" providerId="ADAL" clId="{370C423B-4726-41F7-A2A9-BA3D2D8C7992}" dt="2026-08-18T12:27:14.837" v="3258" actId="20577"/>
          <ac:spMkLst>
            <pc:docMk/>
            <pc:sldMk cId="0" sldId="260"/>
            <ac:spMk id="49" creationId="{CF8E9096-59E6-07BC-7656-05D7F96BBAA8}"/>
          </ac:spMkLst>
        </pc:spChg>
        <pc:graphicFrameChg chg="add mod">
          <ac:chgData name="Wang, Cunyi [CN]" userId="3da63253-2a73-4959-bdf9-7f0b9006cf66" providerId="ADAL" clId="{370C423B-4726-41F7-A2A9-BA3D2D8C7992}" dt="2026-08-18T03:13:36.970" v="1696" actId="1076"/>
          <ac:graphicFrameMkLst>
            <pc:docMk/>
            <pc:sldMk cId="0" sldId="260"/>
            <ac:graphicFrameMk id="53" creationId="{9ECEDF4F-1CBB-E494-C85C-BE0332F157F6}"/>
          </ac:graphicFrameMkLst>
        </pc:graphicFrameChg>
        <pc:picChg chg="add mod">
          <ac:chgData name="Wang, Cunyi [CN]" userId="3da63253-2a73-4959-bdf9-7f0b9006cf66" providerId="ADAL" clId="{370C423B-4726-41F7-A2A9-BA3D2D8C7992}" dt="2026-08-18T02:28:23.072" v="788" actId="14100"/>
          <ac:picMkLst>
            <pc:docMk/>
            <pc:sldMk cId="0" sldId="260"/>
            <ac:picMk id="50" creationId="{B5270782-13A7-B424-3126-C55A9B9A0C5D}"/>
          </ac:picMkLst>
        </pc:picChg>
      </pc:sldChg>
      <pc:sldChg chg="addSp delSp modSp mod modNotesTx">
        <pc:chgData name="Wang, Cunyi [CN]" userId="3da63253-2a73-4959-bdf9-7f0b9006cf66" providerId="ADAL" clId="{370C423B-4726-41F7-A2A9-BA3D2D8C7992}" dt="2026-08-18T06:07:22.942" v="2205" actId="20577"/>
        <pc:sldMkLst>
          <pc:docMk/>
          <pc:sldMk cId="0" sldId="261"/>
        </pc:sldMkLst>
        <pc:spChg chg="mod">
          <ac:chgData name="Wang, Cunyi [CN]" userId="3da63253-2a73-4959-bdf9-7f0b9006cf66" providerId="ADAL" clId="{370C423B-4726-41F7-A2A9-BA3D2D8C7992}" dt="2026-08-17T09:09:12.690" v="502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8T06:07:22.942" v="2205" actId="20577"/>
          <ac:spMkLst>
            <pc:docMk/>
            <pc:sldMk cId="0" sldId="261"/>
            <ac:spMk id="61" creationId="{00000000-0000-0000-0000-000000000000}"/>
          </ac:spMkLst>
        </pc:spChg>
        <pc:picChg chg="add mod">
          <ac:chgData name="Wang, Cunyi [CN]" userId="3da63253-2a73-4959-bdf9-7f0b9006cf66" providerId="ADAL" clId="{370C423B-4726-41F7-A2A9-BA3D2D8C7992}" dt="2026-08-17T10:13:23.503" v="531" actId="1076"/>
          <ac:picMkLst>
            <pc:docMk/>
            <pc:sldMk cId="0" sldId="261"/>
            <ac:picMk id="63" creationId="{D771E4B5-C5AB-8411-5F70-6546DC672B55}"/>
          </ac:picMkLst>
        </pc:picChg>
      </pc:sldChg>
      <pc:sldChg chg="delSp modSp mod">
        <pc:chgData name="Wang, Cunyi [CN]" userId="3da63253-2a73-4959-bdf9-7f0b9006cf66" providerId="ADAL" clId="{370C423B-4726-41F7-A2A9-BA3D2D8C7992}" dt="2026-08-18T06:50:46.943" v="2934" actId="20577"/>
        <pc:sldMkLst>
          <pc:docMk/>
          <pc:sldMk cId="0" sldId="266"/>
        </pc:sldMkLst>
        <pc:spChg chg="mod">
          <ac:chgData name="Wang, Cunyi [CN]" userId="3da63253-2a73-4959-bdf9-7f0b9006cf66" providerId="ADAL" clId="{370C423B-4726-41F7-A2A9-BA3D2D8C7992}" dt="2026-08-18T06:06:47.189" v="2201" actId="20577"/>
          <ac:spMkLst>
            <pc:docMk/>
            <pc:sldMk cId="0" sldId="266"/>
            <ac:spMk id="4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8T06:24:08.294" v="2479" actId="255"/>
          <ac:spMkLst>
            <pc:docMk/>
            <pc:sldMk cId="0" sldId="266"/>
            <ac:spMk id="7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8T06:49:21.061" v="2919"/>
          <ac:spMkLst>
            <pc:docMk/>
            <pc:sldMk cId="0" sldId="266"/>
            <ac:spMk id="8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8T06:24:22.920" v="2481" actId="255"/>
          <ac:spMkLst>
            <pc:docMk/>
            <pc:sldMk cId="0" sldId="266"/>
            <ac:spMk id="10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8T06:49:53.389" v="2921"/>
          <ac:spMkLst>
            <pc:docMk/>
            <pc:sldMk cId="0" sldId="266"/>
            <ac:spMk id="11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8T06:25:03.004" v="2488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8T06:50:17.989" v="2923"/>
          <ac:spMkLst>
            <pc:docMk/>
            <pc:sldMk cId="0" sldId="266"/>
            <ac:spMk id="14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8T06:25:34.851" v="2493" actId="255"/>
          <ac:spMkLst>
            <pc:docMk/>
            <pc:sldMk cId="0" sldId="266"/>
            <ac:spMk id="16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8T06:50:46.943" v="2934" actId="20577"/>
          <ac:spMkLst>
            <pc:docMk/>
            <pc:sldMk cId="0" sldId="266"/>
            <ac:spMk id="17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8T06:25:41.771" v="2494" actId="255"/>
          <ac:spMkLst>
            <pc:docMk/>
            <pc:sldMk cId="0" sldId="266"/>
            <ac:spMk id="19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8T06:07:29.847" v="2206" actId="20577"/>
          <ac:spMkLst>
            <pc:docMk/>
            <pc:sldMk cId="0" sldId="266"/>
            <ac:spMk id="22" creationId="{00000000-0000-0000-0000-000000000000}"/>
          </ac:spMkLst>
        </pc:spChg>
      </pc:sldChg>
      <pc:sldChg chg="modSp mod">
        <pc:chgData name="Wang, Cunyi [CN]" userId="3da63253-2a73-4959-bdf9-7f0b9006cf66" providerId="ADAL" clId="{370C423B-4726-41F7-A2A9-BA3D2D8C7992}" dt="2026-08-18T06:13:36.331" v="2478" actId="20577"/>
        <pc:sldMkLst>
          <pc:docMk/>
          <pc:sldMk cId="0" sldId="267"/>
        </pc:sldMkLst>
        <pc:spChg chg="mod">
          <ac:chgData name="Wang, Cunyi [CN]" userId="3da63253-2a73-4959-bdf9-7f0b9006cf66" providerId="ADAL" clId="{370C423B-4726-41F7-A2A9-BA3D2D8C7992}" dt="2026-08-18T06:13:30.935" v="2477" actId="20577"/>
          <ac:spMkLst>
            <pc:docMk/>
            <pc:sldMk cId="0" sldId="267"/>
            <ac:spMk id="8" creationId="{00000000-0000-0000-0000-000000000000}"/>
          </ac:spMkLst>
        </pc:spChg>
        <pc:spChg chg="mod">
          <ac:chgData name="Wang, Cunyi [CN]" userId="3da63253-2a73-4959-bdf9-7f0b9006cf66" providerId="ADAL" clId="{370C423B-4726-41F7-A2A9-BA3D2D8C7992}" dt="2026-08-18T06:13:36.331" v="2478" actId="20577"/>
          <ac:spMkLst>
            <pc:docMk/>
            <pc:sldMk cId="0" sldId="267"/>
            <ac:spMk id="10" creationId="{00000000-0000-0000-0000-000000000000}"/>
          </ac:spMkLst>
        </pc:spChg>
      </pc:sldChg>
      <pc:sldChg chg="delSp modSp add mod">
        <pc:chgData name="Wang, Cunyi [CN]" userId="3da63253-2a73-4959-bdf9-7f0b9006cf66" providerId="ADAL" clId="{370C423B-4726-41F7-A2A9-BA3D2D8C7992}" dt="2026-08-18T06:07:16.557" v="2204" actId="20577"/>
        <pc:sldMkLst>
          <pc:docMk/>
          <pc:sldMk cId="839208245" sldId="268"/>
        </pc:sldMkLst>
        <pc:spChg chg="mod">
          <ac:chgData name="Wang, Cunyi [CN]" userId="3da63253-2a73-4959-bdf9-7f0b9006cf66" providerId="ADAL" clId="{370C423B-4726-41F7-A2A9-BA3D2D8C7992}" dt="2026-08-18T06:07:16.557" v="2204" actId="20577"/>
          <ac:spMkLst>
            <pc:docMk/>
            <pc:sldMk cId="839208245" sldId="268"/>
            <ac:spMk id="61" creationId="{8FA91E28-B0AC-B3D5-E4BC-F78AC9C440E3}"/>
          </ac:spMkLst>
        </pc:spChg>
      </pc:sldChg>
      <pc:sldChg chg="addSp delSp modSp add mod ord">
        <pc:chgData name="Wang, Cunyi [CN]" userId="3da63253-2a73-4959-bdf9-7f0b9006cf66" providerId="ADAL" clId="{370C423B-4726-41F7-A2A9-BA3D2D8C7992}" dt="2026-08-18T05:27:30.822" v="1888" actId="14100"/>
        <pc:sldMkLst>
          <pc:docMk/>
          <pc:sldMk cId="1732008094" sldId="269"/>
        </pc:sldMkLst>
        <pc:spChg chg="add mod">
          <ac:chgData name="Wang, Cunyi [CN]" userId="3da63253-2a73-4959-bdf9-7f0b9006cf66" providerId="ADAL" clId="{370C423B-4726-41F7-A2A9-BA3D2D8C7992}" dt="2026-08-18T05:16:17.955" v="1749" actId="20577"/>
          <ac:spMkLst>
            <pc:docMk/>
            <pc:sldMk cId="1732008094" sldId="269"/>
            <ac:spMk id="6" creationId="{8D7503A4-B330-856C-A627-406E75C93728}"/>
          </ac:spMkLst>
        </pc:spChg>
        <pc:spChg chg="add mod">
          <ac:chgData name="Wang, Cunyi [CN]" userId="3da63253-2a73-4959-bdf9-7f0b9006cf66" providerId="ADAL" clId="{370C423B-4726-41F7-A2A9-BA3D2D8C7992}" dt="2026-08-18T05:27:21.169" v="1884" actId="1076"/>
          <ac:spMkLst>
            <pc:docMk/>
            <pc:sldMk cId="1732008094" sldId="269"/>
            <ac:spMk id="11" creationId="{2737C847-DAB9-3469-5759-E1093DB5E2B7}"/>
          </ac:spMkLst>
        </pc:spChg>
        <pc:spChg chg="mod">
          <ac:chgData name="Wang, Cunyi [CN]" userId="3da63253-2a73-4959-bdf9-7f0b9006cf66" providerId="ADAL" clId="{370C423B-4726-41F7-A2A9-BA3D2D8C7992}" dt="2026-08-18T03:35:44.451" v="1707" actId="20577"/>
          <ac:spMkLst>
            <pc:docMk/>
            <pc:sldMk cId="1732008094" sldId="269"/>
            <ac:spMk id="61" creationId="{BB33F3A6-93F5-CBA2-D849-826008239B9E}"/>
          </ac:spMkLst>
        </pc:spChg>
        <pc:graphicFrameChg chg="add mod">
          <ac:chgData name="Wang, Cunyi [CN]" userId="3da63253-2a73-4959-bdf9-7f0b9006cf66" providerId="ADAL" clId="{370C423B-4726-41F7-A2A9-BA3D2D8C7992}" dt="2026-08-18T05:27:15.640" v="1882" actId="1076"/>
          <ac:graphicFrameMkLst>
            <pc:docMk/>
            <pc:sldMk cId="1732008094" sldId="269"/>
            <ac:graphicFrameMk id="13" creationId="{A230249E-689F-88AC-0E06-DA307021397B}"/>
          </ac:graphicFrameMkLst>
        </pc:graphicFrameChg>
        <pc:picChg chg="add mod">
          <ac:chgData name="Wang, Cunyi [CN]" userId="3da63253-2a73-4959-bdf9-7f0b9006cf66" providerId="ADAL" clId="{370C423B-4726-41F7-A2A9-BA3D2D8C7992}" dt="2026-08-18T05:27:30.822" v="1888" actId="14100"/>
          <ac:picMkLst>
            <pc:docMk/>
            <pc:sldMk cId="1732008094" sldId="269"/>
            <ac:picMk id="9" creationId="{A26F2AED-201D-C98B-98DE-327745348F3D}"/>
          </ac:picMkLst>
        </pc:picChg>
      </pc:sldChg>
      <pc:sldChg chg="delSp modSp add mod">
        <pc:chgData name="Wang, Cunyi [CN]" userId="3da63253-2a73-4959-bdf9-7f0b9006cf66" providerId="ADAL" clId="{370C423B-4726-41F7-A2A9-BA3D2D8C7992}" dt="2026-08-18T03:00:04.932" v="1593" actId="478"/>
        <pc:sldMkLst>
          <pc:docMk/>
          <pc:sldMk cId="2339044380" sldId="270"/>
        </pc:sldMkLst>
        <pc:spChg chg="mod">
          <ac:chgData name="Wang, Cunyi [CN]" userId="3da63253-2a73-4959-bdf9-7f0b9006cf66" providerId="ADAL" clId="{370C423B-4726-41F7-A2A9-BA3D2D8C7992}" dt="2026-08-18T02:57:10.424" v="1229" actId="20577"/>
          <ac:spMkLst>
            <pc:docMk/>
            <pc:sldMk cId="2339044380" sldId="270"/>
            <ac:spMk id="10" creationId="{B0EE91BA-4056-EC10-F1B3-C71E1E699D11}"/>
          </ac:spMkLst>
        </pc:spChg>
        <pc:spChg chg="mod">
          <ac:chgData name="Wang, Cunyi [CN]" userId="3da63253-2a73-4959-bdf9-7f0b9006cf66" providerId="ADAL" clId="{370C423B-4726-41F7-A2A9-BA3D2D8C7992}" dt="2026-08-18T02:57:50.446" v="1258" actId="20577"/>
          <ac:spMkLst>
            <pc:docMk/>
            <pc:sldMk cId="2339044380" sldId="270"/>
            <ac:spMk id="11" creationId="{B05CF5E1-D53A-F6DE-0425-AD72F2273896}"/>
          </ac:spMkLst>
        </pc:spChg>
        <pc:spChg chg="mod">
          <ac:chgData name="Wang, Cunyi [CN]" userId="3da63253-2a73-4959-bdf9-7f0b9006cf66" providerId="ADAL" clId="{370C423B-4726-41F7-A2A9-BA3D2D8C7992}" dt="2026-08-18T02:58:03.086" v="1285" actId="20577"/>
          <ac:spMkLst>
            <pc:docMk/>
            <pc:sldMk cId="2339044380" sldId="270"/>
            <ac:spMk id="15" creationId="{8F5684DF-D2E3-094F-404E-4F485A63B6C1}"/>
          </ac:spMkLst>
        </pc:spChg>
        <pc:spChg chg="mod">
          <ac:chgData name="Wang, Cunyi [CN]" userId="3da63253-2a73-4959-bdf9-7f0b9006cf66" providerId="ADAL" clId="{370C423B-4726-41F7-A2A9-BA3D2D8C7992}" dt="2026-08-18T02:58:21.785" v="1325" actId="20577"/>
          <ac:spMkLst>
            <pc:docMk/>
            <pc:sldMk cId="2339044380" sldId="270"/>
            <ac:spMk id="16" creationId="{0A090824-0CF0-27C4-3B4C-87E2ABCE4E69}"/>
          </ac:spMkLst>
        </pc:spChg>
        <pc:spChg chg="mod">
          <ac:chgData name="Wang, Cunyi [CN]" userId="3da63253-2a73-4959-bdf9-7f0b9006cf66" providerId="ADAL" clId="{370C423B-4726-41F7-A2A9-BA3D2D8C7992}" dt="2026-08-18T02:58:52.856" v="1377" actId="20577"/>
          <ac:spMkLst>
            <pc:docMk/>
            <pc:sldMk cId="2339044380" sldId="270"/>
            <ac:spMk id="20" creationId="{2A50B632-92EC-8D4F-F9ED-D642CE01D9CD}"/>
          </ac:spMkLst>
        </pc:spChg>
        <pc:spChg chg="mod">
          <ac:chgData name="Wang, Cunyi [CN]" userId="3da63253-2a73-4959-bdf9-7f0b9006cf66" providerId="ADAL" clId="{370C423B-4726-41F7-A2A9-BA3D2D8C7992}" dt="2026-08-18T02:59:48.997" v="1562" actId="20577"/>
          <ac:spMkLst>
            <pc:docMk/>
            <pc:sldMk cId="2339044380" sldId="270"/>
            <ac:spMk id="21" creationId="{F2DED398-61D6-3F31-DF80-A11C38AE7608}"/>
          </ac:spMkLst>
        </pc:spChg>
        <pc:spChg chg="mod">
          <ac:chgData name="Wang, Cunyi [CN]" userId="3da63253-2a73-4959-bdf9-7f0b9006cf66" providerId="ADAL" clId="{370C423B-4726-41F7-A2A9-BA3D2D8C7992}" dt="2026-08-18T03:00:01.456" v="1592" actId="20577"/>
          <ac:spMkLst>
            <pc:docMk/>
            <pc:sldMk cId="2339044380" sldId="270"/>
            <ac:spMk id="25" creationId="{4DDE4C69-FBAA-4ECB-556C-B60B1EBAB152}"/>
          </ac:spMkLst>
        </pc:spChg>
      </pc:sldChg>
      <pc:sldChg chg="delSp modSp add mod ord">
        <pc:chgData name="Wang, Cunyi [CN]" userId="3da63253-2a73-4959-bdf9-7f0b9006cf66" providerId="ADAL" clId="{370C423B-4726-41F7-A2A9-BA3D2D8C7992}" dt="2026-08-18T12:36:48.944" v="3260"/>
        <pc:sldMkLst>
          <pc:docMk/>
          <pc:sldMk cId="3230051070" sldId="271"/>
        </pc:sldMkLst>
        <pc:spChg chg="mod">
          <ac:chgData name="Wang, Cunyi [CN]" userId="3da63253-2a73-4959-bdf9-7f0b9006cf66" providerId="ADAL" clId="{370C423B-4726-41F7-A2A9-BA3D2D8C7992}" dt="2026-08-18T03:02:52.014" v="1625" actId="1076"/>
          <ac:spMkLst>
            <pc:docMk/>
            <pc:sldMk cId="3230051070" sldId="271"/>
            <ac:spMk id="2" creationId="{FA8D79F7-998B-BFBD-8574-839972E1BAF3}"/>
          </ac:spMkLst>
        </pc:spChg>
        <pc:spChg chg="mod">
          <ac:chgData name="Wang, Cunyi [CN]" userId="3da63253-2a73-4959-bdf9-7f0b9006cf66" providerId="ADAL" clId="{370C423B-4726-41F7-A2A9-BA3D2D8C7992}" dt="2026-08-18T03:00:32.203" v="1613" actId="20577"/>
          <ac:spMkLst>
            <pc:docMk/>
            <pc:sldMk cId="3230051070" sldId="271"/>
            <ac:spMk id="5" creationId="{EF72A729-B237-6FFD-F0E1-9F4B19594CFC}"/>
          </ac:spMkLst>
        </pc:spChg>
        <pc:spChg chg="mod">
          <ac:chgData name="Wang, Cunyi [CN]" userId="3da63253-2a73-4959-bdf9-7f0b9006cf66" providerId="ADAL" clId="{370C423B-4726-41F7-A2A9-BA3D2D8C7992}" dt="2026-08-18T03:02:25.051" v="1617" actId="14100"/>
          <ac:spMkLst>
            <pc:docMk/>
            <pc:sldMk cId="3230051070" sldId="271"/>
            <ac:spMk id="8" creationId="{F432DDCA-E089-4647-C753-6A05902E5CF6}"/>
          </ac:spMkLst>
        </pc:spChg>
        <pc:spChg chg="mod">
          <ac:chgData name="Wang, Cunyi [CN]" userId="3da63253-2a73-4959-bdf9-7f0b9006cf66" providerId="ADAL" clId="{370C423B-4726-41F7-A2A9-BA3D2D8C7992}" dt="2026-08-18T07:23:07.798" v="3208" actId="948"/>
          <ac:spMkLst>
            <pc:docMk/>
            <pc:sldMk cId="3230051070" sldId="271"/>
            <ac:spMk id="11" creationId="{10315A6F-DF4C-EDE9-967D-AC18FB16FA57}"/>
          </ac:spMkLst>
        </pc:spChg>
      </pc:sldChg>
      <pc:sldChg chg="delSp modSp add mod">
        <pc:chgData name="Wang, Cunyi [CN]" userId="3da63253-2a73-4959-bdf9-7f0b9006cf66" providerId="ADAL" clId="{370C423B-4726-41F7-A2A9-BA3D2D8C7992}" dt="2026-08-18T07:02:52.264" v="3164" actId="20577"/>
        <pc:sldMkLst>
          <pc:docMk/>
          <pc:sldMk cId="1226185216" sldId="272"/>
        </pc:sldMkLst>
        <pc:spChg chg="mod">
          <ac:chgData name="Wang, Cunyi [CN]" userId="3da63253-2a73-4959-bdf9-7f0b9006cf66" providerId="ADAL" clId="{370C423B-4726-41F7-A2A9-BA3D2D8C7992}" dt="2026-08-18T06:51:42.872" v="2952" actId="20577"/>
          <ac:spMkLst>
            <pc:docMk/>
            <pc:sldMk cId="1226185216" sldId="272"/>
            <ac:spMk id="5" creationId="{3FD6F7C6-8B56-E09F-28A7-021194E12521}"/>
          </ac:spMkLst>
        </pc:spChg>
        <pc:spChg chg="mod">
          <ac:chgData name="Wang, Cunyi [CN]" userId="3da63253-2a73-4959-bdf9-7f0b9006cf66" providerId="ADAL" clId="{370C423B-4726-41F7-A2A9-BA3D2D8C7992}" dt="2026-08-18T05:56:38.697" v="2173" actId="14100"/>
          <ac:spMkLst>
            <pc:docMk/>
            <pc:sldMk cId="1226185216" sldId="272"/>
            <ac:spMk id="7" creationId="{CEEAA356-5D5E-8171-BF11-81D7A5BCB394}"/>
          </ac:spMkLst>
        </pc:spChg>
        <pc:spChg chg="mod">
          <ac:chgData name="Wang, Cunyi [CN]" userId="3da63253-2a73-4959-bdf9-7f0b9006cf66" providerId="ADAL" clId="{370C423B-4726-41F7-A2A9-BA3D2D8C7992}" dt="2026-08-18T05:33:06.360" v="1938" actId="20577"/>
          <ac:spMkLst>
            <pc:docMk/>
            <pc:sldMk cId="1226185216" sldId="272"/>
            <ac:spMk id="9" creationId="{419736B9-C0A0-F3CE-0250-AC03296832D8}"/>
          </ac:spMkLst>
        </pc:spChg>
        <pc:spChg chg="mod">
          <ac:chgData name="Wang, Cunyi [CN]" userId="3da63253-2a73-4959-bdf9-7f0b9006cf66" providerId="ADAL" clId="{370C423B-4726-41F7-A2A9-BA3D2D8C7992}" dt="2026-08-18T07:00:18.168" v="2994" actId="20577"/>
          <ac:spMkLst>
            <pc:docMk/>
            <pc:sldMk cId="1226185216" sldId="272"/>
            <ac:spMk id="10" creationId="{AEDF45AA-61F0-20BC-8E20-FDD9CC67B592}"/>
          </ac:spMkLst>
        </pc:spChg>
        <pc:spChg chg="mod">
          <ac:chgData name="Wang, Cunyi [CN]" userId="3da63253-2a73-4959-bdf9-7f0b9006cf66" providerId="ADAL" clId="{370C423B-4726-41F7-A2A9-BA3D2D8C7992}" dt="2026-08-18T07:02:52.264" v="3164" actId="20577"/>
          <ac:spMkLst>
            <pc:docMk/>
            <pc:sldMk cId="1226185216" sldId="272"/>
            <ac:spMk id="11" creationId="{6259B989-D4C6-8FDA-DA3E-E2949626D349}"/>
          </ac:spMkLst>
        </pc:spChg>
        <pc:spChg chg="mod">
          <ac:chgData name="Wang, Cunyi [CN]" userId="3da63253-2a73-4959-bdf9-7f0b9006cf66" providerId="ADAL" clId="{370C423B-4726-41F7-A2A9-BA3D2D8C7992}" dt="2026-08-18T05:34:24.585" v="2022" actId="20577"/>
          <ac:spMkLst>
            <pc:docMk/>
            <pc:sldMk cId="1226185216" sldId="272"/>
            <ac:spMk id="15" creationId="{6DD640DE-7D5F-AACB-B9A8-15D4506CD176}"/>
          </ac:spMkLst>
        </pc:spChg>
        <pc:spChg chg="mod">
          <ac:chgData name="Wang, Cunyi [CN]" userId="3da63253-2a73-4959-bdf9-7f0b9006cf66" providerId="ADAL" clId="{370C423B-4726-41F7-A2A9-BA3D2D8C7992}" dt="2026-08-18T07:01:14.972" v="3082" actId="207"/>
          <ac:spMkLst>
            <pc:docMk/>
            <pc:sldMk cId="1226185216" sldId="272"/>
            <ac:spMk id="16" creationId="{BCB4530A-FF11-E1CE-DFC6-F1C0C18336F9}"/>
          </ac:spMkLst>
        </pc:spChg>
        <pc:spChg chg="mod">
          <ac:chgData name="Wang, Cunyi [CN]" userId="3da63253-2a73-4959-bdf9-7f0b9006cf66" providerId="ADAL" clId="{370C423B-4726-41F7-A2A9-BA3D2D8C7992}" dt="2026-08-18T07:02:11.231" v="3112"/>
          <ac:spMkLst>
            <pc:docMk/>
            <pc:sldMk cId="1226185216" sldId="272"/>
            <ac:spMk id="17" creationId="{F91DBE1A-2C39-92AF-4611-C38F6356CB42}"/>
          </ac:spMkLst>
        </pc:spChg>
      </pc:sldChg>
      <pc:sldChg chg="addSp delSp modSp add mod">
        <pc:chgData name="Wang, Cunyi [CN]" userId="3da63253-2a73-4959-bdf9-7f0b9006cf66" providerId="ADAL" clId="{370C423B-4726-41F7-A2A9-BA3D2D8C7992}" dt="2026-08-18T07:11:11.751" v="3177" actId="478"/>
        <pc:sldMkLst>
          <pc:docMk/>
          <pc:sldMk cId="4218078623" sldId="273"/>
        </pc:sldMkLst>
        <pc:spChg chg="mod">
          <ac:chgData name="Wang, Cunyi [CN]" userId="3da63253-2a73-4959-bdf9-7f0b9006cf66" providerId="ADAL" clId="{370C423B-4726-41F7-A2A9-BA3D2D8C7992}" dt="2026-08-18T06:30:12.918" v="2523" actId="20577"/>
          <ac:spMkLst>
            <pc:docMk/>
            <pc:sldMk cId="4218078623" sldId="273"/>
            <ac:spMk id="5" creationId="{1D707DBF-A86C-9C44-978F-C5ED3A292C20}"/>
          </ac:spMkLst>
        </pc:spChg>
        <pc:spChg chg="mod">
          <ac:chgData name="Wang, Cunyi [CN]" userId="3da63253-2a73-4959-bdf9-7f0b9006cf66" providerId="ADAL" clId="{370C423B-4726-41F7-A2A9-BA3D2D8C7992}" dt="2026-08-18T06:47:40.996" v="2917" actId="20577"/>
          <ac:spMkLst>
            <pc:docMk/>
            <pc:sldMk cId="4218078623" sldId="273"/>
            <ac:spMk id="46" creationId="{96E1BD37-5E4E-E86F-2526-26F9B040F92D}"/>
          </ac:spMkLst>
        </pc:spChg>
        <pc:spChg chg="mod">
          <ac:chgData name="Wang, Cunyi [CN]" userId="3da63253-2a73-4959-bdf9-7f0b9006cf66" providerId="ADAL" clId="{370C423B-4726-41F7-A2A9-BA3D2D8C7992}" dt="2026-08-18T06:07:08.878" v="2203" actId="20577"/>
          <ac:spMkLst>
            <pc:docMk/>
            <pc:sldMk cId="4218078623" sldId="273"/>
            <ac:spMk id="61" creationId="{519B04FD-6518-ABB3-F5C4-BC691A68E418}"/>
          </ac:spMkLst>
        </pc:spChg>
        <pc:picChg chg="add mod">
          <ac:chgData name="Wang, Cunyi [CN]" userId="3da63253-2a73-4959-bdf9-7f0b9006cf66" providerId="ADAL" clId="{370C423B-4726-41F7-A2A9-BA3D2D8C7992}" dt="2026-08-18T06:37:49.351" v="2527" actId="1076"/>
          <ac:picMkLst>
            <pc:docMk/>
            <pc:sldMk cId="4218078623" sldId="273"/>
            <ac:picMk id="2" creationId="{789C623F-698D-B138-D4CC-F9745229F647}"/>
          </ac:picMkLst>
        </pc:picChg>
      </pc:sldChg>
      <pc:sldChg chg="modSp add mod">
        <pc:chgData name="Wang, Cunyi [CN]" userId="3da63253-2a73-4959-bdf9-7f0b9006cf66" providerId="ADAL" clId="{370C423B-4726-41F7-A2A9-BA3D2D8C7992}" dt="2026-08-18T07:11:26.872" v="3179" actId="1076"/>
        <pc:sldMkLst>
          <pc:docMk/>
          <pc:sldMk cId="2363721001" sldId="274"/>
        </pc:sldMkLst>
        <pc:picChg chg="mod">
          <ac:chgData name="Wang, Cunyi [CN]" userId="3da63253-2a73-4959-bdf9-7f0b9006cf66" providerId="ADAL" clId="{370C423B-4726-41F7-A2A9-BA3D2D8C7992}" dt="2026-08-18T07:11:26.872" v="3179" actId="1076"/>
          <ac:picMkLst>
            <pc:docMk/>
            <pc:sldMk cId="2363721001" sldId="274"/>
            <ac:picMk id="9" creationId="{CF27F607-DEEE-1E19-3CAB-136DB19DA6D4}"/>
          </ac:picMkLst>
        </pc:picChg>
      </pc:sldChg>
      <pc:sldChg chg="delSp modSp add mod">
        <pc:chgData name="Wang, Cunyi [CN]" userId="3da63253-2a73-4959-bdf9-7f0b9006cf66" providerId="ADAL" clId="{370C423B-4726-41F7-A2A9-BA3D2D8C7992}" dt="2026-08-19T03:01:14.932" v="4326" actId="14100"/>
        <pc:sldMkLst>
          <pc:docMk/>
          <pc:sldMk cId="3929154835" sldId="275"/>
        </pc:sldMkLst>
        <pc:spChg chg="mod">
          <ac:chgData name="Wang, Cunyi [CN]" userId="3da63253-2a73-4959-bdf9-7f0b9006cf66" providerId="ADAL" clId="{370C423B-4726-41F7-A2A9-BA3D2D8C7992}" dt="2026-08-19T01:59:14.366" v="3262" actId="1076"/>
          <ac:spMkLst>
            <pc:docMk/>
            <pc:sldMk cId="3929154835" sldId="275"/>
            <ac:spMk id="4" creationId="{B902EBD9-356B-8B06-EB2D-F7B58B9D8C0B}"/>
          </ac:spMkLst>
        </pc:spChg>
        <pc:spChg chg="mod">
          <ac:chgData name="Wang, Cunyi [CN]" userId="3da63253-2a73-4959-bdf9-7f0b9006cf66" providerId="ADAL" clId="{370C423B-4726-41F7-A2A9-BA3D2D8C7992}" dt="2026-08-19T01:59:23.577" v="3277" actId="20577"/>
          <ac:spMkLst>
            <pc:docMk/>
            <pc:sldMk cId="3929154835" sldId="275"/>
            <ac:spMk id="5" creationId="{83B3204A-B841-B3AD-36A8-EFFF3601F85D}"/>
          </ac:spMkLst>
        </pc:spChg>
        <pc:spChg chg="mod">
          <ac:chgData name="Wang, Cunyi [CN]" userId="3da63253-2a73-4959-bdf9-7f0b9006cf66" providerId="ADAL" clId="{370C423B-4726-41F7-A2A9-BA3D2D8C7992}" dt="2026-08-19T03:00:52.546" v="4321" actId="14100"/>
          <ac:spMkLst>
            <pc:docMk/>
            <pc:sldMk cId="3929154835" sldId="275"/>
            <ac:spMk id="7" creationId="{9943C3CD-8DEB-7357-058C-60F393243063}"/>
          </ac:spMkLst>
        </pc:spChg>
        <pc:spChg chg="mod">
          <ac:chgData name="Wang, Cunyi [CN]" userId="3da63253-2a73-4959-bdf9-7f0b9006cf66" providerId="ADAL" clId="{370C423B-4726-41F7-A2A9-BA3D2D8C7992}" dt="2026-08-19T03:01:14.932" v="4326" actId="14100"/>
          <ac:spMkLst>
            <pc:docMk/>
            <pc:sldMk cId="3929154835" sldId="275"/>
            <ac:spMk id="8" creationId="{7E6984D2-BC60-DEEF-C3E8-C4C9BC2F1D8D}"/>
          </ac:spMkLst>
        </pc:spChg>
        <pc:spChg chg="mod">
          <ac:chgData name="Wang, Cunyi [CN]" userId="3da63253-2a73-4959-bdf9-7f0b9006cf66" providerId="ADAL" clId="{370C423B-4726-41F7-A2A9-BA3D2D8C7992}" dt="2026-08-19T02:01:11.467" v="3297" actId="207"/>
          <ac:spMkLst>
            <pc:docMk/>
            <pc:sldMk cId="3929154835" sldId="275"/>
            <ac:spMk id="9" creationId="{7ABFD814-9F5F-1A20-F9A8-F386A8B9A823}"/>
          </ac:spMkLst>
        </pc:spChg>
        <pc:spChg chg="mod">
          <ac:chgData name="Wang, Cunyi [CN]" userId="3da63253-2a73-4959-bdf9-7f0b9006cf66" providerId="ADAL" clId="{370C423B-4726-41F7-A2A9-BA3D2D8C7992}" dt="2026-08-19T02:53:07.042" v="3985" actId="20577"/>
          <ac:spMkLst>
            <pc:docMk/>
            <pc:sldMk cId="3929154835" sldId="275"/>
            <ac:spMk id="10" creationId="{94A5A413-0280-710B-BBD8-5C3317097F1A}"/>
          </ac:spMkLst>
        </pc:spChg>
        <pc:spChg chg="mod">
          <ac:chgData name="Wang, Cunyi [CN]" userId="3da63253-2a73-4959-bdf9-7f0b9006cf66" providerId="ADAL" clId="{370C423B-4726-41F7-A2A9-BA3D2D8C7992}" dt="2026-08-19T03:00:55.841" v="4322" actId="14100"/>
          <ac:spMkLst>
            <pc:docMk/>
            <pc:sldMk cId="3929154835" sldId="275"/>
            <ac:spMk id="13" creationId="{2204FCCD-112C-550B-9E5B-27C7926B8B8E}"/>
          </ac:spMkLst>
        </pc:spChg>
        <pc:spChg chg="mod">
          <ac:chgData name="Wang, Cunyi [CN]" userId="3da63253-2a73-4959-bdf9-7f0b9006cf66" providerId="ADAL" clId="{370C423B-4726-41F7-A2A9-BA3D2D8C7992}" dt="2026-08-19T03:00:59.935" v="4323" actId="14100"/>
          <ac:spMkLst>
            <pc:docMk/>
            <pc:sldMk cId="3929154835" sldId="275"/>
            <ac:spMk id="14" creationId="{3BFB0EC2-C4D3-6D7F-4825-7430A1A1F547}"/>
          </ac:spMkLst>
        </pc:spChg>
        <pc:spChg chg="mod">
          <ac:chgData name="Wang, Cunyi [CN]" userId="3da63253-2a73-4959-bdf9-7f0b9006cf66" providerId="ADAL" clId="{370C423B-4726-41F7-A2A9-BA3D2D8C7992}" dt="2026-08-19T02:44:24.644" v="3535" actId="20577"/>
          <ac:spMkLst>
            <pc:docMk/>
            <pc:sldMk cId="3929154835" sldId="275"/>
            <ac:spMk id="15" creationId="{1AC3C65B-C368-67E9-2B7D-3BAC182D4A9A}"/>
          </ac:spMkLst>
        </pc:spChg>
        <pc:spChg chg="mod">
          <ac:chgData name="Wang, Cunyi [CN]" userId="3da63253-2a73-4959-bdf9-7f0b9006cf66" providerId="ADAL" clId="{370C423B-4726-41F7-A2A9-BA3D2D8C7992}" dt="2026-08-19T03:00:18.746" v="4320" actId="20577"/>
          <ac:spMkLst>
            <pc:docMk/>
            <pc:sldMk cId="3929154835" sldId="275"/>
            <ac:spMk id="16" creationId="{8A66E9DA-CA33-1CB3-7E8E-36F76F3A56C2}"/>
          </ac:spMkLst>
        </pc:spChg>
      </pc:sldChg>
      <pc:sldChg chg="addSp modSp add mod">
        <pc:chgData name="Wang, Cunyi [CN]" userId="3da63253-2a73-4959-bdf9-7f0b9006cf66" providerId="ADAL" clId="{370C423B-4726-41F7-A2A9-BA3D2D8C7992}" dt="2026-08-24T02:27:27.424" v="4524"/>
        <pc:sldMkLst>
          <pc:docMk/>
          <pc:sldMk cId="3219725620" sldId="276"/>
        </pc:sldMkLst>
        <pc:spChg chg="mod">
          <ac:chgData name="Wang, Cunyi [CN]" userId="3da63253-2a73-4959-bdf9-7f0b9006cf66" providerId="ADAL" clId="{370C423B-4726-41F7-A2A9-BA3D2D8C7992}" dt="2026-08-24T02:05:40.097" v="4504" actId="20577"/>
          <ac:spMkLst>
            <pc:docMk/>
            <pc:sldMk cId="3219725620" sldId="276"/>
            <ac:spMk id="5" creationId="{CE65BE3D-AB8E-C37E-2908-74D41A9463B1}"/>
          </ac:spMkLst>
        </pc:spChg>
        <pc:spChg chg="mod">
          <ac:chgData name="Wang, Cunyi [CN]" userId="3da63253-2a73-4959-bdf9-7f0b9006cf66" providerId="ADAL" clId="{370C423B-4726-41F7-A2A9-BA3D2D8C7992}" dt="2026-08-24T02:27:27.424" v="4524"/>
          <ac:spMkLst>
            <pc:docMk/>
            <pc:sldMk cId="3219725620" sldId="276"/>
            <ac:spMk id="11" creationId="{286B6CA9-D6DB-7F2D-E04B-A89BC94CE0E6}"/>
          </ac:spMkLst>
        </pc:spChg>
        <pc:picChg chg="add mod">
          <ac:chgData name="Wang, Cunyi [CN]" userId="3da63253-2a73-4959-bdf9-7f0b9006cf66" providerId="ADAL" clId="{370C423B-4726-41F7-A2A9-BA3D2D8C7992}" dt="2026-08-24T01:56:57.596" v="4335" actId="1076"/>
          <ac:picMkLst>
            <pc:docMk/>
            <pc:sldMk cId="3219725620" sldId="276"/>
            <ac:picMk id="7" creationId="{84B98E64-9303-2408-D665-498C65DE8349}"/>
          </ac:picMkLst>
        </pc:picChg>
      </pc:sldChg>
      <pc:sldChg chg="addSp delSp modSp add mod">
        <pc:chgData name="Wang, Cunyi [CN]" userId="3da63253-2a73-4959-bdf9-7f0b9006cf66" providerId="ADAL" clId="{370C423B-4726-41F7-A2A9-BA3D2D8C7992}" dt="2026-08-24T02:27:22.408" v="4523"/>
        <pc:sldMkLst>
          <pc:docMk/>
          <pc:sldMk cId="2341202917" sldId="278"/>
        </pc:sldMkLst>
        <pc:spChg chg="mod">
          <ac:chgData name="Wang, Cunyi [CN]" userId="3da63253-2a73-4959-bdf9-7f0b9006cf66" providerId="ADAL" clId="{370C423B-4726-41F7-A2A9-BA3D2D8C7992}" dt="2026-08-24T02:05:55.113" v="4515" actId="20577"/>
          <ac:spMkLst>
            <pc:docMk/>
            <pc:sldMk cId="2341202917" sldId="278"/>
            <ac:spMk id="5" creationId="{9ABEA172-05A0-2708-847A-B1B00A9874D5}"/>
          </ac:spMkLst>
        </pc:spChg>
        <pc:spChg chg="mod">
          <ac:chgData name="Wang, Cunyi [CN]" userId="3da63253-2a73-4959-bdf9-7f0b9006cf66" providerId="ADAL" clId="{370C423B-4726-41F7-A2A9-BA3D2D8C7992}" dt="2026-08-24T02:27:22.408" v="4523"/>
          <ac:spMkLst>
            <pc:docMk/>
            <pc:sldMk cId="2341202917" sldId="278"/>
            <ac:spMk id="11" creationId="{B408C015-48D0-0EEF-15E0-E715C24B38C1}"/>
          </ac:spMkLst>
        </pc:spChg>
        <pc:picChg chg="add mod">
          <ac:chgData name="Wang, Cunyi [CN]" userId="3da63253-2a73-4959-bdf9-7f0b9006cf66" providerId="ADAL" clId="{370C423B-4726-41F7-A2A9-BA3D2D8C7992}" dt="2026-08-24T02:13:07.479" v="4522" actId="14100"/>
          <ac:picMkLst>
            <pc:docMk/>
            <pc:sldMk cId="2341202917" sldId="278"/>
            <ac:picMk id="9" creationId="{72C83010-80D0-6042-FCA6-F3A50FDEC276}"/>
          </ac:picMkLst>
        </pc:picChg>
      </pc:sldChg>
      <pc:sldChg chg="addSp delSp add mod">
        <pc:chgData name="Wang, Cunyi [CN]" userId="3da63253-2a73-4959-bdf9-7f0b9006cf66" providerId="ADAL" clId="{370C423B-4726-41F7-A2A9-BA3D2D8C7992}" dt="2026-08-26T00:59:35.519" v="4619" actId="22"/>
        <pc:sldMkLst>
          <pc:docMk/>
          <pc:sldMk cId="3424982315" sldId="279"/>
        </pc:sldMkLst>
        <pc:spChg chg="del">
          <ac:chgData name="Wang, Cunyi [CN]" userId="3da63253-2a73-4959-bdf9-7f0b9006cf66" providerId="ADAL" clId="{370C423B-4726-41F7-A2A9-BA3D2D8C7992}" dt="2026-08-26T00:59:32.577" v="4617" actId="478"/>
          <ac:spMkLst>
            <pc:docMk/>
            <pc:sldMk cId="3424982315" sldId="279"/>
            <ac:spMk id="2" creationId="{AB0B70E6-B3D4-9EF0-B4B9-5395E5DC2187}"/>
          </ac:spMkLst>
        </pc:spChg>
        <pc:spChg chg="del">
          <ac:chgData name="Wang, Cunyi [CN]" userId="3da63253-2a73-4959-bdf9-7f0b9006cf66" providerId="ADAL" clId="{370C423B-4726-41F7-A2A9-BA3D2D8C7992}" dt="2026-08-26T00:59:35.151" v="4618" actId="478"/>
          <ac:spMkLst>
            <pc:docMk/>
            <pc:sldMk cId="3424982315" sldId="279"/>
            <ac:spMk id="11" creationId="{7009B844-0F5E-1561-309F-86B5BC6BFB0C}"/>
          </ac:spMkLst>
        </pc:spChg>
        <pc:spChg chg="add">
          <ac:chgData name="Wang, Cunyi [CN]" userId="3da63253-2a73-4959-bdf9-7f0b9006cf66" providerId="ADAL" clId="{370C423B-4726-41F7-A2A9-BA3D2D8C7992}" dt="2026-08-26T00:59:35.519" v="4619" actId="22"/>
          <ac:spMkLst>
            <pc:docMk/>
            <pc:sldMk cId="3424982315" sldId="279"/>
            <ac:spMk id="12" creationId="{827A30A8-6E0D-6D52-34D0-3853761590A5}"/>
          </ac:spMkLst>
        </pc:spChg>
        <pc:picChg chg="del">
          <ac:chgData name="Wang, Cunyi [CN]" userId="3da63253-2a73-4959-bdf9-7f0b9006cf66" providerId="ADAL" clId="{370C423B-4726-41F7-A2A9-BA3D2D8C7992}" dt="2026-08-26T00:58:15.657" v="4583" actId="478"/>
          <ac:picMkLst>
            <pc:docMk/>
            <pc:sldMk cId="3424982315" sldId="279"/>
            <ac:picMk id="7" creationId="{3D5CAD13-98F5-29FC-8F9B-8DA9B069D97C}"/>
          </ac:picMkLst>
        </pc:picChg>
        <pc:picChg chg="add">
          <ac:chgData name="Wang, Cunyi [CN]" userId="3da63253-2a73-4959-bdf9-7f0b9006cf66" providerId="ADAL" clId="{370C423B-4726-41F7-A2A9-BA3D2D8C7992}" dt="2026-08-26T00:59:25.869" v="4616" actId="22"/>
          <ac:picMkLst>
            <pc:docMk/>
            <pc:sldMk cId="3424982315" sldId="279"/>
            <ac:picMk id="9" creationId="{E359CFEC-61DA-6D61-0D19-E59D3AE3D0A3}"/>
          </ac:picMkLst>
        </pc:picChg>
      </pc:sldChg>
      <pc:sldChg chg="addSp delSp modSp add mod">
        <pc:chgData name="Wang, Cunyi [CN]" userId="3da63253-2a73-4959-bdf9-7f0b9006cf66" providerId="ADAL" clId="{370C423B-4726-41F7-A2A9-BA3D2D8C7992}" dt="2026-08-26T00:59:50.544" v="4624" actId="14100"/>
        <pc:sldMkLst>
          <pc:docMk/>
          <pc:sldMk cId="2742826674" sldId="280"/>
        </pc:sldMkLst>
        <pc:spChg chg="mod">
          <ac:chgData name="Wang, Cunyi [CN]" userId="3da63253-2a73-4959-bdf9-7f0b9006cf66" providerId="ADAL" clId="{370C423B-4726-41F7-A2A9-BA3D2D8C7992}" dt="2026-08-26T00:59:14.244" v="4614" actId="20577"/>
          <ac:spMkLst>
            <pc:docMk/>
            <pc:sldMk cId="2742826674" sldId="280"/>
            <ac:spMk id="11" creationId="{4E554E0B-1F79-03CE-7E33-118FD14B7104}"/>
          </ac:spMkLst>
        </pc:spChg>
        <pc:picChg chg="add del mod">
          <ac:chgData name="Wang, Cunyi [CN]" userId="3da63253-2a73-4959-bdf9-7f0b9006cf66" providerId="ADAL" clId="{370C423B-4726-41F7-A2A9-BA3D2D8C7992}" dt="2026-08-26T00:59:24.056" v="4615" actId="21"/>
          <ac:picMkLst>
            <pc:docMk/>
            <pc:sldMk cId="2742826674" sldId="280"/>
            <ac:picMk id="7" creationId="{EB2D18FE-715D-A669-908F-85B38E773C00}"/>
          </ac:picMkLst>
        </pc:picChg>
        <pc:picChg chg="del">
          <ac:chgData name="Wang, Cunyi [CN]" userId="3da63253-2a73-4959-bdf9-7f0b9006cf66" providerId="ADAL" clId="{370C423B-4726-41F7-A2A9-BA3D2D8C7992}" dt="2026-08-26T00:58:18.260" v="4584" actId="478"/>
          <ac:picMkLst>
            <pc:docMk/>
            <pc:sldMk cId="2742826674" sldId="280"/>
            <ac:picMk id="9" creationId="{7987A2C1-EB75-567E-DF8B-09F7493FF29B}"/>
          </ac:picMkLst>
        </pc:picChg>
        <pc:picChg chg="add mod">
          <ac:chgData name="Wang, Cunyi [CN]" userId="3da63253-2a73-4959-bdf9-7f0b9006cf66" providerId="ADAL" clId="{370C423B-4726-41F7-A2A9-BA3D2D8C7992}" dt="2026-08-26T00:59:50.544" v="4624" actId="14100"/>
          <ac:picMkLst>
            <pc:docMk/>
            <pc:sldMk cId="2742826674" sldId="280"/>
            <ac:picMk id="12" creationId="{BF1704C8-1724-4E4B-B1F8-13C6AFDCDBDF}"/>
          </ac:picMkLst>
        </pc:picChg>
      </pc:sldChg>
      <pc:sldChg chg="addSp delSp modSp add mod">
        <pc:chgData name="Wang, Cunyi [CN]" userId="3da63253-2a73-4959-bdf9-7f0b9006cf66" providerId="ADAL" clId="{370C423B-4726-41F7-A2A9-BA3D2D8C7992}" dt="2026-08-26T01:19:45.283" v="4662" actId="20577"/>
        <pc:sldMkLst>
          <pc:docMk/>
          <pc:sldMk cId="821920002" sldId="281"/>
        </pc:sldMkLst>
        <pc:spChg chg="mod">
          <ac:chgData name="Wang, Cunyi [CN]" userId="3da63253-2a73-4959-bdf9-7f0b9006cf66" providerId="ADAL" clId="{370C423B-4726-41F7-A2A9-BA3D2D8C7992}" dt="2026-08-26T01:19:45.283" v="4662" actId="20577"/>
          <ac:spMkLst>
            <pc:docMk/>
            <pc:sldMk cId="821920002" sldId="281"/>
            <ac:spMk id="11" creationId="{86630750-2B04-5281-3B14-B618AEE99FD7}"/>
          </ac:spMkLst>
        </pc:spChg>
        <pc:picChg chg="del">
          <ac:chgData name="Wang, Cunyi [CN]" userId="3da63253-2a73-4959-bdf9-7f0b9006cf66" providerId="ADAL" clId="{370C423B-4726-41F7-A2A9-BA3D2D8C7992}" dt="2026-08-26T00:56:20.318" v="4527" actId="478"/>
          <ac:picMkLst>
            <pc:docMk/>
            <pc:sldMk cId="821920002" sldId="281"/>
            <ac:picMk id="7" creationId="{5DE058BF-2CB9-9337-F06B-CC56320F92D9}"/>
          </ac:picMkLst>
        </pc:picChg>
        <pc:picChg chg="add mod">
          <ac:chgData name="Wang, Cunyi [CN]" userId="3da63253-2a73-4959-bdf9-7f0b9006cf66" providerId="ADAL" clId="{370C423B-4726-41F7-A2A9-BA3D2D8C7992}" dt="2026-08-26T00:56:29.990" v="4533" actId="1076"/>
          <ac:picMkLst>
            <pc:docMk/>
            <pc:sldMk cId="821920002" sldId="281"/>
            <ac:picMk id="9" creationId="{2560E456-4896-78F4-D1E9-1BA0E87345C2}"/>
          </ac:picMkLst>
        </pc:picChg>
      </pc:sldChg>
      <pc:sldChg chg="addSp delSp modSp add mod">
        <pc:chgData name="Wang, Cunyi [CN]" userId="3da63253-2a73-4959-bdf9-7f0b9006cf66" providerId="ADAL" clId="{370C423B-4726-41F7-A2A9-BA3D2D8C7992}" dt="2026-08-26T01:19:32.283" v="4637" actId="20577"/>
        <pc:sldMkLst>
          <pc:docMk/>
          <pc:sldMk cId="343225274" sldId="282"/>
        </pc:sldMkLst>
        <pc:spChg chg="add mod">
          <ac:chgData name="Wang, Cunyi [CN]" userId="3da63253-2a73-4959-bdf9-7f0b9006cf66" providerId="ADAL" clId="{370C423B-4726-41F7-A2A9-BA3D2D8C7992}" dt="2026-08-26T01:19:32.283" v="4637" actId="20577"/>
          <ac:spMkLst>
            <pc:docMk/>
            <pc:sldMk cId="343225274" sldId="282"/>
            <ac:spMk id="7" creationId="{851DDEDF-1CB9-2B89-7250-377A3111CE54}"/>
          </ac:spMkLst>
        </pc:spChg>
        <pc:spChg chg="del">
          <ac:chgData name="Wang, Cunyi [CN]" userId="3da63253-2a73-4959-bdf9-7f0b9006cf66" providerId="ADAL" clId="{370C423B-4726-41F7-A2A9-BA3D2D8C7992}" dt="2026-08-26T00:57:28.011" v="4576" actId="478"/>
          <ac:spMkLst>
            <pc:docMk/>
            <pc:sldMk cId="343225274" sldId="282"/>
            <ac:spMk id="11" creationId="{4B2D89FB-EA08-BB0E-E769-18101377F9FC}"/>
          </ac:spMkLst>
        </pc:spChg>
        <pc:picChg chg="del">
          <ac:chgData name="Wang, Cunyi [CN]" userId="3da63253-2a73-4959-bdf9-7f0b9006cf66" providerId="ADAL" clId="{370C423B-4726-41F7-A2A9-BA3D2D8C7992}" dt="2026-08-26T00:57:30.395" v="4578" actId="478"/>
          <ac:picMkLst>
            <pc:docMk/>
            <pc:sldMk cId="343225274" sldId="282"/>
            <ac:picMk id="9" creationId="{AD4490A6-B4E2-F0A1-EC62-0EE3D2E467C3}"/>
          </ac:picMkLst>
        </pc:picChg>
        <pc:picChg chg="add mod">
          <ac:chgData name="Wang, Cunyi [CN]" userId="3da63253-2a73-4959-bdf9-7f0b9006cf66" providerId="ADAL" clId="{370C423B-4726-41F7-A2A9-BA3D2D8C7992}" dt="2026-08-26T00:57:56.782" v="4582" actId="1076"/>
          <ac:picMkLst>
            <pc:docMk/>
            <pc:sldMk cId="343225274" sldId="282"/>
            <ac:picMk id="12" creationId="{65351FB2-0DCF-AB20-E2D9-3BA17C1F92E1}"/>
          </ac:picMkLst>
        </pc:picChg>
      </pc:sldChg>
      <pc:sldChg chg="addSp delSp modSp add mod">
        <pc:chgData name="Wang, Cunyi [CN]" userId="3da63253-2a73-4959-bdf9-7f0b9006cf66" providerId="ADAL" clId="{370C423B-4726-41F7-A2A9-BA3D2D8C7992}" dt="2026-08-26T07:28:45.993" v="4711" actId="20577"/>
        <pc:sldMkLst>
          <pc:docMk/>
          <pc:sldMk cId="3606946669" sldId="283"/>
        </pc:sldMkLst>
        <pc:spChg chg="mod">
          <ac:chgData name="Wang, Cunyi [CN]" userId="3da63253-2a73-4959-bdf9-7f0b9006cf66" providerId="ADAL" clId="{370C423B-4726-41F7-A2A9-BA3D2D8C7992}" dt="2026-08-26T07:28:45.993" v="4711" actId="20577"/>
          <ac:spMkLst>
            <pc:docMk/>
            <pc:sldMk cId="3606946669" sldId="283"/>
            <ac:spMk id="11" creationId="{DEE23E42-EE08-0C82-5C11-5BC27682B1B0}"/>
          </ac:spMkLst>
        </pc:spChg>
        <pc:picChg chg="add mod">
          <ac:chgData name="Wang, Cunyi [CN]" userId="3da63253-2a73-4959-bdf9-7f0b9006cf66" providerId="ADAL" clId="{370C423B-4726-41F7-A2A9-BA3D2D8C7992}" dt="2026-08-26T07:17:34.925" v="4691" actId="1076"/>
          <ac:picMkLst>
            <pc:docMk/>
            <pc:sldMk cId="3606946669" sldId="283"/>
            <ac:picMk id="7" creationId="{AF5C20A8-AE6C-C13E-5F3E-2EF7DA5814AF}"/>
          </ac:picMkLst>
        </pc:picChg>
        <pc:picChg chg="del">
          <ac:chgData name="Wang, Cunyi [CN]" userId="3da63253-2a73-4959-bdf9-7f0b9006cf66" providerId="ADAL" clId="{370C423B-4726-41F7-A2A9-BA3D2D8C7992}" dt="2026-08-26T07:17:03.605" v="4684" actId="478"/>
          <ac:picMkLst>
            <pc:docMk/>
            <pc:sldMk cId="3606946669" sldId="283"/>
            <ac:picMk id="9" creationId="{3C134085-FCC1-A6DE-1839-CB245E553E17}"/>
          </ac:picMkLst>
        </pc:picChg>
      </pc:sldChg>
      <pc:sldChg chg="addSp delSp modSp add mod">
        <pc:chgData name="Wang, Cunyi [CN]" userId="3da63253-2a73-4959-bdf9-7f0b9006cf66" providerId="ADAL" clId="{370C423B-4726-41F7-A2A9-BA3D2D8C7992}" dt="2026-08-26T07:28:57.016" v="4715" actId="20577"/>
        <pc:sldMkLst>
          <pc:docMk/>
          <pc:sldMk cId="2090289514" sldId="284"/>
        </pc:sldMkLst>
        <pc:spChg chg="mod">
          <ac:chgData name="Wang, Cunyi [CN]" userId="3da63253-2a73-4959-bdf9-7f0b9006cf66" providerId="ADAL" clId="{370C423B-4726-41F7-A2A9-BA3D2D8C7992}" dt="2026-08-26T07:28:57.016" v="4715" actId="20577"/>
          <ac:spMkLst>
            <pc:docMk/>
            <pc:sldMk cId="2090289514" sldId="284"/>
            <ac:spMk id="7" creationId="{A9774AA5-A89A-7173-FB3E-45413D77BF47}"/>
          </ac:spMkLst>
        </pc:spChg>
        <pc:picChg chg="add mod">
          <ac:chgData name="Wang, Cunyi [CN]" userId="3da63253-2a73-4959-bdf9-7f0b9006cf66" providerId="ADAL" clId="{370C423B-4726-41F7-A2A9-BA3D2D8C7992}" dt="2026-08-26T07:17:49.567" v="4695" actId="1076"/>
          <ac:picMkLst>
            <pc:docMk/>
            <pc:sldMk cId="2090289514" sldId="284"/>
            <ac:picMk id="9" creationId="{BE61F315-F217-9940-5E6A-38F46AB39178}"/>
          </ac:picMkLst>
        </pc:picChg>
        <pc:picChg chg="del">
          <ac:chgData name="Wang, Cunyi [CN]" userId="3da63253-2a73-4959-bdf9-7f0b9006cf66" providerId="ADAL" clId="{370C423B-4726-41F7-A2A9-BA3D2D8C7992}" dt="2026-08-26T07:17:06.717" v="4685" actId="478"/>
          <ac:picMkLst>
            <pc:docMk/>
            <pc:sldMk cId="2090289514" sldId="284"/>
            <ac:picMk id="12" creationId="{12701715-1B8E-347C-810F-D3A4751045C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23080-3150-4017-B89C-8A63CD99C655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A123E-4E80-497E-B640-B06D02428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80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A123E-4E80-497E-B640-B06D024282B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949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Gamma-Poisson distribution with three level fixed parameters (high, medium, low enrollment rates)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A123E-4E80-497E-B640-B06D024282B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777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A123E-4E80-497E-B640-B06D024282B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782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Use the total stockout rate and waste rate to evaluate the simulation performance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A123E-4E80-497E-B640-B06D024282B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544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E40A2-37D0-608D-9B58-D655008F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4DE118-146E-C386-3568-88C601C8A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8F4A78-3DA2-8E44-E2AE-38709440E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Use the total stockout rate and waste rate to evaluate the simulation performance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4681BB-D7B8-B1B0-386E-EE0E4351D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A123E-4E80-497E-B640-B06D024282B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987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66315-29BC-2A39-B2A0-5B473C855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904B97-4780-17C9-D172-700ABA6B6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6C73F4-211C-0870-0184-E0237E7B0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Use the total stockout rate and waste rate to evaluate the simulation performance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876D7C-AAAE-7ABE-A26C-A9F728FF1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A123E-4E80-497E-B640-B06D024282B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988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emf"/><Relationship Id="rId4" Type="http://schemas.openxmlformats.org/officeDocument/2006/relationships/package" Target="../embeddings/Microsoft_Word_Document.doc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emf"/><Relationship Id="rId4" Type="http://schemas.openxmlformats.org/officeDocument/2006/relationships/package" Target="../embeddings/Microsoft_Excel_Macro-Enabled_Worksheet.xlsm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98755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6213E"/>
                </a:solidFill>
                <a:latin typeface="Calibri"/>
              </a:rPr>
              <a:t>IMP Supply Chain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12848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F3A61"/>
                </a:solidFill>
                <a:latin typeface="Calibri"/>
              </a:rPr>
              <a:t>for Clinical Trials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907792"/>
            <a:ext cx="8686800" cy="502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090672"/>
            <a:ext cx="950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6E"/>
                </a:solidFill>
                <a:latin typeface="Calibri"/>
              </a:rPr>
              <a:t>Monte Carlo Simulation  ·  Sensitivity Analysis  ·  Root-Cause Diagnosis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84448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A1A2E"/>
                </a:solidFill>
                <a:latin typeface="Calibri"/>
              </a:rPr>
              <a:t>Cunyi Wang</a:t>
            </a:r>
            <a:r>
              <a:rPr lang="en-US" sz="1400" b="1" i="0" dirty="0">
                <a:solidFill>
                  <a:srgbClr val="1A1A2E"/>
                </a:solidFill>
                <a:latin typeface="Calibri"/>
              </a:rPr>
              <a:t>, SDS China</a:t>
            </a:r>
            <a:endParaRPr sz="14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913632"/>
            <a:ext cx="7315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solidFill>
                  <a:srgbClr val="55656E"/>
                </a:solidFill>
                <a:latin typeface="Calibri"/>
              </a:rPr>
              <a:t>E</a:t>
            </a:r>
            <a:r>
              <a:rPr lang="en-US" altLang="zh-CN" sz="1200" dirty="0">
                <a:solidFill>
                  <a:srgbClr val="55656E"/>
                </a:solidFill>
                <a:latin typeface="Calibri"/>
              </a:rPr>
              <a:t>fficiency+ </a:t>
            </a:r>
            <a:r>
              <a:rPr sz="1200" b="0" i="0" dirty="0">
                <a:solidFill>
                  <a:srgbClr val="55656E"/>
                </a:solidFill>
                <a:latin typeface="Calibri"/>
              </a:rPr>
              <a:t>Supply Chain </a:t>
            </a:r>
            <a:r>
              <a:rPr lang="en-US" sz="1200" b="0" i="0" dirty="0">
                <a:solidFill>
                  <a:srgbClr val="55656E"/>
                </a:solidFill>
                <a:latin typeface="Calibri"/>
              </a:rPr>
              <a:t>Working Group</a:t>
            </a:r>
            <a:r>
              <a:rPr sz="1200" b="0" i="0" dirty="0">
                <a:solidFill>
                  <a:srgbClr val="55656E"/>
                </a:solidFill>
                <a:latin typeface="Calibri"/>
              </a:rPr>
              <a:t> |  August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  <a:latin typeface="Calibri"/>
              </a:rPr>
              <a:t>Cunyi Wang  |  J&amp;J Supply Chain |  Aug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Background &amp;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59436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  <a:latin typeface="Calibri"/>
              </a:rPr>
              <a:t>Why clinical trial drug supply chains are challenging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5577840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61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A61"/>
                </a:solidFill>
                <a:latin typeface="Calibri"/>
              </a:rPr>
              <a:t>The Clinical Supply Chain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55648"/>
            <a:ext cx="109728" cy="12801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719072"/>
            <a:ext cx="50566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IMP (Investigational Medicinal Products) have strict shelf-life limits — expired kits are costly waste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60320"/>
            <a:ext cx="109728" cy="12801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2523744"/>
            <a:ext cx="50566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Patient enrollment is stochastic: timing &amp; rate cannot be predicted precisely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364991"/>
            <a:ext cx="109728" cy="12801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3328415"/>
            <a:ext cx="50566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  <a:latin typeface="Calibri"/>
              </a:rPr>
              <a:t>Multi-tier logistics: Manufacturing → EU/CN Depot → Clinical Sites across 2 regions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169663"/>
            <a:ext cx="109728" cy="12801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" y="4133087"/>
            <a:ext cx="50566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Stockouts delay patient treatment; over-supply leads to waste and 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170432"/>
            <a:ext cx="5696712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1261872"/>
            <a:ext cx="53035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i="0" dirty="0">
                <a:solidFill>
                  <a:srgbClr val="0F3A61"/>
                </a:solidFill>
                <a:latin typeface="Calibri"/>
              </a:rPr>
              <a:t>Example: a </a:t>
            </a:r>
            <a:r>
              <a:rPr sz="1300" b="1" i="0" dirty="0">
                <a:solidFill>
                  <a:srgbClr val="0F3A61"/>
                </a:solidFill>
                <a:latin typeface="Calibri"/>
              </a:rPr>
              <a:t>3-Tier Supply Chain Structure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691640"/>
            <a:ext cx="45720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1968" y="1746504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🏭  Manufacturing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20574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Calibri"/>
              </a:rPr>
              <a:t>Batches produced on schedule · 60-day lead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2395728"/>
            <a:ext cx="256032" cy="201168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92240" y="2651760"/>
            <a:ext cx="4572000" cy="658368"/>
          </a:xfrm>
          <a:prstGeom prst="rect">
            <a:avLst/>
          </a:prstGeom>
          <a:solidFill>
            <a:srgbClr val="0F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01968" y="2706624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🏪  EU Depot  &amp;  CN Depot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301752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Calibri"/>
              </a:rPr>
              <a:t>Threshold-driven replenishment · FEFO expiry management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49640" y="3355848"/>
            <a:ext cx="256032" cy="201168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92240" y="3611880"/>
            <a:ext cx="4572000" cy="658368"/>
          </a:xfrm>
          <a:prstGeom prst="rect">
            <a:avLst/>
          </a:prstGeom>
          <a:solidFill>
            <a:srgbClr val="00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01968" y="3666744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🏥  Clinical Sites (EU × 13 + CN × 12)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39776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Calibri"/>
              </a:rPr>
              <a:t>Patient visits · Kit dispensing · Resupply orders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4074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Key tension: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6634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1A2E"/>
                </a:solidFill>
                <a:latin typeface="Calibri"/>
              </a:rPr>
              <a:t>minimize stockout  ↔  minimize waste
→ simulation is the only way to quantify this trade-off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  <a:latin typeface="Calibri"/>
              </a:rPr>
              <a:t>Cunyi Wang  |  J&amp;J Supply Chain |  Aug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D64CE-B789-6864-59B4-8728BA292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F4BA0C-E3C5-616D-CB1B-3B8F1B840D3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BA5DD-DF26-1989-39AE-BDEB6F8686E1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D92BAC-C3F2-9745-8D89-C9C9472330C2}"/>
              </a:ext>
            </a:extLst>
          </p:cNvPr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1D5550-CBBA-7B1B-0828-4BE162212254}"/>
              </a:ext>
            </a:extLst>
          </p:cNvPr>
          <p:cNvSpPr txBox="1"/>
          <p:nvPr/>
        </p:nvSpPr>
        <p:spPr>
          <a:xfrm>
            <a:off x="384048" y="91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8BB7C3-A169-652C-3823-7FCA4D6AE820}"/>
              </a:ext>
            </a:extLst>
          </p:cNvPr>
          <p:cNvSpPr txBox="1"/>
          <p:nvPr/>
        </p:nvSpPr>
        <p:spPr>
          <a:xfrm>
            <a:off x="384048" y="594360"/>
            <a:ext cx="9601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dirty="0">
                <a:solidFill>
                  <a:srgbClr val="E8F0FE"/>
                </a:solidFill>
                <a:latin typeface="Calibri"/>
              </a:rPr>
              <a:t>C</a:t>
            </a:r>
            <a:r>
              <a:rPr sz="1300" b="0" i="0" dirty="0">
                <a:solidFill>
                  <a:srgbClr val="E8F0FE"/>
                </a:solidFill>
                <a:latin typeface="Calibri"/>
              </a:rPr>
              <a:t>ore goals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A60E2D-0732-B516-E11C-12CA4EF2BCDC}"/>
              </a:ext>
            </a:extLst>
          </p:cNvPr>
          <p:cNvSpPr/>
          <p:nvPr/>
        </p:nvSpPr>
        <p:spPr>
          <a:xfrm>
            <a:off x="365760" y="1207008"/>
            <a:ext cx="11457432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4A7210-F26E-F2DD-6EB5-5B770775794B}"/>
              </a:ext>
            </a:extLst>
          </p:cNvPr>
          <p:cNvSpPr/>
          <p:nvPr/>
        </p:nvSpPr>
        <p:spPr>
          <a:xfrm>
            <a:off x="365760" y="1207008"/>
            <a:ext cx="502920" cy="1170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58337D-A73C-5B5A-DA08-739500948232}"/>
              </a:ext>
            </a:extLst>
          </p:cNvPr>
          <p:cNvSpPr txBox="1"/>
          <p:nvPr/>
        </p:nvSpPr>
        <p:spPr>
          <a:xfrm>
            <a:off x="365760" y="1481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EE91BA-4056-EC10-F1B3-C71E1E699D11}"/>
              </a:ext>
            </a:extLst>
          </p:cNvPr>
          <p:cNvSpPr txBox="1"/>
          <p:nvPr/>
        </p:nvSpPr>
        <p:spPr>
          <a:xfrm>
            <a:off x="987552" y="1298448"/>
            <a:ext cx="10607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dirty="0">
                <a:solidFill>
                  <a:srgbClr val="1A1A2E"/>
                </a:solidFill>
                <a:latin typeface="Calibri"/>
              </a:rPr>
              <a:t>Drug minimization</a:t>
            </a:r>
            <a:endParaRPr sz="13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5CF5E1-D53A-F6DE-0425-AD72F2273896}"/>
              </a:ext>
            </a:extLst>
          </p:cNvPr>
          <p:cNvSpPr txBox="1"/>
          <p:nvPr/>
        </p:nvSpPr>
        <p:spPr>
          <a:xfrm>
            <a:off x="987552" y="1664208"/>
            <a:ext cx="10607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 dirty="0">
                <a:solidFill>
                  <a:srgbClr val="55656E"/>
                </a:solidFill>
                <a:latin typeface="Calibri"/>
              </a:rPr>
              <a:t>Initial site stock, resupply</a:t>
            </a:r>
            <a:endParaRPr sz="1050" b="0" i="0" dirty="0">
              <a:solidFill>
                <a:srgbClr val="55656E"/>
              </a:solidFill>
              <a:latin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0CFDD0-EF2E-529E-E19D-319A67C3A535}"/>
              </a:ext>
            </a:extLst>
          </p:cNvPr>
          <p:cNvSpPr/>
          <p:nvPr/>
        </p:nvSpPr>
        <p:spPr>
          <a:xfrm>
            <a:off x="365760" y="2532888"/>
            <a:ext cx="11457432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C9F06B-0389-579D-A24C-9BCAD631A693}"/>
              </a:ext>
            </a:extLst>
          </p:cNvPr>
          <p:cNvSpPr/>
          <p:nvPr/>
        </p:nvSpPr>
        <p:spPr>
          <a:xfrm>
            <a:off x="365760" y="2532888"/>
            <a:ext cx="502920" cy="1170432"/>
          </a:xfrm>
          <a:prstGeom prst="rect">
            <a:avLst/>
          </a:prstGeom>
          <a:solidFill>
            <a:srgbClr val="0F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A2829A-F04E-6BB7-6B8E-F0A49F042AE5}"/>
              </a:ext>
            </a:extLst>
          </p:cNvPr>
          <p:cNvSpPr txBox="1"/>
          <p:nvPr/>
        </p:nvSpPr>
        <p:spPr>
          <a:xfrm>
            <a:off x="365760" y="28072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5684DF-D2E3-094F-404E-4F485A63B6C1}"/>
              </a:ext>
            </a:extLst>
          </p:cNvPr>
          <p:cNvSpPr txBox="1"/>
          <p:nvPr/>
        </p:nvSpPr>
        <p:spPr>
          <a:xfrm>
            <a:off x="987552" y="2624328"/>
            <a:ext cx="10607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Calibri"/>
              </a:rPr>
              <a:t>No tolerance for stockout</a:t>
            </a:r>
            <a:endParaRPr sz="13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090824-0CF0-27C4-3B4C-87E2ABCE4E69}"/>
              </a:ext>
            </a:extLst>
          </p:cNvPr>
          <p:cNvSpPr txBox="1"/>
          <p:nvPr/>
        </p:nvSpPr>
        <p:spPr>
          <a:xfrm>
            <a:off x="987552" y="2990088"/>
            <a:ext cx="10607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 dirty="0">
                <a:solidFill>
                  <a:srgbClr val="55656E"/>
                </a:solidFill>
                <a:latin typeface="Calibri"/>
              </a:rPr>
              <a:t>The cost of stockout is high</a:t>
            </a:r>
            <a:endParaRPr sz="1050" b="0" i="0" dirty="0">
              <a:solidFill>
                <a:srgbClr val="55656E"/>
              </a:solidFill>
              <a:latin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1F91B9-8775-1AE6-9028-0341D567727D}"/>
              </a:ext>
            </a:extLst>
          </p:cNvPr>
          <p:cNvSpPr/>
          <p:nvPr/>
        </p:nvSpPr>
        <p:spPr>
          <a:xfrm>
            <a:off x="365760" y="3858768"/>
            <a:ext cx="11457432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3C0355-6948-D962-4CAB-D60A1C35633F}"/>
              </a:ext>
            </a:extLst>
          </p:cNvPr>
          <p:cNvSpPr/>
          <p:nvPr/>
        </p:nvSpPr>
        <p:spPr>
          <a:xfrm>
            <a:off x="365760" y="3858768"/>
            <a:ext cx="502920" cy="1170432"/>
          </a:xfrm>
          <a:prstGeom prst="rect">
            <a:avLst/>
          </a:prstGeom>
          <a:solidFill>
            <a:srgbClr val="00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1144A5-CF10-3D65-66E4-2C76A5376424}"/>
              </a:ext>
            </a:extLst>
          </p:cNvPr>
          <p:cNvSpPr txBox="1"/>
          <p:nvPr/>
        </p:nvSpPr>
        <p:spPr>
          <a:xfrm>
            <a:off x="365760" y="413308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50B632-92EC-8D4F-F9ED-D642CE01D9CD}"/>
              </a:ext>
            </a:extLst>
          </p:cNvPr>
          <p:cNvSpPr txBox="1"/>
          <p:nvPr/>
        </p:nvSpPr>
        <p:spPr>
          <a:xfrm>
            <a:off x="987552" y="3950207"/>
            <a:ext cx="10607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Calibri"/>
              </a:rPr>
              <a:t>Costs</a:t>
            </a:r>
            <a:endParaRPr sz="13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DED398-61D6-3F31-DF80-A11C38AE7608}"/>
              </a:ext>
            </a:extLst>
          </p:cNvPr>
          <p:cNvSpPr txBox="1"/>
          <p:nvPr/>
        </p:nvSpPr>
        <p:spPr>
          <a:xfrm>
            <a:off x="987552" y="4315968"/>
            <a:ext cx="10607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 dirty="0">
                <a:solidFill>
                  <a:srgbClr val="55656E"/>
                </a:solidFill>
                <a:latin typeface="Calibri"/>
              </a:rPr>
              <a:t>Shipping costs, packaging costs and other types of costs (stockout, time, </a:t>
            </a:r>
            <a:r>
              <a:rPr lang="en-US" sz="1050" b="0" i="0" dirty="0" err="1">
                <a:solidFill>
                  <a:srgbClr val="55656E"/>
                </a:solidFill>
                <a:latin typeface="Calibri"/>
              </a:rPr>
              <a:t>etc</a:t>
            </a:r>
            <a:r>
              <a:rPr lang="en-US" sz="1050" b="0" i="0" dirty="0">
                <a:solidFill>
                  <a:srgbClr val="55656E"/>
                </a:solidFill>
                <a:latin typeface="Calibri"/>
              </a:rPr>
              <a:t>)</a:t>
            </a:r>
            <a:endParaRPr sz="1050" b="0" i="0" dirty="0">
              <a:solidFill>
                <a:srgbClr val="55656E"/>
              </a:solidFill>
              <a:latin typeface="Calibri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5FE362-6285-0FC7-AD07-FEABA769A271}"/>
              </a:ext>
            </a:extLst>
          </p:cNvPr>
          <p:cNvSpPr/>
          <p:nvPr/>
        </p:nvSpPr>
        <p:spPr>
          <a:xfrm>
            <a:off x="365760" y="5184648"/>
            <a:ext cx="11457432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9A3BFE-0A85-BEC8-DC31-E7F3729498EB}"/>
              </a:ext>
            </a:extLst>
          </p:cNvPr>
          <p:cNvSpPr/>
          <p:nvPr/>
        </p:nvSpPr>
        <p:spPr>
          <a:xfrm>
            <a:off x="365760" y="5184648"/>
            <a:ext cx="502920" cy="1170432"/>
          </a:xfrm>
          <a:prstGeom prst="rect">
            <a:avLst/>
          </a:prstGeom>
          <a:solidFill>
            <a:srgbClr val="1B8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FFB632-BFD5-B122-7D5D-3F052912723C}"/>
              </a:ext>
            </a:extLst>
          </p:cNvPr>
          <p:cNvSpPr txBox="1"/>
          <p:nvPr/>
        </p:nvSpPr>
        <p:spPr>
          <a:xfrm>
            <a:off x="365760" y="54589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DE4C69-FBAA-4ECB-556C-B60B1EBAB152}"/>
              </a:ext>
            </a:extLst>
          </p:cNvPr>
          <p:cNvSpPr txBox="1"/>
          <p:nvPr/>
        </p:nvSpPr>
        <p:spPr>
          <a:xfrm>
            <a:off x="987552" y="5276088"/>
            <a:ext cx="10607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Calibri"/>
              </a:rPr>
              <a:t>Protection of blind</a:t>
            </a:r>
            <a:endParaRPr sz="13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C63757-0AA7-449F-D189-F7383D221E33}"/>
              </a:ext>
            </a:extLst>
          </p:cNvPr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3BB6CD-94B9-9F95-2A09-6A103BF4E468}"/>
              </a:ext>
            </a:extLst>
          </p:cNvPr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  <a:latin typeface="Calibri"/>
              </a:rPr>
              <a:t>Cunyi Wang  |  J&amp;J Supply Chain |  Aug 2026</a:t>
            </a:r>
          </a:p>
        </p:txBody>
      </p:sp>
    </p:spTree>
    <p:extLst>
      <p:ext uri="{BB962C8B-B14F-4D97-AF65-F5344CB8AC3E}">
        <p14:creationId xmlns:p14="http://schemas.microsoft.com/office/powerpoint/2010/main" val="2339044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Statistical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11457432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207008"/>
            <a:ext cx="502920" cy="1170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481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29844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Build a Monte Carlo Simulation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664208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6E"/>
                </a:solidFill>
                <a:latin typeface="Calibri"/>
              </a:rPr>
              <a:t>Develop an IMP supply chain simulation from scratch in R, covering enrollment, visits,
kit dispensing, depot replenishment, expiry management — across EU and CN regions.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32888"/>
            <a:ext cx="11457432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532888"/>
            <a:ext cx="502920" cy="1170432"/>
          </a:xfrm>
          <a:prstGeom prst="rect">
            <a:avLst/>
          </a:prstGeom>
          <a:solidFill>
            <a:srgbClr val="0F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8072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624328"/>
            <a:ext cx="10607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A1A2E"/>
                </a:solidFill>
                <a:latin typeface="Calibri"/>
              </a:rPr>
              <a:t>Quantify </a:t>
            </a:r>
            <a:r>
              <a:rPr lang="en-US" sz="1300" b="1" i="0" dirty="0">
                <a:solidFill>
                  <a:srgbClr val="1A1A2E"/>
                </a:solidFill>
                <a:latin typeface="Calibri"/>
              </a:rPr>
              <a:t>Parameter </a:t>
            </a:r>
            <a:r>
              <a:rPr sz="1300" b="1" i="0" dirty="0">
                <a:solidFill>
                  <a:srgbClr val="1A1A2E"/>
                </a:solidFill>
                <a:latin typeface="Calibri"/>
              </a:rPr>
              <a:t>Sensitivity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990088"/>
            <a:ext cx="106070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 dirty="0">
                <a:solidFill>
                  <a:srgbClr val="55656E"/>
                </a:solidFill>
                <a:latin typeface="Calibri"/>
              </a:rPr>
              <a:t>e.g. </a:t>
            </a:r>
            <a:r>
              <a:rPr sz="1050" b="0" i="0" dirty="0">
                <a:solidFill>
                  <a:srgbClr val="55656E"/>
                </a:solidFill>
                <a:latin typeface="Calibri"/>
              </a:rPr>
              <a:t>Run 400+ simulation replicates across 4 shelf-life scenarios (400/600/720/1000 days)
to measure the impact on stockout rate and waste rate.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58768"/>
            <a:ext cx="11457432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858768"/>
            <a:ext cx="502920" cy="1170432"/>
          </a:xfrm>
          <a:prstGeom prst="rect">
            <a:avLst/>
          </a:prstGeom>
          <a:solidFill>
            <a:srgbClr val="00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413308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950207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Cross-Model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315968"/>
            <a:ext cx="106070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55656E"/>
                </a:solidFill>
                <a:latin typeface="Calibri"/>
              </a:rPr>
              <a:t>Compare two independent simulation models (</a:t>
            </a:r>
            <a:r>
              <a:rPr lang="en-US" sz="1050" b="0" i="0" dirty="0">
                <a:solidFill>
                  <a:srgbClr val="55656E"/>
                </a:solidFill>
                <a:latin typeface="Calibri"/>
              </a:rPr>
              <a:t>e.g. </a:t>
            </a:r>
            <a:r>
              <a:rPr sz="1050" b="0" i="0" dirty="0" err="1">
                <a:solidFill>
                  <a:srgbClr val="55656E"/>
                </a:solidFill>
                <a:latin typeface="Calibri"/>
              </a:rPr>
              <a:t>SimComb</a:t>
            </a:r>
            <a:r>
              <a:rPr sz="1050" b="0" i="0" dirty="0">
                <a:solidFill>
                  <a:srgbClr val="55656E"/>
                </a:solidFill>
                <a:latin typeface="Calibri"/>
              </a:rPr>
              <a:t> vs 4-Complete) using a unified
KPI definition to identify discrepancies and their root causes.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84648"/>
            <a:ext cx="11457432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184648"/>
            <a:ext cx="502920" cy="1170432"/>
          </a:xfrm>
          <a:prstGeom prst="rect">
            <a:avLst/>
          </a:prstGeom>
          <a:solidFill>
            <a:srgbClr val="1B8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54589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527608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Improve Reliability &amp; Metric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5641848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6E"/>
                </a:solidFill>
                <a:latin typeface="Calibri"/>
              </a:rPr>
              <a:t>Discover and fix production bugs; redefine flawed KPIs; document all changes so results
are reproducible and trustworthy for supply planning decisions.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  <a:latin typeface="Calibri"/>
              </a:rPr>
              <a:t>Cunyi Wang  |  J&amp;J Supply Chain |  Aug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Clinical Supply Chain Process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628957" y="1159602"/>
            <a:ext cx="4267385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75878" y="1298448"/>
            <a:ext cx="53949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F3A61"/>
                </a:solidFill>
                <a:latin typeface="Calibri"/>
              </a:rPr>
              <a:t>Modeling Components</a:t>
            </a:r>
            <a:r>
              <a:rPr lang="en-US" sz="1300" b="1" i="0" dirty="0">
                <a:solidFill>
                  <a:srgbClr val="0F3A61"/>
                </a:solidFill>
                <a:latin typeface="Calibri"/>
              </a:rPr>
              <a:t> Captured in the Specification</a:t>
            </a:r>
            <a:endParaRPr sz="1300" b="1" i="0" dirty="0">
              <a:solidFill>
                <a:srgbClr val="0F3A61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796876" y="1810512"/>
            <a:ext cx="128016" cy="12801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8141" y="1735419"/>
            <a:ext cx="5120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0" dirty="0">
                <a:solidFill>
                  <a:srgbClr val="1A1A2E"/>
                </a:solidFill>
                <a:latin typeface="Calibri"/>
              </a:rPr>
              <a:t># of Regional Patients</a:t>
            </a:r>
            <a:endParaRPr sz="11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58141" y="2001288"/>
            <a:ext cx="5120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55656E"/>
                </a:solidFill>
                <a:latin typeface="Calibri"/>
              </a:rPr>
              <a:t>100 in EU and 150 in China</a:t>
            </a:r>
            <a:endParaRPr sz="1000" b="0" i="0" dirty="0">
              <a:solidFill>
                <a:srgbClr val="55656E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796876" y="2383997"/>
            <a:ext cx="128016" cy="12801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8141" y="234875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A1A2E"/>
                </a:solidFill>
                <a:latin typeface="Calibri"/>
              </a:rPr>
              <a:t>Visit Schedule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8141" y="2641367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5656E"/>
                </a:solidFill>
                <a:latin typeface="Calibri"/>
              </a:rPr>
              <a:t>Weekly (5ml) → Q2W (7.5ml) treatment phases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6462" y="3034513"/>
            <a:ext cx="128016" cy="12801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05062" y="2961361"/>
            <a:ext cx="5120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1A1A2E"/>
                </a:solidFill>
                <a:latin typeface="Calibri"/>
              </a:rPr>
              <a:t>Lead Time/Shelf Life</a:t>
            </a:r>
            <a:endParaRPr sz="11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776462" y="4124382"/>
            <a:ext cx="128016" cy="12801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05062" y="4051230"/>
            <a:ext cx="5120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1A1A2E"/>
                </a:solidFill>
              </a:rPr>
              <a:t>Patient Enrollment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5062" y="4325550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55656E"/>
                </a:solidFill>
              </a:rPr>
              <a:t>Gamma-Poisson process; 250 patients across 25 sites</a:t>
            </a:r>
          </a:p>
          <a:p>
            <a:pPr algn="l"/>
            <a:endParaRPr sz="1000" b="0" i="0" dirty="0">
              <a:solidFill>
                <a:srgbClr val="55656E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776462" y="4883334"/>
            <a:ext cx="128016" cy="12801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05062" y="4801038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1A1A2E"/>
                </a:solidFill>
              </a:rPr>
              <a:t>Kit Dispensing</a:t>
            </a:r>
          </a:p>
          <a:p>
            <a:pPr algn="l"/>
            <a:endParaRPr sz="11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005062" y="5084502"/>
            <a:ext cx="5120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55656E"/>
                </a:solidFill>
              </a:rPr>
              <a:t>FEFO, blinded kit types (arm A / arm B), paired dispensing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6462" y="5642286"/>
            <a:ext cx="128016" cy="12801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05062" y="5569134"/>
            <a:ext cx="5120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1A1A2E"/>
                </a:solidFill>
                <a:latin typeface="Calibri"/>
              </a:rPr>
              <a:t>Stock</a:t>
            </a:r>
            <a:endParaRPr sz="11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005062" y="5843454"/>
            <a:ext cx="5120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55656E"/>
                </a:solidFill>
                <a:latin typeface="Calibri"/>
              </a:rPr>
              <a:t>Initial stock, safety stock</a:t>
            </a:r>
            <a:r>
              <a:rPr lang="en-US" sz="1000" dirty="0">
                <a:solidFill>
                  <a:srgbClr val="55656E"/>
                </a:solidFill>
                <a:latin typeface="Calibri"/>
              </a:rPr>
              <a:t>,</a:t>
            </a:r>
            <a:r>
              <a:rPr lang="zh-CN" altLang="en-US" sz="1000" dirty="0">
                <a:solidFill>
                  <a:srgbClr val="55656E"/>
                </a:solidFill>
                <a:latin typeface="Calibri"/>
              </a:rPr>
              <a:t> </a:t>
            </a:r>
            <a:r>
              <a:rPr lang="en-US" altLang="zh-CN" sz="1000">
                <a:solidFill>
                  <a:srgbClr val="55656E"/>
                </a:solidFill>
                <a:latin typeface="Calibri"/>
              </a:rPr>
              <a:t>floor/</a:t>
            </a:r>
            <a:r>
              <a:rPr lang="en-US" altLang="zh-CN" sz="1000" b="0" i="0">
                <a:solidFill>
                  <a:srgbClr val="55656E"/>
                </a:solidFill>
                <a:latin typeface="Calibri"/>
              </a:rPr>
              <a:t>ceiling</a:t>
            </a:r>
            <a:r>
              <a:rPr lang="en-US" sz="1000" b="0" i="0">
                <a:solidFill>
                  <a:srgbClr val="55656E"/>
                </a:solidFill>
                <a:latin typeface="Calibri"/>
              </a:rPr>
              <a:t> </a:t>
            </a:r>
            <a:endParaRPr sz="1000" b="0" i="0" dirty="0">
              <a:solidFill>
                <a:srgbClr val="55656E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  <a:latin typeface="Calibri"/>
              </a:rPr>
              <a:t>Cunyi Wang  |  J&amp;J Supply Chain |  Aug 2026</a:t>
            </a:r>
          </a:p>
        </p:txBody>
      </p:sp>
      <p:sp>
        <p:nvSpPr>
          <p:cNvPr id="49" name="TextBox 25">
            <a:extLst>
              <a:ext uri="{FF2B5EF4-FFF2-40B4-BE49-F238E27FC236}">
                <a16:creationId xmlns:a16="http://schemas.microsoft.com/office/drawing/2014/main" id="{CF8E9096-59E6-07BC-7656-05D7F96BBAA8}"/>
              </a:ext>
            </a:extLst>
          </p:cNvPr>
          <p:cNvSpPr txBox="1"/>
          <p:nvPr/>
        </p:nvSpPr>
        <p:spPr>
          <a:xfrm>
            <a:off x="7683821" y="3602660"/>
            <a:ext cx="53949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i="0" dirty="0">
                <a:solidFill>
                  <a:srgbClr val="0F3A61"/>
                </a:solidFill>
                <a:latin typeface="Calibri"/>
              </a:rPr>
              <a:t>U</a:t>
            </a:r>
            <a:r>
              <a:rPr lang="en-US" altLang="zh-CN" sz="1300" b="1" i="0" dirty="0">
                <a:solidFill>
                  <a:srgbClr val="0F3A61"/>
                </a:solidFill>
                <a:latin typeface="Calibri"/>
              </a:rPr>
              <a:t>nderspecified Rules in the Specification</a:t>
            </a:r>
            <a:endParaRPr sz="1300" b="1" i="0" dirty="0">
              <a:solidFill>
                <a:srgbClr val="0F3A61"/>
              </a:solidFill>
              <a:latin typeface="Calibri"/>
            </a:endParaRPr>
          </a:p>
        </p:txBody>
      </p:sp>
      <p:pic>
        <p:nvPicPr>
          <p:cNvPr id="50" name="Graphic 1">
            <a:extLst>
              <a:ext uri="{FF2B5EF4-FFF2-40B4-BE49-F238E27FC236}">
                <a16:creationId xmlns:a16="http://schemas.microsoft.com/office/drawing/2014/main" id="{B5270782-13A7-B424-3126-C55A9B9A0C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1" y="1735419"/>
            <a:ext cx="7303173" cy="4108035"/>
          </a:xfrm>
          <a:prstGeom prst="rect">
            <a:avLst/>
          </a:prstGeom>
        </p:spPr>
      </p:pic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9ECEDF4F-1CBB-E494-C85C-BE0332F157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426260"/>
              </p:ext>
            </p:extLst>
          </p:nvPr>
        </p:nvGraphicFramePr>
        <p:xfrm>
          <a:off x="384048" y="1081649"/>
          <a:ext cx="914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4" imgW="914400" imgH="787542" progId="Word.Document.12">
                  <p:embed/>
                </p:oleObj>
              </mc:Choice>
              <mc:Fallback>
                <p:oleObj name="Document" showAsIcon="1" r:id="rId4" imgW="914400" imgH="787542" progId="Word.Document.12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9ECEDF4F-1CBB-E494-C85C-BE0332F15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4048" y="1081649"/>
                        <a:ext cx="914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63782-169F-3B95-07B2-0932EF4C8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DF71E9E-DC26-41F9-C7AC-8BE1FA6AE7B8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0B778E-76C1-69B6-574E-14146A60C04A}"/>
              </a:ext>
            </a:extLst>
          </p:cNvPr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0EEAA1-FEE0-9538-2D49-BA7405F96FB9}"/>
              </a:ext>
            </a:extLst>
          </p:cNvPr>
          <p:cNvSpPr txBox="1"/>
          <p:nvPr/>
        </p:nvSpPr>
        <p:spPr>
          <a:xfrm>
            <a:off x="1600200" y="455371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EU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BE86CF0-89B5-9EDB-2A2E-ED043722D787}"/>
              </a:ext>
            </a:extLst>
          </p:cNvPr>
          <p:cNvSpPr/>
          <p:nvPr/>
        </p:nvSpPr>
        <p:spPr>
          <a:xfrm>
            <a:off x="320040" y="6035040"/>
            <a:ext cx="115214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ED4A94F-D6A4-465C-CB3E-55B02B099D69}"/>
              </a:ext>
            </a:extLst>
          </p:cNvPr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B33F3A6-93F5-CBA2-D849-826008239B9E}"/>
              </a:ext>
            </a:extLst>
          </p:cNvPr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  <a:latin typeface="Calibri"/>
              </a:rPr>
              <a:t>Cunyi Wang  |  J&amp;J Supply Chain  |  Aug 2026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8D7503A4-B330-856C-A627-406E75C93728}"/>
              </a:ext>
            </a:extLst>
          </p:cNvPr>
          <p:cNvSpPr txBox="1"/>
          <p:nvPr/>
        </p:nvSpPr>
        <p:spPr>
          <a:xfrm>
            <a:off x="384048" y="9144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G</a:t>
            </a:r>
            <a:r>
              <a:rPr lang="en-US" altLang="zh-CN" sz="2200" b="1" i="0" dirty="0">
                <a:solidFill>
                  <a:srgbClr val="FFFFFF"/>
                </a:solidFill>
                <a:latin typeface="Calibri"/>
              </a:rPr>
              <a:t>enerate a Simulation Code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 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9" name="内容占位符 4">
            <a:extLst>
              <a:ext uri="{FF2B5EF4-FFF2-40B4-BE49-F238E27FC236}">
                <a16:creationId xmlns:a16="http://schemas.microsoft.com/office/drawing/2014/main" id="{A26F2AED-201D-C98B-98DE-327745348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873134"/>
            <a:ext cx="8009904" cy="416190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737C847-DAB9-3469-5759-E1093DB5E2B7}"/>
              </a:ext>
            </a:extLst>
          </p:cNvPr>
          <p:cNvSpPr txBox="1"/>
          <p:nvPr/>
        </p:nvSpPr>
        <p:spPr>
          <a:xfrm>
            <a:off x="320040" y="1257581"/>
            <a:ext cx="1037995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Work closely with AI tools, critically reviewing outputs to assess reasonableness and flag potential issues</a:t>
            </a:r>
          </a:p>
          <a:p>
            <a:r>
              <a:rPr lang="en-US" altLang="zh-CN" sz="1600" dirty="0"/>
              <a:t>For example, on day 87, why 57 5ml PBO was sent to EU SITE 6 </a:t>
            </a:r>
            <a:endParaRPr lang="zh-CN" altLang="en-US" sz="1600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230249E-689F-88AC-0E06-DA30702139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625336"/>
              </p:ext>
            </p:extLst>
          </p:nvPr>
        </p:nvGraphicFramePr>
        <p:xfrm>
          <a:off x="10670013" y="1419323"/>
          <a:ext cx="914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showAsIcon="1" r:id="rId4" imgW="914400" imgH="787542" progId="Excel.SheetMacroEnabled.12">
                  <p:embed/>
                </p:oleObj>
              </mc:Choice>
              <mc:Fallback>
                <p:oleObj name="Macro-Enabled Worksheet" showAsIcon="1" r:id="rId4" imgW="914400" imgH="787542" progId="Excel.SheetMacroEnabled.12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A230249E-689F-88AC-0E06-DA30702139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70013" y="1419323"/>
                        <a:ext cx="914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2008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Calibri"/>
              </a:rPr>
              <a:t>Sensitivity Analysis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455371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EU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035040"/>
            <a:ext cx="115214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  <a:latin typeface="Calibri"/>
              </a:rPr>
              <a:t>Cunyi Wang  |  J&amp;J Supply Chain |  Aug 2026</a:t>
            </a: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D771E4B5-C5AB-8411-5F70-6546DC672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" y="1145817"/>
            <a:ext cx="7009427" cy="47680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381A3-CB2B-2723-4FB5-7996803F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2CCE4DD-2359-EFFC-7FD8-32F632891BD4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E1D6F5-E82F-63B0-6460-8631B134CCEB}"/>
              </a:ext>
            </a:extLst>
          </p:cNvPr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6D878C-91D1-8CC8-8F64-BD5C1847B2FB}"/>
              </a:ext>
            </a:extLst>
          </p:cNvPr>
          <p:cNvSpPr txBox="1"/>
          <p:nvPr/>
        </p:nvSpPr>
        <p:spPr>
          <a:xfrm>
            <a:off x="384048" y="9144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Calibri"/>
              </a:rPr>
              <a:t>Sensitivity Analysis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5ECE508-B526-31B4-6E8D-F604CA372695}"/>
              </a:ext>
            </a:extLst>
          </p:cNvPr>
          <p:cNvSpPr txBox="1"/>
          <p:nvPr/>
        </p:nvSpPr>
        <p:spPr>
          <a:xfrm>
            <a:off x="1600200" y="455371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EU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F820F9B-7643-3E5F-695E-EF8FBCC3D722}"/>
              </a:ext>
            </a:extLst>
          </p:cNvPr>
          <p:cNvSpPr/>
          <p:nvPr/>
        </p:nvSpPr>
        <p:spPr>
          <a:xfrm>
            <a:off x="320040" y="6035040"/>
            <a:ext cx="115214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EC93E94-A172-C120-3877-F45713B35C70}"/>
              </a:ext>
            </a:extLst>
          </p:cNvPr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A91E28-B0AC-B3D5-E4BC-F78AC9C440E3}"/>
              </a:ext>
            </a:extLst>
          </p:cNvPr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  <a:latin typeface="Calibri"/>
              </a:rPr>
              <a:t>Cunyi Wang  |  J&amp;J Supply Chain |  Aug 2026</a:t>
            </a: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4B1E9587-C53A-333F-4426-5A4DEC35E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145817"/>
            <a:ext cx="7009427" cy="4768088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B7996AB4-C601-AD14-FA11-1ADA98565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671" y="169943"/>
            <a:ext cx="8522138" cy="229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08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9A673-EB43-ACCE-DDC9-2144EA6D5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C6DBDF-4FE9-8F56-6311-8932E57F820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39B302-B270-CADB-9C56-69BCFED2650A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EA5F3A-DFBB-5AA5-6A24-D49DD667D231}"/>
              </a:ext>
            </a:extLst>
          </p:cNvPr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D6F7C6-8B56-E09F-28A7-021194E12521}"/>
              </a:ext>
            </a:extLst>
          </p:cNvPr>
          <p:cNvSpPr txBox="1"/>
          <p:nvPr/>
        </p:nvSpPr>
        <p:spPr>
          <a:xfrm>
            <a:off x="384048" y="9144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An Alternative Approach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EAA356-5D5E-8171-BF11-81D7A5BCB394}"/>
              </a:ext>
            </a:extLst>
          </p:cNvPr>
          <p:cNvSpPr/>
          <p:nvPr/>
        </p:nvSpPr>
        <p:spPr>
          <a:xfrm>
            <a:off x="320040" y="1170432"/>
            <a:ext cx="534924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65FB97-B863-D6C8-B850-7291ADF1E5AD}"/>
              </a:ext>
            </a:extLst>
          </p:cNvPr>
          <p:cNvSpPr/>
          <p:nvPr/>
        </p:nvSpPr>
        <p:spPr>
          <a:xfrm>
            <a:off x="320040" y="1170432"/>
            <a:ext cx="73152" cy="2606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9736B9-C0A0-F3CE-0250-AC03296832D8}"/>
              </a:ext>
            </a:extLst>
          </p:cNvPr>
          <p:cNvSpPr txBox="1"/>
          <p:nvPr/>
        </p:nvSpPr>
        <p:spPr>
          <a:xfrm>
            <a:off x="502920" y="1243584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CC0000"/>
                </a:solidFill>
                <a:latin typeface="Calibri"/>
              </a:rPr>
              <a:t>Old</a:t>
            </a:r>
            <a:r>
              <a:rPr lang="en-US" sz="1200" b="1" dirty="0">
                <a:solidFill>
                  <a:srgbClr val="CC0000"/>
                </a:solidFill>
                <a:latin typeface="Calibri"/>
              </a:rPr>
              <a:t> Code</a:t>
            </a:r>
            <a:endParaRPr sz="1200" b="1" i="0" dirty="0">
              <a:solidFill>
                <a:srgbClr val="CC0000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DF45AA-61F0-20BC-8E20-FDD9CC67B592}"/>
              </a:ext>
            </a:extLst>
          </p:cNvPr>
          <p:cNvSpPr txBox="1"/>
          <p:nvPr/>
        </p:nvSpPr>
        <p:spPr>
          <a:xfrm>
            <a:off x="502920" y="1664208"/>
            <a:ext cx="502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1A1A2E"/>
                </a:solidFill>
                <a:latin typeface="Calibri"/>
              </a:rPr>
              <a:t>Time consuming (Labor intensive)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/>
              </a:rPr>
              <a:t>Structure complex </a:t>
            </a:r>
            <a:endParaRPr lang="en-US" sz="1200" b="1" i="0" dirty="0">
              <a:solidFill>
                <a:srgbClr val="1A1A2E"/>
              </a:solidFill>
              <a:latin typeface="Calibri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/>
              </a:rPr>
              <a:t>Accurate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59B989-D4C6-8FDA-DA3E-E2949626D349}"/>
              </a:ext>
            </a:extLst>
          </p:cNvPr>
          <p:cNvSpPr txBox="1"/>
          <p:nvPr/>
        </p:nvSpPr>
        <p:spPr>
          <a:xfrm>
            <a:off x="484632" y="2414016"/>
            <a:ext cx="5029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55656E"/>
                </a:solidFill>
                <a:latin typeface="Calibri"/>
              </a:rPr>
              <a:t>User specified, trial specified</a:t>
            </a:r>
            <a:endParaRPr sz="1000" b="0" i="0" dirty="0">
              <a:solidFill>
                <a:srgbClr val="55656E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A1548A-C2AD-38DC-7325-DF95D847E214}"/>
              </a:ext>
            </a:extLst>
          </p:cNvPr>
          <p:cNvSpPr txBox="1"/>
          <p:nvPr/>
        </p:nvSpPr>
        <p:spPr>
          <a:xfrm>
            <a:off x="580644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F3A61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0EBDBD-1940-5523-570C-4054ECAEEC74}"/>
              </a:ext>
            </a:extLst>
          </p:cNvPr>
          <p:cNvSpPr/>
          <p:nvPr/>
        </p:nvSpPr>
        <p:spPr>
          <a:xfrm>
            <a:off x="6446520" y="1170432"/>
            <a:ext cx="5422392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C86E7D-C3C3-1F86-1071-D17CB766E091}"/>
              </a:ext>
            </a:extLst>
          </p:cNvPr>
          <p:cNvSpPr/>
          <p:nvPr/>
        </p:nvSpPr>
        <p:spPr>
          <a:xfrm>
            <a:off x="6446520" y="1170432"/>
            <a:ext cx="73152" cy="2606040"/>
          </a:xfrm>
          <a:prstGeom prst="rect">
            <a:avLst/>
          </a:prstGeom>
          <a:solidFill>
            <a:srgbClr val="1B8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D640DE-7D5F-AACB-B9A8-15D4506CD176}"/>
              </a:ext>
            </a:extLst>
          </p:cNvPr>
          <p:cNvSpPr txBox="1"/>
          <p:nvPr/>
        </p:nvSpPr>
        <p:spPr>
          <a:xfrm>
            <a:off x="6629400" y="1243584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B873C"/>
                </a:solidFill>
                <a:latin typeface="Calibri"/>
              </a:rPr>
              <a:t>New</a:t>
            </a:r>
            <a:r>
              <a:rPr lang="en-US" sz="1200" b="1" i="0" dirty="0">
                <a:solidFill>
                  <a:srgbClr val="1B873C"/>
                </a:solidFill>
                <a:latin typeface="Calibri"/>
              </a:rPr>
              <a:t> Code (Kiro skill)</a:t>
            </a:r>
            <a:endParaRPr sz="1200" b="1" i="0" dirty="0">
              <a:solidFill>
                <a:srgbClr val="1B873C"/>
              </a:solidFill>
              <a:latin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B4530A-FF11-E1CE-DFC6-F1C0C18336F9}"/>
              </a:ext>
            </a:extLst>
          </p:cNvPr>
          <p:cNvSpPr txBox="1"/>
          <p:nvPr/>
        </p:nvSpPr>
        <p:spPr>
          <a:xfrm>
            <a:off x="6629400" y="1664208"/>
            <a:ext cx="502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1A1A2E"/>
                </a:solidFill>
                <a:latin typeface="Calibri"/>
              </a:rPr>
              <a:t>Efficient (User friendly)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/>
              </a:rPr>
              <a:t>Structure simple</a:t>
            </a:r>
            <a:endParaRPr lang="en-US" sz="1200" b="1" i="0" dirty="0">
              <a:solidFill>
                <a:srgbClr val="1A1A2E"/>
              </a:solidFill>
              <a:latin typeface="Calibri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1"/>
                </a:solidFill>
                <a:latin typeface="Calibri"/>
              </a:rPr>
              <a:t>Quality refinement in progress</a:t>
            </a:r>
            <a:endParaRPr sz="1200" b="1" i="0" dirty="0">
              <a:solidFill>
                <a:schemeClr val="accent1"/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1DBE1A-2C39-92AF-4611-C38F6356CB42}"/>
              </a:ext>
            </a:extLst>
          </p:cNvPr>
          <p:cNvSpPr txBox="1"/>
          <p:nvPr/>
        </p:nvSpPr>
        <p:spPr>
          <a:xfrm>
            <a:off x="6679692" y="2414015"/>
            <a:ext cx="5029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55656E"/>
                </a:solidFill>
              </a:rPr>
              <a:t>Well-defined, structured input format</a:t>
            </a:r>
            <a:endParaRPr sz="1000" b="0" i="0" dirty="0">
              <a:solidFill>
                <a:srgbClr val="55656E"/>
              </a:solidFill>
              <a:latin typeface="Calibri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6234E5-E7CE-5B49-4D0C-F0FC754FA925}"/>
              </a:ext>
            </a:extLst>
          </p:cNvPr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D06CAA-3D06-09C8-EB87-ABB928579521}"/>
              </a:ext>
            </a:extLst>
          </p:cNvPr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  <a:latin typeface="Calibri"/>
              </a:rPr>
              <a:t>Cunyi Wang  |  J&amp;J Supply Chain |  Aug 2026</a:t>
            </a:r>
          </a:p>
        </p:txBody>
      </p:sp>
    </p:spTree>
    <p:extLst>
      <p:ext uri="{BB962C8B-B14F-4D97-AF65-F5344CB8AC3E}">
        <p14:creationId xmlns:p14="http://schemas.microsoft.com/office/powerpoint/2010/main" val="1226185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2B1F1-225A-7F8C-3367-EB040F12B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6D87349-0DFE-34EF-90B6-C77249362E6C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B22CA5-68C8-05EA-E8A9-AB7178959BBE}"/>
              </a:ext>
            </a:extLst>
          </p:cNvPr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07DBF-A86C-9C44-978F-C5ED3A292C20}"/>
              </a:ext>
            </a:extLst>
          </p:cNvPr>
          <p:cNvSpPr txBox="1"/>
          <p:nvPr/>
        </p:nvSpPr>
        <p:spPr>
          <a:xfrm>
            <a:off x="384048" y="91440"/>
            <a:ext cx="9601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solidFill>
                  <a:srgbClr val="FFFFFF"/>
                </a:solidFill>
              </a:rPr>
              <a:t>Cross-Model Validation</a:t>
            </a:r>
          </a:p>
          <a:p>
            <a:pPr algn="l"/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6E1BD37-5E4E-E86F-2526-26F9B040F92D}"/>
              </a:ext>
            </a:extLst>
          </p:cNvPr>
          <p:cNvSpPr txBox="1"/>
          <p:nvPr/>
        </p:nvSpPr>
        <p:spPr>
          <a:xfrm>
            <a:off x="448200" y="1302624"/>
            <a:ext cx="4239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2E"/>
                </a:solidFill>
              </a:rPr>
              <a:t>Input parameters do not match exactly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1A1A2E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/>
              </a:rPr>
              <a:t>The logic may differ (underspecified rules in the spec)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1A1A2E"/>
              </a:solidFill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1A1A2E"/>
                </a:solidFill>
                <a:latin typeface="Calibri"/>
              </a:rPr>
              <a:t>Per</a:t>
            </a:r>
            <a:r>
              <a:rPr lang="en-US" sz="1600" dirty="0">
                <a:solidFill>
                  <a:srgbClr val="1A1A2E"/>
                </a:solidFill>
                <a:latin typeface="Calibri"/>
              </a:rPr>
              <a:t>formance metrics – </a:t>
            </a:r>
            <a:r>
              <a:rPr lang="en-US" altLang="zh-CN" sz="1600" dirty="0">
                <a:solidFill>
                  <a:srgbClr val="1A1A2E"/>
                </a:solidFill>
              </a:rPr>
              <a:t>stockout rate, waste rate and definitions</a:t>
            </a:r>
            <a:endParaRPr lang="en-US" sz="1600" dirty="0">
              <a:solidFill>
                <a:srgbClr val="1A1A2E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1A1A2E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/>
              </a:rPr>
              <a:t>Comparison level – shelf life, manufacturing schedule, safety stock</a:t>
            </a:r>
            <a:endParaRPr lang="en-US" sz="160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834408D-835C-6E58-26DE-0C875E83C54A}"/>
              </a:ext>
            </a:extLst>
          </p:cNvPr>
          <p:cNvSpPr/>
          <p:nvPr/>
        </p:nvSpPr>
        <p:spPr>
          <a:xfrm>
            <a:off x="320040" y="6035040"/>
            <a:ext cx="115214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498AB93-B848-6A96-2B00-885876574CD6}"/>
              </a:ext>
            </a:extLst>
          </p:cNvPr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19B04FD-6518-ABB3-F5C4-BC691A68E418}"/>
              </a:ext>
            </a:extLst>
          </p:cNvPr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  <a:latin typeface="Calibri"/>
              </a:rPr>
              <a:t>Cunyi Wang  |  J&amp;J Supply Chain |  Aug 2026</a:t>
            </a:r>
          </a:p>
        </p:txBody>
      </p:sp>
      <p:pic>
        <p:nvPicPr>
          <p:cNvPr id="2" name="内容占位符 6">
            <a:extLst>
              <a:ext uri="{FF2B5EF4-FFF2-40B4-BE49-F238E27FC236}">
                <a16:creationId xmlns:a16="http://schemas.microsoft.com/office/drawing/2014/main" id="{789C623F-698D-B138-D4CC-F9745229F6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8800" y="1063836"/>
            <a:ext cx="6357599" cy="495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078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D77C2-6717-A98B-4FA0-A3F70AFF8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374122-AE6B-ED65-0D25-3CFF582872E1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612B30-586E-2E3C-3215-AFB7445A116F}"/>
              </a:ext>
            </a:extLst>
          </p:cNvPr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A094F0-CED9-B44A-846C-33415A7ACF0A}"/>
              </a:ext>
            </a:extLst>
          </p:cNvPr>
          <p:cNvSpPr txBox="1"/>
          <p:nvPr/>
        </p:nvSpPr>
        <p:spPr>
          <a:xfrm>
            <a:off x="384048" y="91440"/>
            <a:ext cx="9601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solidFill>
                  <a:srgbClr val="FFFFFF"/>
                </a:solidFill>
              </a:rPr>
              <a:t>Cross-Model Validation</a:t>
            </a:r>
          </a:p>
          <a:p>
            <a:pPr algn="l"/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866594-DF07-B479-C593-CCB38F11DA2F}"/>
              </a:ext>
            </a:extLst>
          </p:cNvPr>
          <p:cNvSpPr txBox="1"/>
          <p:nvPr/>
        </p:nvSpPr>
        <p:spPr>
          <a:xfrm>
            <a:off x="448200" y="1302624"/>
            <a:ext cx="4239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2E"/>
                </a:solidFill>
              </a:rPr>
              <a:t>Input parameters do not match exactly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1A1A2E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/>
              </a:rPr>
              <a:t>The logic may differ (underspecified rules in the spec)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1A1A2E"/>
              </a:solidFill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1A1A2E"/>
                </a:solidFill>
                <a:latin typeface="Calibri"/>
              </a:rPr>
              <a:t>Per</a:t>
            </a:r>
            <a:r>
              <a:rPr lang="en-US" sz="1600" dirty="0">
                <a:solidFill>
                  <a:srgbClr val="1A1A2E"/>
                </a:solidFill>
                <a:latin typeface="Calibri"/>
              </a:rPr>
              <a:t>formance metrics – </a:t>
            </a:r>
            <a:r>
              <a:rPr lang="en-US" altLang="zh-CN" sz="1600" dirty="0">
                <a:solidFill>
                  <a:srgbClr val="1A1A2E"/>
                </a:solidFill>
              </a:rPr>
              <a:t>stockout rate, waste rate and definitions</a:t>
            </a:r>
            <a:endParaRPr lang="en-US" sz="1600" dirty="0">
              <a:solidFill>
                <a:srgbClr val="1A1A2E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1A1A2E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/>
              </a:rPr>
              <a:t>Comparison level – shelf life, manufacturing schedule, safety stock</a:t>
            </a:r>
            <a:endParaRPr lang="en-US" sz="160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7EBEB6B-2C2B-1BE7-2D3F-0AAF7DBECB10}"/>
              </a:ext>
            </a:extLst>
          </p:cNvPr>
          <p:cNvSpPr/>
          <p:nvPr/>
        </p:nvSpPr>
        <p:spPr>
          <a:xfrm>
            <a:off x="320040" y="6035040"/>
            <a:ext cx="115214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94E8E80-F421-DEAD-A1FE-68CEAEC71A2F}"/>
              </a:ext>
            </a:extLst>
          </p:cNvPr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54A2538-F315-57BE-7F98-78D31CB9DE63}"/>
              </a:ext>
            </a:extLst>
          </p:cNvPr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  <a:latin typeface="Calibri"/>
              </a:rPr>
              <a:t>Cunyi Wang  |  J&amp;J Supply Chain |  Aug 2026</a:t>
            </a:r>
          </a:p>
        </p:txBody>
      </p:sp>
      <p:pic>
        <p:nvPicPr>
          <p:cNvPr id="2" name="内容占位符 6">
            <a:extLst>
              <a:ext uri="{FF2B5EF4-FFF2-40B4-BE49-F238E27FC236}">
                <a16:creationId xmlns:a16="http://schemas.microsoft.com/office/drawing/2014/main" id="{3C051EEE-B901-2133-2960-151E156D18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8800" y="1063836"/>
            <a:ext cx="6357599" cy="495892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F27F607-DEEE-1E19-3CAB-136DB19DA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2800" y="525780"/>
            <a:ext cx="5883445" cy="588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721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96970-B0CF-2BA4-A9F6-045098940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8D79F7-998B-BFBD-8574-839972E1BAF3}"/>
              </a:ext>
            </a:extLst>
          </p:cNvPr>
          <p:cNvSpPr/>
          <p:nvPr/>
        </p:nvSpPr>
        <p:spPr>
          <a:xfrm>
            <a:off x="0" y="-461727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BEF341-2023-AE10-A6E3-4349207187AA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7ACC57-3BFE-5314-3EC4-BDB9625E14DA}"/>
              </a:ext>
            </a:extLst>
          </p:cNvPr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72A729-B237-6FFD-F0E1-9F4B19594CFC}"/>
              </a:ext>
            </a:extLst>
          </p:cNvPr>
          <p:cNvSpPr txBox="1"/>
          <p:nvPr/>
        </p:nvSpPr>
        <p:spPr>
          <a:xfrm>
            <a:off x="384048" y="9144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Constraints 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32DDCA-E089-4647-C753-6A05902E5CF6}"/>
              </a:ext>
            </a:extLst>
          </p:cNvPr>
          <p:cNvSpPr/>
          <p:nvPr/>
        </p:nvSpPr>
        <p:spPr>
          <a:xfrm>
            <a:off x="365760" y="1207007"/>
            <a:ext cx="502920" cy="4829151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315A6F-DF4C-EDE9-967D-AC18FB16FA57}"/>
              </a:ext>
            </a:extLst>
          </p:cNvPr>
          <p:cNvSpPr txBox="1"/>
          <p:nvPr/>
        </p:nvSpPr>
        <p:spPr>
          <a:xfrm>
            <a:off x="987552" y="1186415"/>
            <a:ext cx="10607040" cy="4439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5656E"/>
                </a:solidFill>
              </a:rPr>
              <a:t>How many languages can be placed on the label (dictates the available pool of kits per depot/country/site).</a:t>
            </a:r>
            <a:endParaRPr lang="zh-CN" altLang="zh-CN" sz="1600" dirty="0">
              <a:solidFill>
                <a:srgbClr val="55656E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5656E"/>
                </a:solidFill>
              </a:rPr>
              <a:t>Number of depots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5656E"/>
                </a:solidFill>
              </a:rPr>
              <a:t>Time required to clear customs within the country.</a:t>
            </a:r>
            <a:endParaRPr lang="zh-CN" altLang="zh-CN" sz="1600" dirty="0">
              <a:solidFill>
                <a:srgbClr val="55656E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5656E"/>
                </a:solidFill>
              </a:rPr>
              <a:t>Shelf life/expiry/damaged.</a:t>
            </a:r>
            <a:endParaRPr lang="zh-CN" altLang="zh-CN" sz="1600" dirty="0">
              <a:solidFill>
                <a:srgbClr val="55656E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5656E"/>
                </a:solidFill>
              </a:rPr>
              <a:t>Temperature restrictions (cold storage or room temperature)</a:t>
            </a:r>
            <a:endParaRPr lang="zh-CN" altLang="zh-CN" sz="1600" dirty="0">
              <a:solidFill>
                <a:srgbClr val="55656E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5656E"/>
                </a:solidFill>
              </a:rPr>
              <a:t>Expected patients/site (range, high enrollers, median, average)</a:t>
            </a:r>
            <a:endParaRPr lang="zh-CN" altLang="zh-CN" sz="1600" dirty="0">
              <a:solidFill>
                <a:srgbClr val="55656E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5656E"/>
                </a:solidFill>
              </a:rPr>
              <a:t>Central randomization, adaptive, by site</a:t>
            </a:r>
            <a:endParaRPr lang="zh-CN" altLang="zh-CN" sz="1600" dirty="0">
              <a:solidFill>
                <a:srgbClr val="55656E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5656E"/>
                </a:solidFill>
              </a:rPr>
              <a:t>Randomization block size</a:t>
            </a:r>
            <a:endParaRPr lang="zh-CN" altLang="zh-CN" sz="1600" dirty="0">
              <a:solidFill>
                <a:srgbClr val="55656E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5656E"/>
                </a:solidFill>
              </a:rPr>
              <a:t>Treatment allocation ratio</a:t>
            </a:r>
            <a:endParaRPr lang="zh-CN" altLang="zh-CN" sz="1600" dirty="0">
              <a:solidFill>
                <a:srgbClr val="55656E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5656E"/>
                </a:solidFill>
              </a:rPr>
              <a:t>If randomization is stratified, is the allocation ratio/</a:t>
            </a:r>
            <a:r>
              <a:rPr lang="en-US" altLang="zh-CN" sz="1600" dirty="0" err="1">
                <a:solidFill>
                  <a:srgbClr val="55656E"/>
                </a:solidFill>
              </a:rPr>
              <a:t>blocksize</a:t>
            </a:r>
            <a:r>
              <a:rPr lang="en-US" altLang="zh-CN" sz="1600" dirty="0">
                <a:solidFill>
                  <a:srgbClr val="55656E"/>
                </a:solidFill>
              </a:rPr>
              <a:t> the same across strata</a:t>
            </a:r>
            <a:endParaRPr lang="zh-CN" altLang="zh-CN" sz="1600" dirty="0">
              <a:solidFill>
                <a:srgbClr val="55656E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5656E"/>
                </a:solidFill>
              </a:rPr>
              <a:t>Time required from notification of resupply to actually getting drug to depot/site</a:t>
            </a:r>
            <a:endParaRPr lang="zh-CN" altLang="zh-CN" sz="1600" dirty="0">
              <a:solidFill>
                <a:srgbClr val="55656E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5656E"/>
                </a:solidFill>
              </a:rPr>
              <a:t>Safety stock level setting overtime</a:t>
            </a:r>
            <a:endParaRPr lang="zh-CN" altLang="zh-CN" sz="1600" dirty="0">
              <a:solidFill>
                <a:srgbClr val="55656E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5656E"/>
                </a:solidFill>
              </a:rPr>
              <a:t>Shipment frequency, which depends on the product types (e.g. small molecule products), the stocking cost, the product cost, demands</a:t>
            </a:r>
            <a:endParaRPr lang="zh-CN" altLang="zh-CN" sz="1600" dirty="0">
              <a:solidFill>
                <a:srgbClr val="55656E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5656E"/>
                </a:solidFill>
              </a:rPr>
              <a:t>Dose levels and titration may not always be well known at the beginning of a trial, particularly in trials when dose is based upon weight, body surface area or a patient lab results</a:t>
            </a:r>
            <a:endParaRPr lang="zh-CN" altLang="zh-CN" sz="1600" dirty="0">
              <a:solidFill>
                <a:srgbClr val="55656E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5656E"/>
                </a:solidFill>
              </a:rPr>
              <a:t>Drug is designated to a particular study/site or available to other studies/sites</a:t>
            </a:r>
            <a:endParaRPr lang="zh-CN" altLang="zh-CN" sz="1600" dirty="0">
              <a:solidFill>
                <a:srgbClr val="55656E"/>
              </a:solidFill>
            </a:endParaRPr>
          </a:p>
          <a:p>
            <a:pPr algn="l"/>
            <a:endParaRPr sz="1050" b="0" i="0" dirty="0">
              <a:solidFill>
                <a:srgbClr val="55656E"/>
              </a:solidFill>
              <a:latin typeface="Calibr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BCDB9D-020D-8C11-75C6-67AFA73A352C}"/>
              </a:ext>
            </a:extLst>
          </p:cNvPr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2BE7CE-4DBD-F93C-1049-5571A8CB668E}"/>
              </a:ext>
            </a:extLst>
          </p:cNvPr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  <a:latin typeface="Calibri"/>
              </a:rPr>
              <a:t>Cunyi Wang  |  J&amp;J Supply Chain |  Aug 2026</a:t>
            </a:r>
          </a:p>
        </p:txBody>
      </p:sp>
    </p:spTree>
    <p:extLst>
      <p:ext uri="{BB962C8B-B14F-4D97-AF65-F5344CB8AC3E}">
        <p14:creationId xmlns:p14="http://schemas.microsoft.com/office/powerpoint/2010/main" val="3230051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6A1B1-EB3B-A412-6CFF-BE19A351B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206508-F588-0CA9-7A87-593BA1806E75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BA23CE-9016-5359-5E18-D14F77C4298C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02EBD9-356B-8B06-EB2D-F7B58B9D8C0B}"/>
              </a:ext>
            </a:extLst>
          </p:cNvPr>
          <p:cNvSpPr/>
          <p:nvPr/>
        </p:nvSpPr>
        <p:spPr>
          <a:xfrm>
            <a:off x="18288" y="-3453"/>
            <a:ext cx="256032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B3204A-B841-B3AD-36A8-EFFF3601F85D}"/>
              </a:ext>
            </a:extLst>
          </p:cNvPr>
          <p:cNvSpPr txBox="1"/>
          <p:nvPr/>
        </p:nvSpPr>
        <p:spPr>
          <a:xfrm>
            <a:off x="384048" y="9144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S</a:t>
            </a:r>
            <a:r>
              <a:rPr lang="en-US" altLang="zh-CN" sz="2200" b="1" i="0" dirty="0">
                <a:solidFill>
                  <a:srgbClr val="FFFFFF"/>
                </a:solidFill>
                <a:latin typeface="Calibri"/>
              </a:rPr>
              <a:t>pec or Skill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43C3CD-8DEB-7357-058C-60F393243063}"/>
              </a:ext>
            </a:extLst>
          </p:cNvPr>
          <p:cNvSpPr/>
          <p:nvPr/>
        </p:nvSpPr>
        <p:spPr>
          <a:xfrm>
            <a:off x="320040" y="1170432"/>
            <a:ext cx="5349240" cy="243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6984D2-BC60-DEEF-C3E8-C4C9BC2F1D8D}"/>
              </a:ext>
            </a:extLst>
          </p:cNvPr>
          <p:cNvSpPr/>
          <p:nvPr/>
        </p:nvSpPr>
        <p:spPr>
          <a:xfrm>
            <a:off x="304979" y="1170432"/>
            <a:ext cx="79069" cy="24327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BFD814-9F5F-1A20-F9A8-F386A8B9A823}"/>
              </a:ext>
            </a:extLst>
          </p:cNvPr>
          <p:cNvSpPr txBox="1"/>
          <p:nvPr/>
        </p:nvSpPr>
        <p:spPr>
          <a:xfrm>
            <a:off x="502920" y="1243584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CC0000"/>
                </a:solidFill>
                <a:latin typeface="Calibri"/>
              </a:rPr>
              <a:t>Spec </a:t>
            </a:r>
            <a:r>
              <a:rPr lang="en-US" altLang="zh-CN" sz="1200" b="1" dirty="0">
                <a:solidFill>
                  <a:srgbClr val="C00000"/>
                </a:solidFill>
              </a:rPr>
              <a:t>— "What this specific task requires"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A5A413-0280-710B-BBD8-5C3317097F1A}"/>
              </a:ext>
            </a:extLst>
          </p:cNvPr>
          <p:cNvSpPr txBox="1"/>
          <p:nvPr/>
        </p:nvSpPr>
        <p:spPr>
          <a:xfrm>
            <a:off x="502920" y="1664208"/>
            <a:ext cx="5029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1A1A2E"/>
                </a:solidFill>
              </a:rPr>
              <a:t>A spec is a task-level requirements document. </a:t>
            </a:r>
          </a:p>
          <a:p>
            <a:r>
              <a:rPr lang="en-US" sz="1200" dirty="0">
                <a:solidFill>
                  <a:srgbClr val="1A1A2E"/>
                </a:solidFill>
              </a:rPr>
              <a:t>Content:</a:t>
            </a:r>
          </a:p>
          <a:p>
            <a:endParaRPr lang="en-US" sz="1200" dirty="0">
              <a:solidFill>
                <a:srgbClr val="1A1A2E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Trial design, e.g. number of pts, arms, arm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Kit configuration, e.g. kit types, quantity per visit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Supply chain structure, e.g. number of sites, depot hierarchy lead times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Replenishment parameters, e.g. min/max threshold, initial inventory levels, manufacturing batch and interval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Regulatory, e.g. DND window, whether FEFO is mandatory, blinding design</a:t>
            </a:r>
          </a:p>
          <a:p>
            <a:endParaRPr lang="en-US" sz="1200" dirty="0">
              <a:solidFill>
                <a:srgbClr val="1A1A2E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7BE029-7C88-55AB-5C09-6D3FF329C06F}"/>
              </a:ext>
            </a:extLst>
          </p:cNvPr>
          <p:cNvSpPr txBox="1"/>
          <p:nvPr/>
        </p:nvSpPr>
        <p:spPr>
          <a:xfrm>
            <a:off x="580644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F3A61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04FCCD-112C-550B-9E5B-27C7926B8B8E}"/>
              </a:ext>
            </a:extLst>
          </p:cNvPr>
          <p:cNvSpPr/>
          <p:nvPr/>
        </p:nvSpPr>
        <p:spPr>
          <a:xfrm>
            <a:off x="6446520" y="1170432"/>
            <a:ext cx="5422392" cy="243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FB0EC2-C4D3-6D7F-4825-7430A1A1F547}"/>
              </a:ext>
            </a:extLst>
          </p:cNvPr>
          <p:cNvSpPr/>
          <p:nvPr/>
        </p:nvSpPr>
        <p:spPr>
          <a:xfrm>
            <a:off x="6446520" y="1170432"/>
            <a:ext cx="82296" cy="2432768"/>
          </a:xfrm>
          <a:prstGeom prst="rect">
            <a:avLst/>
          </a:prstGeom>
          <a:solidFill>
            <a:srgbClr val="1B8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C3C65B-C368-67E9-2B7D-3BAC182D4A9A}"/>
              </a:ext>
            </a:extLst>
          </p:cNvPr>
          <p:cNvSpPr txBox="1"/>
          <p:nvPr/>
        </p:nvSpPr>
        <p:spPr>
          <a:xfrm>
            <a:off x="6629400" y="1243584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1B873C"/>
                </a:solidFill>
              </a:rPr>
              <a:t>Skill— “How to do it and lessons learned"</a:t>
            </a:r>
            <a:endParaRPr sz="1200" b="1" i="0" dirty="0">
              <a:solidFill>
                <a:srgbClr val="1B873C"/>
              </a:solidFill>
              <a:latin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66E9DA-CA33-1CB3-7E8E-36F76F3A56C2}"/>
              </a:ext>
            </a:extLst>
          </p:cNvPr>
          <p:cNvSpPr txBox="1"/>
          <p:nvPr/>
        </p:nvSpPr>
        <p:spPr>
          <a:xfrm>
            <a:off x="6629400" y="1664208"/>
            <a:ext cx="5029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1A1A2E"/>
                </a:solidFill>
              </a:rPr>
              <a:t>Information that is reusable across trials — patterns and lessons learned</a:t>
            </a:r>
          </a:p>
          <a:p>
            <a:endParaRPr lang="en-US" sz="1200" dirty="0">
              <a:solidFill>
                <a:srgbClr val="1A1A2E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Known bugs &amp; fixes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KPI definitions &amp; calculation methods, e.g. waste rate, stockout rate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Tuning parameters, e.g. temperature, languages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Structural supply risk, e.g. 7.5 ml Q2W is the most vulnerable link, CN depot is most shelf-life sensitive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E25C5F-D9D1-EFB5-286C-25E69BB18EFE}"/>
              </a:ext>
            </a:extLst>
          </p:cNvPr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AAE9A1-8205-4DC3-911D-09E4FE0A6D82}"/>
              </a:ext>
            </a:extLst>
          </p:cNvPr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  <a:latin typeface="Calibri"/>
              </a:rPr>
              <a:t>Cunyi Wang  |  J&amp;J Supply Chain |  Aug 2026</a:t>
            </a:r>
          </a:p>
        </p:txBody>
      </p:sp>
    </p:spTree>
    <p:extLst>
      <p:ext uri="{BB962C8B-B14F-4D97-AF65-F5344CB8AC3E}">
        <p14:creationId xmlns:p14="http://schemas.microsoft.com/office/powerpoint/2010/main" val="3929154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FFFFFF"/>
                </a:solidFill>
                <a:latin typeface="Calibri"/>
              </a:rPr>
              <a:t>Future Work</a:t>
            </a:r>
            <a:endParaRPr sz="3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786384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09344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E8F0FE"/>
                </a:solidFill>
                <a:latin typeface="Calibri"/>
              </a:rPr>
              <a:t>🔧  </a:t>
            </a:r>
            <a:r>
              <a:rPr sz="1600" b="1" i="0" dirty="0">
                <a:solidFill>
                  <a:srgbClr val="E8F0FE"/>
                </a:solidFill>
                <a:latin typeface="Calibri"/>
              </a:rPr>
              <a:t>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609344"/>
            <a:ext cx="8732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A structured template to systematically document all information required for the CSC simulation</a:t>
            </a:r>
            <a:endParaRPr sz="16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5800" y="2395728"/>
            <a:ext cx="10789920" cy="786384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523744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E8F0FE"/>
                </a:solidFill>
                <a:latin typeface="Calibri"/>
              </a:rPr>
              <a:t>📊  </a:t>
            </a:r>
            <a:r>
              <a:rPr sz="1600" b="1" i="0" dirty="0">
                <a:solidFill>
                  <a:srgbClr val="E8F0FE"/>
                </a:solidFill>
                <a:latin typeface="Calibri"/>
              </a:rPr>
              <a:t>Quantified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523744"/>
            <a:ext cx="8732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A production-ready Kiro skill capable of generating accurate results with minimal manual effort</a:t>
            </a:r>
            <a:endParaRPr sz="16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" y="3310128"/>
            <a:ext cx="10789920" cy="786384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3417729"/>
            <a:ext cx="18013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E8F0FE"/>
                </a:solidFill>
                <a:latin typeface="Calibri"/>
              </a:rPr>
              <a:t>🐛  </a:t>
            </a:r>
            <a:r>
              <a:rPr sz="1600" b="1" i="0" dirty="0">
                <a:solidFill>
                  <a:srgbClr val="E8F0FE"/>
                </a:solidFill>
                <a:latin typeface="Calibri"/>
              </a:rPr>
              <a:t>Discovered &amp; Fixed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438144"/>
            <a:ext cx="8732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A tool designed to verify and validate simulation outputs against predefined rules</a:t>
            </a:r>
            <a:endParaRPr sz="16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5800" y="4224528"/>
            <a:ext cx="10789920" cy="786384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4352544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E8F0FE"/>
                </a:solidFill>
                <a:latin typeface="Calibri"/>
              </a:rPr>
              <a:t>📐  </a:t>
            </a:r>
            <a:r>
              <a:rPr sz="1600" b="1" i="0" dirty="0">
                <a:solidFill>
                  <a:srgbClr val="E8F0FE"/>
                </a:solidFill>
                <a:latin typeface="Calibri"/>
              </a:rPr>
              <a:t>Redesigned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352544"/>
            <a:ext cx="8732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rgbClr val="FFFFFF"/>
                </a:solidFill>
                <a:latin typeface="Calibri"/>
              </a:rPr>
              <a:t>A dynamic simulation</a:t>
            </a:r>
            <a:r>
              <a:rPr lang="en-US" sz="1600" dirty="0">
                <a:solidFill>
                  <a:srgbClr val="FFFFFF"/>
                </a:solidFill>
                <a:latin typeface="Calibri"/>
              </a:rPr>
              <a:t> model</a:t>
            </a:r>
            <a:endParaRPr sz="16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85800" y="5138928"/>
            <a:ext cx="10789920" cy="786384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5266944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E8F0FE"/>
                </a:solidFill>
                <a:latin typeface="Calibri"/>
              </a:rPr>
              <a:t>🔍  </a:t>
            </a:r>
            <a:r>
              <a:rPr lang="en-US" sz="1600" b="1" dirty="0">
                <a:solidFill>
                  <a:srgbClr val="E8F0FE"/>
                </a:solidFill>
                <a:latin typeface="Calibri"/>
              </a:rPr>
              <a:t>Others</a:t>
            </a:r>
            <a:endParaRPr sz="1600" b="1" i="0" dirty="0">
              <a:solidFill>
                <a:srgbClr val="E8F0FE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  <a:latin typeface="Calibri"/>
              </a:rPr>
              <a:t>Cunyi Wang  |  J&amp;J Supply Chain |  Aug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2011680"/>
            <a:ext cx="10789920" cy="292608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21284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9067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8F0FE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703320"/>
            <a:ext cx="3959352" cy="502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886200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55656E"/>
                </a:solidFill>
                <a:latin typeface="Calibri"/>
              </a:rPr>
              <a:t>Cunyi Wang  |  J&amp;J Supply Chain |  August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  <a:latin typeface="Calibri"/>
              </a:rPr>
              <a:t>Cunyi Wang  |  J&amp;J Supply Chain |  Aug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7D318-4DD4-3140-8F54-96112BAA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8A7E31-0189-678B-93B2-D97C6EDA88C6}"/>
              </a:ext>
            </a:extLst>
          </p:cNvPr>
          <p:cNvSpPr/>
          <p:nvPr/>
        </p:nvSpPr>
        <p:spPr>
          <a:xfrm>
            <a:off x="0" y="-461727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51C1DE-3335-AB7E-9CEC-234065686825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2D5D7C-0727-8C09-96EF-7A5DFBAB7AB5}"/>
              </a:ext>
            </a:extLst>
          </p:cNvPr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65BE3D-AB8E-C37E-2908-74D41A9463B1}"/>
              </a:ext>
            </a:extLst>
          </p:cNvPr>
          <p:cNvSpPr txBox="1"/>
          <p:nvPr/>
        </p:nvSpPr>
        <p:spPr>
          <a:xfrm>
            <a:off x="384048" y="9144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Cross model validation – cover (site level)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 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E8A841-146B-5C0D-FA11-FDE67DF08A69}"/>
              </a:ext>
            </a:extLst>
          </p:cNvPr>
          <p:cNvSpPr/>
          <p:nvPr/>
        </p:nvSpPr>
        <p:spPr>
          <a:xfrm>
            <a:off x="365760" y="1207007"/>
            <a:ext cx="502920" cy="4829151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6B6CA9-D6DB-7F2D-E04B-A89BC94CE0E6}"/>
              </a:ext>
            </a:extLst>
          </p:cNvPr>
          <p:cNvSpPr txBox="1"/>
          <p:nvPr/>
        </p:nvSpPr>
        <p:spPr>
          <a:xfrm>
            <a:off x="1014984" y="1247945"/>
            <a:ext cx="343814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>
                <a:solidFill>
                  <a:srgbClr val="55656E"/>
                </a:solidFill>
                <a:latin typeface="Calibri"/>
              </a:rPr>
              <a:t>Shelf life =720</a:t>
            </a:r>
          </a:p>
          <a:p>
            <a:pPr algn="l"/>
            <a:endParaRPr lang="en-US" sz="1050" b="0" i="0" dirty="0">
              <a:solidFill>
                <a:srgbClr val="55656E"/>
              </a:solidFill>
              <a:latin typeface="Calibri"/>
            </a:endParaRPr>
          </a:p>
          <a:p>
            <a:r>
              <a:rPr lang="en-US" sz="1050" dirty="0" err="1">
                <a:solidFill>
                  <a:srgbClr val="55656E"/>
                </a:solidFill>
              </a:rPr>
              <a:t>mfg_cycle_cover_days</a:t>
            </a:r>
            <a:r>
              <a:rPr lang="en-US" sz="1050" dirty="0">
                <a:solidFill>
                  <a:srgbClr val="55656E"/>
                </a:solidFill>
              </a:rPr>
              <a:t>=</a:t>
            </a:r>
            <a:r>
              <a:rPr lang="en-US" sz="1050" dirty="0">
                <a:solidFill>
                  <a:srgbClr val="55656E"/>
                </a:solidFill>
                <a:latin typeface="Calibri"/>
              </a:rPr>
              <a:t>75, 150, 200</a:t>
            </a:r>
            <a:endParaRPr sz="1050" b="0" i="0" dirty="0">
              <a:solidFill>
                <a:srgbClr val="55656E"/>
              </a:solidFill>
              <a:latin typeface="Calibr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FCC0C1-95EE-1398-8D23-9604D20CA7A0}"/>
              </a:ext>
            </a:extLst>
          </p:cNvPr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5C84AB-6EBC-C1FC-A2D1-DBE823D1F020}"/>
              </a:ext>
            </a:extLst>
          </p:cNvPr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  <a:latin typeface="Calibri"/>
              </a:rPr>
              <a:t>Cunyi Wang  |  J&amp;J Supply Chain |  Aug 2026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4B98E64-9303-2408-D665-498C65DE8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166" y="943107"/>
            <a:ext cx="6897899" cy="535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725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5EAFF-EBA9-47BD-4654-CE9153000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D11A04-4C3C-9FB1-BE4B-73D01895FA31}"/>
              </a:ext>
            </a:extLst>
          </p:cNvPr>
          <p:cNvSpPr/>
          <p:nvPr/>
        </p:nvSpPr>
        <p:spPr>
          <a:xfrm>
            <a:off x="0" y="-461727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5DCF1C-A514-0172-DBC5-F675FEA302D9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BE54E-762F-C75D-FA39-A3DC77A9901C}"/>
              </a:ext>
            </a:extLst>
          </p:cNvPr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BEA172-05A0-2708-847A-B1B00A9874D5}"/>
              </a:ext>
            </a:extLst>
          </p:cNvPr>
          <p:cNvSpPr txBox="1"/>
          <p:nvPr/>
        </p:nvSpPr>
        <p:spPr>
          <a:xfrm>
            <a:off x="384048" y="9144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Cross model validation – cover (depot level)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 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A3C5D7-634C-77FC-095F-19286D0C9F05}"/>
              </a:ext>
            </a:extLst>
          </p:cNvPr>
          <p:cNvSpPr/>
          <p:nvPr/>
        </p:nvSpPr>
        <p:spPr>
          <a:xfrm>
            <a:off x="365760" y="1207007"/>
            <a:ext cx="502920" cy="4829151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08C015-48D0-0EEF-15E0-E715C24B38C1}"/>
              </a:ext>
            </a:extLst>
          </p:cNvPr>
          <p:cNvSpPr txBox="1"/>
          <p:nvPr/>
        </p:nvSpPr>
        <p:spPr>
          <a:xfrm>
            <a:off x="1014984" y="1247945"/>
            <a:ext cx="343814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>
                <a:solidFill>
                  <a:srgbClr val="55656E"/>
                </a:solidFill>
                <a:latin typeface="Calibri"/>
              </a:rPr>
              <a:t>Shelf life =720</a:t>
            </a:r>
          </a:p>
          <a:p>
            <a:pPr algn="l"/>
            <a:endParaRPr lang="en-US" sz="1050" b="0" i="0" dirty="0">
              <a:solidFill>
                <a:srgbClr val="55656E"/>
              </a:solidFill>
              <a:latin typeface="Calibri"/>
            </a:endParaRPr>
          </a:p>
          <a:p>
            <a:r>
              <a:rPr lang="en-US" sz="1050" dirty="0" err="1">
                <a:solidFill>
                  <a:srgbClr val="55656E"/>
                </a:solidFill>
              </a:rPr>
              <a:t>mfg_cycle_cover_days</a:t>
            </a:r>
            <a:r>
              <a:rPr lang="en-US" sz="1050" dirty="0">
                <a:solidFill>
                  <a:srgbClr val="55656E"/>
                </a:solidFill>
              </a:rPr>
              <a:t>=</a:t>
            </a:r>
            <a:r>
              <a:rPr lang="en-US" sz="1050" dirty="0">
                <a:solidFill>
                  <a:srgbClr val="55656E"/>
                </a:solidFill>
                <a:latin typeface="Calibri"/>
              </a:rPr>
              <a:t>75, 150, 200</a:t>
            </a:r>
            <a:endParaRPr sz="1050" b="0" i="0" dirty="0">
              <a:solidFill>
                <a:srgbClr val="55656E"/>
              </a:solidFill>
              <a:latin typeface="Calibr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3191E2-375E-1215-F940-DE9288AA1478}"/>
              </a:ext>
            </a:extLst>
          </p:cNvPr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802FA4-50F3-1205-365F-8F1A95A3F725}"/>
              </a:ext>
            </a:extLst>
          </p:cNvPr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  <a:latin typeface="Calibri"/>
              </a:rPr>
              <a:t>Cunyi Wang  |  J&amp;J Supply Chain |  Aug 2026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2C83010-80D0-6042-FCA6-F3A50FDEC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630" y="1057748"/>
            <a:ext cx="6689536" cy="519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202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E5010-AA4E-B0D6-680D-C8CEA79C6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0EAE727-9A9C-86D1-4B16-0A877332F736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A963D9-C95B-963A-3726-CCE1085EA11C}"/>
              </a:ext>
            </a:extLst>
          </p:cNvPr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31500C-8A95-22F5-3909-6A8460764ED6}"/>
              </a:ext>
            </a:extLst>
          </p:cNvPr>
          <p:cNvSpPr txBox="1"/>
          <p:nvPr/>
        </p:nvSpPr>
        <p:spPr>
          <a:xfrm>
            <a:off x="384048" y="9144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Cross model validation – cover (site level)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 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4868D6-6E25-E3C4-8FC4-BCDD8988BAB5}"/>
              </a:ext>
            </a:extLst>
          </p:cNvPr>
          <p:cNvSpPr/>
          <p:nvPr/>
        </p:nvSpPr>
        <p:spPr>
          <a:xfrm>
            <a:off x="365760" y="1207007"/>
            <a:ext cx="502920" cy="4829151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46C3A1-C21B-76DD-BB5C-EDB0D93E753B}"/>
              </a:ext>
            </a:extLst>
          </p:cNvPr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BD2EC5-D483-CC81-29D1-5A18401C8A89}"/>
              </a:ext>
            </a:extLst>
          </p:cNvPr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  <a:latin typeface="Calibri"/>
              </a:rPr>
              <a:t>Cunyi Wang  |  J&amp;J Supply Chain |  Aug 2026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359CFEC-61DA-6D61-0D19-E59D3AE3D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908" y="1207007"/>
            <a:ext cx="6647728" cy="5165141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827A30A8-6E0D-6D52-34D0-3853761590A5}"/>
              </a:ext>
            </a:extLst>
          </p:cNvPr>
          <p:cNvSpPr txBox="1"/>
          <p:nvPr/>
        </p:nvSpPr>
        <p:spPr>
          <a:xfrm>
            <a:off x="1014984" y="1247945"/>
            <a:ext cx="34381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 err="1">
                <a:solidFill>
                  <a:srgbClr val="55656E"/>
                </a:solidFill>
              </a:rPr>
              <a:t>mfg_cycle_cover_days</a:t>
            </a:r>
            <a:r>
              <a:rPr lang="en-US" sz="1050" dirty="0">
                <a:solidFill>
                  <a:srgbClr val="55656E"/>
                </a:solidFill>
              </a:rPr>
              <a:t>=</a:t>
            </a:r>
            <a:r>
              <a:rPr lang="en-US" sz="1050" dirty="0">
                <a:solidFill>
                  <a:srgbClr val="55656E"/>
                </a:solidFill>
                <a:latin typeface="Calibri"/>
              </a:rPr>
              <a:t>150</a:t>
            </a:r>
          </a:p>
          <a:p>
            <a:endParaRPr lang="en-US" sz="1050" b="0" i="0" dirty="0">
              <a:solidFill>
                <a:srgbClr val="55656E"/>
              </a:solidFill>
              <a:latin typeface="Calibri"/>
            </a:endParaRPr>
          </a:p>
          <a:p>
            <a:r>
              <a:rPr lang="en-US" altLang="zh-CN" sz="1050" dirty="0">
                <a:solidFill>
                  <a:srgbClr val="55656E"/>
                </a:solidFill>
              </a:rPr>
              <a:t>Shelf life =500, 720, 1000</a:t>
            </a:r>
          </a:p>
          <a:p>
            <a:endParaRPr sz="1050" b="0" i="0" dirty="0">
              <a:solidFill>
                <a:srgbClr val="55656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4982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77DB8-4E03-803A-9245-4453AFD6B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3136E4-BFA8-0F8D-10B9-EBBCBE397545}"/>
              </a:ext>
            </a:extLst>
          </p:cNvPr>
          <p:cNvSpPr/>
          <p:nvPr/>
        </p:nvSpPr>
        <p:spPr>
          <a:xfrm>
            <a:off x="0" y="-461727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2B0C97-E3E3-C361-8550-296ED5247895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959BCC-EC9C-E5FE-93DE-685D8F861A7D}"/>
              </a:ext>
            </a:extLst>
          </p:cNvPr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356FF0-6DE6-40BB-DDA2-2710C68F172D}"/>
              </a:ext>
            </a:extLst>
          </p:cNvPr>
          <p:cNvSpPr txBox="1"/>
          <p:nvPr/>
        </p:nvSpPr>
        <p:spPr>
          <a:xfrm>
            <a:off x="384048" y="9144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Cross model validation – cover (depot level)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 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8C51B4-599F-EFF2-3C85-3FE0CBDB7E61}"/>
              </a:ext>
            </a:extLst>
          </p:cNvPr>
          <p:cNvSpPr/>
          <p:nvPr/>
        </p:nvSpPr>
        <p:spPr>
          <a:xfrm>
            <a:off x="365760" y="1207007"/>
            <a:ext cx="502920" cy="4829151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554E0B-1F79-03CE-7E33-118FD14B7104}"/>
              </a:ext>
            </a:extLst>
          </p:cNvPr>
          <p:cNvSpPr txBox="1"/>
          <p:nvPr/>
        </p:nvSpPr>
        <p:spPr>
          <a:xfrm>
            <a:off x="1014984" y="1247945"/>
            <a:ext cx="34381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 err="1">
                <a:solidFill>
                  <a:srgbClr val="55656E"/>
                </a:solidFill>
              </a:rPr>
              <a:t>mfg_cycle_cover_days</a:t>
            </a:r>
            <a:r>
              <a:rPr lang="en-US" sz="1050" dirty="0">
                <a:solidFill>
                  <a:srgbClr val="55656E"/>
                </a:solidFill>
              </a:rPr>
              <a:t>=</a:t>
            </a:r>
            <a:r>
              <a:rPr lang="en-US" sz="1050" dirty="0">
                <a:solidFill>
                  <a:srgbClr val="55656E"/>
                </a:solidFill>
                <a:latin typeface="Calibri"/>
              </a:rPr>
              <a:t>150</a:t>
            </a:r>
          </a:p>
          <a:p>
            <a:endParaRPr lang="en-US" sz="1050" b="0" i="0" dirty="0">
              <a:solidFill>
                <a:srgbClr val="55656E"/>
              </a:solidFill>
              <a:latin typeface="Calibri"/>
            </a:endParaRPr>
          </a:p>
          <a:p>
            <a:r>
              <a:rPr lang="en-US" altLang="zh-CN" sz="1050" dirty="0">
                <a:solidFill>
                  <a:srgbClr val="55656E"/>
                </a:solidFill>
              </a:rPr>
              <a:t>Shelf life =500, 720, 1000</a:t>
            </a:r>
          </a:p>
          <a:p>
            <a:endParaRPr sz="1050" b="0" i="0" dirty="0">
              <a:solidFill>
                <a:srgbClr val="55656E"/>
              </a:solidFill>
              <a:latin typeface="Calibr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43B53F-1B85-6DB4-E001-4EAA9AF41DBC}"/>
              </a:ext>
            </a:extLst>
          </p:cNvPr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F0F222-962C-FA96-2B5A-47E4F4FF8D0A}"/>
              </a:ext>
            </a:extLst>
          </p:cNvPr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  <a:latin typeface="Calibri"/>
              </a:rPr>
              <a:t>Cunyi Wang  |  J&amp;J Supply Chain |  Aug 2026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F1704C8-1724-4E4B-B1F8-13C6AFDCD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4765" y="1009488"/>
            <a:ext cx="7054060" cy="547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826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DFA59-3135-7822-52A7-3FE2988CF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F962B7-FBF6-49A6-970F-0C94A928B151}"/>
              </a:ext>
            </a:extLst>
          </p:cNvPr>
          <p:cNvSpPr/>
          <p:nvPr/>
        </p:nvSpPr>
        <p:spPr>
          <a:xfrm>
            <a:off x="0" y="-461727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49FB99-4AD2-92BB-9EDB-A10836BDD04D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71FA1C-6D35-CDEC-C768-EDE708BF41BE}"/>
              </a:ext>
            </a:extLst>
          </p:cNvPr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B3A30-8C59-6988-3650-893E061DFB0C}"/>
              </a:ext>
            </a:extLst>
          </p:cNvPr>
          <p:cNvSpPr txBox="1"/>
          <p:nvPr/>
        </p:nvSpPr>
        <p:spPr>
          <a:xfrm>
            <a:off x="384048" y="9144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Cross model validation – cover (site level)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 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A81DBE-E808-E1D0-F590-1958ED201504}"/>
              </a:ext>
            </a:extLst>
          </p:cNvPr>
          <p:cNvSpPr/>
          <p:nvPr/>
        </p:nvSpPr>
        <p:spPr>
          <a:xfrm>
            <a:off x="365760" y="1207007"/>
            <a:ext cx="502920" cy="4829151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630750-2B04-5281-3B14-B618AEE99FD7}"/>
              </a:ext>
            </a:extLst>
          </p:cNvPr>
          <p:cNvSpPr txBox="1"/>
          <p:nvPr/>
        </p:nvSpPr>
        <p:spPr>
          <a:xfrm>
            <a:off x="1014984" y="1247945"/>
            <a:ext cx="3438144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>
                <a:solidFill>
                  <a:srgbClr val="55656E"/>
                </a:solidFill>
                <a:latin typeface="Calibri"/>
              </a:rPr>
              <a:t>Shelf life =720</a:t>
            </a:r>
          </a:p>
          <a:p>
            <a:pPr algn="l"/>
            <a:endParaRPr lang="en-US" sz="1050" b="0" i="0" dirty="0">
              <a:solidFill>
                <a:srgbClr val="55656E"/>
              </a:solidFill>
              <a:latin typeface="Calibri"/>
            </a:endParaRPr>
          </a:p>
          <a:p>
            <a:r>
              <a:rPr lang="en-US" sz="1050" dirty="0" err="1">
                <a:solidFill>
                  <a:srgbClr val="55656E"/>
                </a:solidFill>
              </a:rPr>
              <a:t>mfg_cycle_cover_days</a:t>
            </a:r>
            <a:r>
              <a:rPr lang="en-US" sz="1050" dirty="0">
                <a:solidFill>
                  <a:srgbClr val="55656E"/>
                </a:solidFill>
              </a:rPr>
              <a:t>=</a:t>
            </a:r>
            <a:r>
              <a:rPr lang="en-US" sz="1050" dirty="0">
                <a:solidFill>
                  <a:srgbClr val="55656E"/>
                </a:solidFill>
                <a:latin typeface="Calibri"/>
              </a:rPr>
              <a:t>150</a:t>
            </a:r>
          </a:p>
          <a:p>
            <a:endParaRPr lang="en-US" sz="1050" b="0" i="0" dirty="0">
              <a:solidFill>
                <a:srgbClr val="55656E"/>
              </a:solidFill>
              <a:latin typeface="Calibri"/>
            </a:endParaRPr>
          </a:p>
          <a:p>
            <a:r>
              <a:rPr lang="en-US" sz="1050" dirty="0">
                <a:solidFill>
                  <a:srgbClr val="55656E"/>
                </a:solidFill>
                <a:latin typeface="Calibri"/>
              </a:rPr>
              <a:t>CN Target Cover Days =60,90,120</a:t>
            </a:r>
          </a:p>
          <a:p>
            <a:endParaRPr lang="en-US" sz="1050" b="0" i="0" dirty="0">
              <a:solidFill>
                <a:srgbClr val="55656E"/>
              </a:solidFill>
              <a:latin typeface="Calibri"/>
            </a:endParaRPr>
          </a:p>
          <a:p>
            <a:r>
              <a:rPr lang="en-US" sz="1050">
                <a:solidFill>
                  <a:srgbClr val="55656E"/>
                </a:solidFill>
                <a:latin typeface="Calibri"/>
              </a:rPr>
              <a:t>No impacts</a:t>
            </a:r>
            <a:endParaRPr sz="1050" b="0" i="0" dirty="0">
              <a:solidFill>
                <a:srgbClr val="55656E"/>
              </a:solidFill>
              <a:latin typeface="Calibr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462605-F851-B4C7-2D1C-9D4F7EEE09B6}"/>
              </a:ext>
            </a:extLst>
          </p:cNvPr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0E746E-A6B6-35EE-85DD-5227C56133C4}"/>
              </a:ext>
            </a:extLst>
          </p:cNvPr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  <a:latin typeface="Calibri"/>
              </a:rPr>
              <a:t>Cunyi Wang  |  J&amp;J Supply Chain |  Aug 2026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560E456-4896-78F4-D1E9-1BA0E8734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051560"/>
            <a:ext cx="6882143" cy="534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20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03715-D686-C063-678E-78DB6A0A9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CABA1B-4FEB-8466-B745-11696517418B}"/>
              </a:ext>
            </a:extLst>
          </p:cNvPr>
          <p:cNvSpPr/>
          <p:nvPr/>
        </p:nvSpPr>
        <p:spPr>
          <a:xfrm>
            <a:off x="0" y="-461727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8D4898-653B-7205-2E05-EA55C1492ADB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78324B-4B16-6E35-C599-394249CF35EC}"/>
              </a:ext>
            </a:extLst>
          </p:cNvPr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46314-4E0C-CF04-F51A-C21DEAC02188}"/>
              </a:ext>
            </a:extLst>
          </p:cNvPr>
          <p:cNvSpPr txBox="1"/>
          <p:nvPr/>
        </p:nvSpPr>
        <p:spPr>
          <a:xfrm>
            <a:off x="384048" y="9144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Cross model validation – cover (depot level)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 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A170E8-6219-82A3-08F7-E86942FB0859}"/>
              </a:ext>
            </a:extLst>
          </p:cNvPr>
          <p:cNvSpPr/>
          <p:nvPr/>
        </p:nvSpPr>
        <p:spPr>
          <a:xfrm>
            <a:off x="365760" y="1207007"/>
            <a:ext cx="502920" cy="4829151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B453DDA-B367-2737-7C26-21178551DCF0}"/>
              </a:ext>
            </a:extLst>
          </p:cNvPr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9A1780-148C-014E-2183-DA52FB056DD7}"/>
              </a:ext>
            </a:extLst>
          </p:cNvPr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  <a:latin typeface="Calibri"/>
              </a:rPr>
              <a:t>Cunyi Wang  |  J&amp;J Supply Chain |  Aug 2026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851DDEDF-1CB9-2B89-7250-377A3111CE54}"/>
              </a:ext>
            </a:extLst>
          </p:cNvPr>
          <p:cNvSpPr txBox="1"/>
          <p:nvPr/>
        </p:nvSpPr>
        <p:spPr>
          <a:xfrm>
            <a:off x="1014984" y="1247945"/>
            <a:ext cx="3438144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>
                <a:solidFill>
                  <a:srgbClr val="55656E"/>
                </a:solidFill>
                <a:latin typeface="Calibri"/>
              </a:rPr>
              <a:t>Shelf life =720</a:t>
            </a:r>
          </a:p>
          <a:p>
            <a:pPr algn="l"/>
            <a:endParaRPr lang="en-US" sz="1050" b="0" i="0" dirty="0">
              <a:solidFill>
                <a:srgbClr val="55656E"/>
              </a:solidFill>
              <a:latin typeface="Calibri"/>
            </a:endParaRPr>
          </a:p>
          <a:p>
            <a:r>
              <a:rPr lang="en-US" sz="1050" dirty="0" err="1">
                <a:solidFill>
                  <a:srgbClr val="55656E"/>
                </a:solidFill>
              </a:rPr>
              <a:t>mfg_cycle_cover_days</a:t>
            </a:r>
            <a:r>
              <a:rPr lang="en-US" sz="1050" dirty="0">
                <a:solidFill>
                  <a:srgbClr val="55656E"/>
                </a:solidFill>
              </a:rPr>
              <a:t>=</a:t>
            </a:r>
            <a:r>
              <a:rPr lang="en-US" sz="1050" dirty="0">
                <a:solidFill>
                  <a:srgbClr val="55656E"/>
                </a:solidFill>
                <a:latin typeface="Calibri"/>
              </a:rPr>
              <a:t>150</a:t>
            </a:r>
          </a:p>
          <a:p>
            <a:endParaRPr lang="en-US" sz="1050" b="0" i="0" dirty="0">
              <a:solidFill>
                <a:srgbClr val="55656E"/>
              </a:solidFill>
              <a:latin typeface="Calibri"/>
            </a:endParaRPr>
          </a:p>
          <a:p>
            <a:r>
              <a:rPr lang="en-US" sz="1050" dirty="0">
                <a:solidFill>
                  <a:srgbClr val="55656E"/>
                </a:solidFill>
                <a:latin typeface="Calibri"/>
              </a:rPr>
              <a:t>CN Target Cover Days =60,90,120</a:t>
            </a:r>
          </a:p>
          <a:p>
            <a:endParaRPr lang="en-US" sz="1050" b="0" i="0" dirty="0">
              <a:solidFill>
                <a:srgbClr val="55656E"/>
              </a:solidFill>
              <a:latin typeface="Calibri"/>
            </a:endParaRPr>
          </a:p>
          <a:p>
            <a:r>
              <a:rPr lang="en-US" sz="1050" dirty="0">
                <a:solidFill>
                  <a:srgbClr val="55656E"/>
                </a:solidFill>
                <a:latin typeface="Calibri"/>
              </a:rPr>
              <a:t>No impacts</a:t>
            </a:r>
            <a:endParaRPr sz="1050" b="0" i="0" dirty="0">
              <a:solidFill>
                <a:srgbClr val="55656E"/>
              </a:solidFill>
              <a:latin typeface="Calibri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5351FB2-0DCF-AB20-E2D9-3BA17C1F9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537" y="1132214"/>
            <a:ext cx="6778288" cy="526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25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941F6-B5DA-8C8A-F08F-D13ED36E9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53FC30-8997-C21C-B41C-E2B659B8F3D6}"/>
              </a:ext>
            </a:extLst>
          </p:cNvPr>
          <p:cNvSpPr/>
          <p:nvPr/>
        </p:nvSpPr>
        <p:spPr>
          <a:xfrm>
            <a:off x="0" y="-461727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C28DE2-23C3-3CB5-3A6F-E892A5EF194B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EA2799-BA04-F2C2-34A3-74856DCF4869}"/>
              </a:ext>
            </a:extLst>
          </p:cNvPr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08A742-F96F-8534-E493-0C9DF6F08AA1}"/>
              </a:ext>
            </a:extLst>
          </p:cNvPr>
          <p:cNvSpPr txBox="1"/>
          <p:nvPr/>
        </p:nvSpPr>
        <p:spPr>
          <a:xfrm>
            <a:off x="384048" y="9144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Cross model validation – cover (site level)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 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8F714E-29AE-76DD-786D-549E7DCACCDB}"/>
              </a:ext>
            </a:extLst>
          </p:cNvPr>
          <p:cNvSpPr/>
          <p:nvPr/>
        </p:nvSpPr>
        <p:spPr>
          <a:xfrm>
            <a:off x="365760" y="1207007"/>
            <a:ext cx="502920" cy="4829151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E23E42-EE08-0C82-5C11-5BC27682B1B0}"/>
              </a:ext>
            </a:extLst>
          </p:cNvPr>
          <p:cNvSpPr txBox="1"/>
          <p:nvPr/>
        </p:nvSpPr>
        <p:spPr>
          <a:xfrm>
            <a:off x="1014984" y="1247945"/>
            <a:ext cx="3438144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>
                <a:solidFill>
                  <a:srgbClr val="55656E"/>
                </a:solidFill>
                <a:latin typeface="Calibri"/>
              </a:rPr>
              <a:t>Shelf life =720</a:t>
            </a:r>
          </a:p>
          <a:p>
            <a:pPr algn="l"/>
            <a:endParaRPr lang="en-US" sz="1050" b="0" i="0" dirty="0">
              <a:solidFill>
                <a:srgbClr val="55656E"/>
              </a:solidFill>
              <a:latin typeface="Calibri"/>
            </a:endParaRPr>
          </a:p>
          <a:p>
            <a:r>
              <a:rPr lang="en-US" sz="1050" dirty="0" err="1">
                <a:solidFill>
                  <a:srgbClr val="55656E"/>
                </a:solidFill>
              </a:rPr>
              <a:t>mfg_cycle_cover_days</a:t>
            </a:r>
            <a:r>
              <a:rPr lang="en-US" sz="1050" dirty="0">
                <a:solidFill>
                  <a:srgbClr val="55656E"/>
                </a:solidFill>
              </a:rPr>
              <a:t>=</a:t>
            </a:r>
            <a:r>
              <a:rPr lang="en-US" sz="1050" dirty="0">
                <a:solidFill>
                  <a:srgbClr val="55656E"/>
                </a:solidFill>
                <a:latin typeface="Calibri"/>
              </a:rPr>
              <a:t>150</a:t>
            </a:r>
          </a:p>
          <a:p>
            <a:endParaRPr lang="en-US" sz="1050" b="0" i="0" dirty="0">
              <a:solidFill>
                <a:srgbClr val="55656E"/>
              </a:solidFill>
              <a:latin typeface="Calibri"/>
            </a:endParaRPr>
          </a:p>
          <a:p>
            <a:r>
              <a:rPr lang="en-US" sz="1050" dirty="0">
                <a:solidFill>
                  <a:srgbClr val="55656E"/>
                </a:solidFill>
                <a:latin typeface="Calibri"/>
              </a:rPr>
              <a:t>CN Target Cover Days = 90</a:t>
            </a:r>
          </a:p>
          <a:p>
            <a:endParaRPr lang="en-US" sz="1050" dirty="0">
              <a:solidFill>
                <a:srgbClr val="55656E"/>
              </a:solidFill>
              <a:latin typeface="Calibri"/>
            </a:endParaRPr>
          </a:p>
          <a:p>
            <a:r>
              <a:rPr lang="en-US" sz="1050" dirty="0">
                <a:solidFill>
                  <a:srgbClr val="55656E"/>
                </a:solidFill>
                <a:latin typeface="Calibri"/>
              </a:rPr>
              <a:t>DNS=10,30,50</a:t>
            </a:r>
          </a:p>
          <a:p>
            <a:endParaRPr lang="en-US" sz="1050" b="0" i="0" dirty="0">
              <a:solidFill>
                <a:srgbClr val="55656E"/>
              </a:solidFill>
              <a:latin typeface="Calibri"/>
            </a:endParaRPr>
          </a:p>
          <a:p>
            <a:r>
              <a:rPr lang="en-US" sz="1050" dirty="0">
                <a:solidFill>
                  <a:srgbClr val="55656E"/>
                </a:solidFill>
                <a:latin typeface="Calibri"/>
              </a:rPr>
              <a:t>No impacts</a:t>
            </a:r>
            <a:endParaRPr sz="1050" b="0" i="0" dirty="0">
              <a:solidFill>
                <a:srgbClr val="55656E"/>
              </a:solidFill>
              <a:latin typeface="Calibr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D08136-CBF2-9EAC-5F13-21990C825972}"/>
              </a:ext>
            </a:extLst>
          </p:cNvPr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93BF1D-CE36-3971-6315-E7BB48B017DD}"/>
              </a:ext>
            </a:extLst>
          </p:cNvPr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  <a:latin typeface="Calibri"/>
              </a:rPr>
              <a:t>Cunyi Wang  |  J&amp;J Supply Chain |  Aug 2026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F5C20A8-AE6C-C13E-5F3E-2EF7DA581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272" y="1051560"/>
            <a:ext cx="6587375" cy="511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946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1FF78-EE05-8889-708D-1EEE5EC40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BFE806-946F-4192-9D92-A53F029DD9F2}"/>
              </a:ext>
            </a:extLst>
          </p:cNvPr>
          <p:cNvSpPr/>
          <p:nvPr/>
        </p:nvSpPr>
        <p:spPr>
          <a:xfrm>
            <a:off x="0" y="-461727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533510-959A-4F79-5848-CD048B913FB0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F37494-ACA2-2538-B7FB-7888CB98AB8A}"/>
              </a:ext>
            </a:extLst>
          </p:cNvPr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B89565-BB83-4EED-9DE5-C79EC79762EB}"/>
              </a:ext>
            </a:extLst>
          </p:cNvPr>
          <p:cNvSpPr txBox="1"/>
          <p:nvPr/>
        </p:nvSpPr>
        <p:spPr>
          <a:xfrm>
            <a:off x="384048" y="9144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Cross model validation – cover (depot level)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 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1A8CA1-1C22-B722-D4F6-579B88BC6251}"/>
              </a:ext>
            </a:extLst>
          </p:cNvPr>
          <p:cNvSpPr/>
          <p:nvPr/>
        </p:nvSpPr>
        <p:spPr>
          <a:xfrm>
            <a:off x="365760" y="1207007"/>
            <a:ext cx="502920" cy="4829151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54034F-ACF2-59EB-20C3-27963EE80325}"/>
              </a:ext>
            </a:extLst>
          </p:cNvPr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F3E6A6-4294-04DA-28CF-62EFB0647989}"/>
              </a:ext>
            </a:extLst>
          </p:cNvPr>
          <p:cNvSpPr txBox="1"/>
          <p:nvPr/>
        </p:nvSpPr>
        <p:spPr>
          <a:xfrm>
            <a:off x="274320" y="658368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  <a:latin typeface="Calibri"/>
              </a:rPr>
              <a:t>Cunyi Wang  |  J&amp;J Supply Chain |  Aug 2026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A9774AA5-A89A-7173-FB3E-45413D77BF47}"/>
              </a:ext>
            </a:extLst>
          </p:cNvPr>
          <p:cNvSpPr txBox="1"/>
          <p:nvPr/>
        </p:nvSpPr>
        <p:spPr>
          <a:xfrm>
            <a:off x="1014984" y="1247945"/>
            <a:ext cx="3438144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>
                <a:solidFill>
                  <a:srgbClr val="55656E"/>
                </a:solidFill>
                <a:latin typeface="Calibri"/>
              </a:rPr>
              <a:t>Shelf life =720</a:t>
            </a:r>
          </a:p>
          <a:p>
            <a:pPr algn="l"/>
            <a:endParaRPr lang="en-US" sz="1050" b="0" i="0" dirty="0">
              <a:solidFill>
                <a:srgbClr val="55656E"/>
              </a:solidFill>
              <a:latin typeface="Calibri"/>
            </a:endParaRPr>
          </a:p>
          <a:p>
            <a:r>
              <a:rPr lang="en-US" sz="1050" dirty="0" err="1">
                <a:solidFill>
                  <a:srgbClr val="55656E"/>
                </a:solidFill>
              </a:rPr>
              <a:t>mfg_cycle_cover_days</a:t>
            </a:r>
            <a:r>
              <a:rPr lang="en-US" sz="1050" dirty="0">
                <a:solidFill>
                  <a:srgbClr val="55656E"/>
                </a:solidFill>
              </a:rPr>
              <a:t>=</a:t>
            </a:r>
            <a:r>
              <a:rPr lang="en-US" sz="1050" dirty="0">
                <a:solidFill>
                  <a:srgbClr val="55656E"/>
                </a:solidFill>
                <a:latin typeface="Calibri"/>
              </a:rPr>
              <a:t>150</a:t>
            </a:r>
          </a:p>
          <a:p>
            <a:endParaRPr lang="en-US" sz="1050" b="0" i="0" dirty="0">
              <a:solidFill>
                <a:srgbClr val="55656E"/>
              </a:solidFill>
              <a:latin typeface="Calibri"/>
            </a:endParaRPr>
          </a:p>
          <a:p>
            <a:r>
              <a:rPr lang="en-US" sz="1050" dirty="0">
                <a:solidFill>
                  <a:srgbClr val="55656E"/>
                </a:solidFill>
                <a:latin typeface="Calibri"/>
              </a:rPr>
              <a:t>CN Target Cover Days =90 </a:t>
            </a:r>
          </a:p>
          <a:p>
            <a:endParaRPr lang="en-US" altLang="zh-CN" sz="1050" dirty="0">
              <a:solidFill>
                <a:srgbClr val="55656E"/>
              </a:solidFill>
            </a:endParaRPr>
          </a:p>
          <a:p>
            <a:r>
              <a:rPr lang="en-US" altLang="zh-CN" sz="1050" dirty="0">
                <a:solidFill>
                  <a:srgbClr val="55656E"/>
                </a:solidFill>
              </a:rPr>
              <a:t>DNS=10,30,50</a:t>
            </a:r>
          </a:p>
          <a:p>
            <a:endParaRPr lang="en-US" sz="1050" b="0" i="0" dirty="0">
              <a:solidFill>
                <a:srgbClr val="55656E"/>
              </a:solidFill>
              <a:latin typeface="Calibri"/>
            </a:endParaRPr>
          </a:p>
          <a:p>
            <a:r>
              <a:rPr lang="en-US" sz="1050" dirty="0">
                <a:solidFill>
                  <a:srgbClr val="55656E"/>
                </a:solidFill>
                <a:latin typeface="Calibri"/>
              </a:rPr>
              <a:t>No impacts</a:t>
            </a:r>
            <a:endParaRPr sz="1050" b="0" i="0" dirty="0">
              <a:solidFill>
                <a:srgbClr val="55656E"/>
              </a:solidFill>
              <a:latin typeface="Calibri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E61F315-F217-9940-5E6A-38F46AB39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037155"/>
            <a:ext cx="7018434" cy="545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289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1586</TotalTime>
  <Words>1581</Words>
  <Application>Microsoft Office PowerPoint</Application>
  <PresentationFormat>自定义</PresentationFormat>
  <Paragraphs>229</Paragraphs>
  <Slides>23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29" baseType="lpstr">
      <vt:lpstr>等线</vt:lpstr>
      <vt:lpstr>Arial</vt:lpstr>
      <vt:lpstr>Calibri</vt:lpstr>
      <vt:lpstr>Office Theme</vt:lpstr>
      <vt:lpstr>Document</vt:lpstr>
      <vt:lpstr>Macro-Enabled Worksheet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Wang, Cunyi [CN]</cp:lastModifiedBy>
  <cp:revision>1</cp:revision>
  <dcterms:created xsi:type="dcterms:W3CDTF">2013-01-27T09:14:16Z</dcterms:created>
  <dcterms:modified xsi:type="dcterms:W3CDTF">2026-08-26T07:28:57Z</dcterms:modified>
  <cp:category/>
</cp:coreProperties>
</file>