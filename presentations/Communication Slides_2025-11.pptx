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9" r:id="rId1"/>
  </p:sldMasterIdLst>
  <p:notesMasterIdLst>
    <p:notesMasterId r:id="rId9"/>
  </p:notesMasterIdLst>
  <p:sldIdLst>
    <p:sldId id="265" r:id="rId2"/>
    <p:sldId id="270" r:id="rId3"/>
    <p:sldId id="261" r:id="rId4"/>
    <p:sldId id="273" r:id="rId5"/>
    <p:sldId id="260" r:id="rId6"/>
    <p:sldId id="266" r:id="rId7"/>
    <p:sldId id="262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94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44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a Cali Mella" userId="e9e1284d-85c1-43f6-a844-7ef29fdd8225" providerId="ADAL" clId="{EE26FA5E-AF57-42C3-9384-C0F78C4F41E0}"/>
    <pc:docChg chg="delSld modSld sldOrd">
      <pc:chgData name="Clara Cali Mella" userId="e9e1284d-85c1-43f6-a844-7ef29fdd8225" providerId="ADAL" clId="{EE26FA5E-AF57-42C3-9384-C0F78C4F41E0}" dt="2025-11-12T14:42:50.179" v="8" actId="47"/>
      <pc:docMkLst>
        <pc:docMk/>
      </pc:docMkLst>
      <pc:sldChg chg="del">
        <pc:chgData name="Clara Cali Mella" userId="e9e1284d-85c1-43f6-a844-7ef29fdd8225" providerId="ADAL" clId="{EE26FA5E-AF57-42C3-9384-C0F78C4F41E0}" dt="2025-11-12T14:42:50.179" v="8" actId="47"/>
        <pc:sldMkLst>
          <pc:docMk/>
          <pc:sldMk cId="2577333720" sldId="259"/>
        </pc:sldMkLst>
      </pc:sldChg>
      <pc:sldChg chg="ord">
        <pc:chgData name="Clara Cali Mella" userId="e9e1284d-85c1-43f6-a844-7ef29fdd8225" providerId="ADAL" clId="{EE26FA5E-AF57-42C3-9384-C0F78C4F41E0}" dt="2025-11-12T14:41:58.672" v="2"/>
        <pc:sldMkLst>
          <pc:docMk/>
          <pc:sldMk cId="331942683" sldId="260"/>
        </pc:sldMkLst>
      </pc:sldChg>
      <pc:sldChg chg="del">
        <pc:chgData name="Clara Cali Mella" userId="e9e1284d-85c1-43f6-a844-7ef29fdd8225" providerId="ADAL" clId="{EE26FA5E-AF57-42C3-9384-C0F78C4F41E0}" dt="2025-11-12T14:42:08.721" v="3" actId="47"/>
        <pc:sldMkLst>
          <pc:docMk/>
          <pc:sldMk cId="3564496083" sldId="264"/>
        </pc:sldMkLst>
      </pc:sldChg>
      <pc:sldChg chg="del">
        <pc:chgData name="Clara Cali Mella" userId="e9e1284d-85c1-43f6-a844-7ef29fdd8225" providerId="ADAL" clId="{EE26FA5E-AF57-42C3-9384-C0F78C4F41E0}" dt="2025-11-12T14:42:21.871" v="4" actId="47"/>
        <pc:sldMkLst>
          <pc:docMk/>
          <pc:sldMk cId="2867128009" sldId="267"/>
        </pc:sldMkLst>
      </pc:sldChg>
      <pc:sldChg chg="del">
        <pc:chgData name="Clara Cali Mella" userId="e9e1284d-85c1-43f6-a844-7ef29fdd8225" providerId="ADAL" clId="{EE26FA5E-AF57-42C3-9384-C0F78C4F41E0}" dt="2025-11-12T14:41:50.471" v="0" actId="47"/>
        <pc:sldMkLst>
          <pc:docMk/>
          <pc:sldMk cId="2369894201" sldId="268"/>
        </pc:sldMkLst>
      </pc:sldChg>
      <pc:sldChg chg="del">
        <pc:chgData name="Clara Cali Mella" userId="e9e1284d-85c1-43f6-a844-7ef29fdd8225" providerId="ADAL" clId="{EE26FA5E-AF57-42C3-9384-C0F78C4F41E0}" dt="2025-11-12T14:42:40.939" v="6" actId="47"/>
        <pc:sldMkLst>
          <pc:docMk/>
          <pc:sldMk cId="1679633618" sldId="269"/>
        </pc:sldMkLst>
      </pc:sldChg>
      <pc:sldChg chg="del">
        <pc:chgData name="Clara Cali Mella" userId="e9e1284d-85c1-43f6-a844-7ef29fdd8225" providerId="ADAL" clId="{EE26FA5E-AF57-42C3-9384-C0F78C4F41E0}" dt="2025-11-12T14:42:45.976" v="7" actId="47"/>
        <pc:sldMkLst>
          <pc:docMk/>
          <pc:sldMk cId="3286959556" sldId="271"/>
        </pc:sldMkLst>
      </pc:sldChg>
      <pc:sldChg chg="del">
        <pc:chgData name="Clara Cali Mella" userId="e9e1284d-85c1-43f6-a844-7ef29fdd8225" providerId="ADAL" clId="{EE26FA5E-AF57-42C3-9384-C0F78C4F41E0}" dt="2025-11-12T14:42:30.634" v="5" actId="47"/>
        <pc:sldMkLst>
          <pc:docMk/>
          <pc:sldMk cId="3592028081" sldId="27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A75B75-8817-4CB9-BA66-504E9EE9A18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C623C3-F223-4B6F-B409-EB13C7DCDFEE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dirty="0"/>
            <a:t>Initial Member Profiles</a:t>
          </a:r>
        </a:p>
      </dgm:t>
    </dgm:pt>
    <dgm:pt modelId="{2EBF3943-6FF3-48A1-846C-03B6DF501A9E}" type="parTrans" cxnId="{B8D08D4D-7215-4128-9987-A6D9A2C81D54}">
      <dgm:prSet/>
      <dgm:spPr/>
      <dgm:t>
        <a:bodyPr/>
        <a:lstStyle/>
        <a:p>
          <a:endParaRPr lang="en-US"/>
        </a:p>
      </dgm:t>
    </dgm:pt>
    <dgm:pt modelId="{D5D31F36-EE61-4191-85AE-D40F24339765}" type="sibTrans" cxnId="{B8D08D4D-7215-4128-9987-A6D9A2C81D54}">
      <dgm:prSet/>
      <dgm:spPr/>
      <dgm:t>
        <a:bodyPr/>
        <a:lstStyle/>
        <a:p>
          <a:endParaRPr lang="en-US"/>
        </a:p>
      </dgm:t>
    </dgm:pt>
    <dgm:pt modelId="{400FD9F8-0B5D-47C6-8136-A0E0EED7FB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Statisticians</a:t>
          </a:r>
        </a:p>
      </dgm:t>
    </dgm:pt>
    <dgm:pt modelId="{5577ADAE-68C0-4EFF-8778-9636FAA685D0}" type="parTrans" cxnId="{93988B31-B004-493F-A849-DAE54B639DAC}">
      <dgm:prSet/>
      <dgm:spPr/>
      <dgm:t>
        <a:bodyPr/>
        <a:lstStyle/>
        <a:p>
          <a:endParaRPr lang="en-US"/>
        </a:p>
      </dgm:t>
    </dgm:pt>
    <dgm:pt modelId="{1C327E21-A0AF-46A3-AABA-B6C8B3FF18A8}" type="sibTrans" cxnId="{93988B31-B004-493F-A849-DAE54B639DAC}">
      <dgm:prSet/>
      <dgm:spPr/>
      <dgm:t>
        <a:bodyPr/>
        <a:lstStyle/>
        <a:p>
          <a:endParaRPr lang="en-US"/>
        </a:p>
      </dgm:t>
    </dgm:pt>
    <dgm:pt modelId="{FFC33428-A9F1-41FC-BA75-A7B77EDE9B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Clinical operations professionals</a:t>
          </a:r>
        </a:p>
      </dgm:t>
    </dgm:pt>
    <dgm:pt modelId="{3E5D4DE3-D7CE-4727-A56A-C410E3ED2A43}" type="parTrans" cxnId="{7A7D4F4A-D9A7-46EB-A432-0A57640D63D8}">
      <dgm:prSet/>
      <dgm:spPr/>
      <dgm:t>
        <a:bodyPr/>
        <a:lstStyle/>
        <a:p>
          <a:endParaRPr lang="en-US"/>
        </a:p>
      </dgm:t>
    </dgm:pt>
    <dgm:pt modelId="{5525909B-A10C-40BB-AC4C-99CD8C0487C3}" type="sibTrans" cxnId="{7A7D4F4A-D9A7-46EB-A432-0A57640D63D8}">
      <dgm:prSet/>
      <dgm:spPr/>
      <dgm:t>
        <a:bodyPr/>
        <a:lstStyle/>
        <a:p>
          <a:endParaRPr lang="en-US"/>
        </a:p>
      </dgm:t>
    </dgm:pt>
    <dgm:pt modelId="{91E10FE5-2CA6-4550-82F2-2E0973E1FB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scientists</a:t>
          </a:r>
        </a:p>
      </dgm:t>
    </dgm:pt>
    <dgm:pt modelId="{D96358B7-2E4D-4683-92A8-D6C934DFD887}" type="parTrans" cxnId="{0900EE7C-9CCE-45C8-9D80-E54884332E0F}">
      <dgm:prSet/>
      <dgm:spPr/>
      <dgm:t>
        <a:bodyPr/>
        <a:lstStyle/>
        <a:p>
          <a:endParaRPr lang="en-US"/>
        </a:p>
      </dgm:t>
    </dgm:pt>
    <dgm:pt modelId="{524BFD1D-A935-44BB-95B1-3070160E6F91}" type="sibTrans" cxnId="{0900EE7C-9CCE-45C8-9D80-E54884332E0F}">
      <dgm:prSet/>
      <dgm:spPr/>
      <dgm:t>
        <a:bodyPr/>
        <a:lstStyle/>
        <a:p>
          <a:endParaRPr lang="en-US"/>
        </a:p>
      </dgm:t>
    </dgm:pt>
    <dgm:pt modelId="{EBB18FCD-9CBE-46E5-BA0F-61AD39AA39A5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dirty="0"/>
            <a:t>Desired expertise</a:t>
          </a:r>
        </a:p>
      </dgm:t>
    </dgm:pt>
    <dgm:pt modelId="{3F4D2DB3-E03F-404C-B10B-C88A862C135B}" type="parTrans" cxnId="{F7F87BB1-E6AA-4AD1-B543-F1E4ED87AA99}">
      <dgm:prSet/>
      <dgm:spPr/>
      <dgm:t>
        <a:bodyPr/>
        <a:lstStyle/>
        <a:p>
          <a:endParaRPr lang="en-US"/>
        </a:p>
      </dgm:t>
    </dgm:pt>
    <dgm:pt modelId="{167CC622-B876-4719-B525-87BD2EA558D0}" type="sibTrans" cxnId="{F7F87BB1-E6AA-4AD1-B543-F1E4ED87AA99}">
      <dgm:prSet/>
      <dgm:spPr/>
      <dgm:t>
        <a:bodyPr/>
        <a:lstStyle/>
        <a:p>
          <a:endParaRPr lang="en-US"/>
        </a:p>
      </dgm:t>
    </dgm:pt>
    <dgm:pt modelId="{EAA47075-22F9-4A01-8711-BE948D49F4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Bayesian modeling</a:t>
          </a:r>
        </a:p>
      </dgm:t>
    </dgm:pt>
    <dgm:pt modelId="{8B7B2EBD-59AA-471F-91CE-6DF0B8A9AA2A}" type="parTrans" cxnId="{91B51092-2F32-4440-90F0-F4420E24CB56}">
      <dgm:prSet/>
      <dgm:spPr/>
      <dgm:t>
        <a:bodyPr/>
        <a:lstStyle/>
        <a:p>
          <a:endParaRPr lang="en-US"/>
        </a:p>
      </dgm:t>
    </dgm:pt>
    <dgm:pt modelId="{13B6F4FE-A578-4622-BFB7-F57FCFAB0C7E}" type="sibTrans" cxnId="{91B51092-2F32-4440-90F0-F4420E24CB56}">
      <dgm:prSet/>
      <dgm:spPr/>
      <dgm:t>
        <a:bodyPr/>
        <a:lstStyle/>
        <a:p>
          <a:endParaRPr lang="en-US"/>
        </a:p>
      </dgm:t>
    </dgm:pt>
    <dgm:pt modelId="{5BDFFC33-F3F3-4C27-B365-53BC64D17E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Predictive modeling, AI/ML</a:t>
          </a:r>
        </a:p>
      </dgm:t>
    </dgm:pt>
    <dgm:pt modelId="{5DAC0F94-6A3D-4D33-9F7D-5C998D75BB7B}" type="parTrans" cxnId="{D9FE4FAD-D24F-4255-BFB9-30A0C2F1E9AD}">
      <dgm:prSet/>
      <dgm:spPr/>
      <dgm:t>
        <a:bodyPr/>
        <a:lstStyle/>
        <a:p>
          <a:endParaRPr lang="en-US"/>
        </a:p>
      </dgm:t>
    </dgm:pt>
    <dgm:pt modelId="{8634D0C3-1987-4472-AA33-9EEDDF795084}" type="sibTrans" cxnId="{D9FE4FAD-D24F-4255-BFB9-30A0C2F1E9AD}">
      <dgm:prSet/>
      <dgm:spPr/>
      <dgm:t>
        <a:bodyPr/>
        <a:lstStyle/>
        <a:p>
          <a:endParaRPr lang="en-US"/>
        </a:p>
      </dgm:t>
    </dgm:pt>
    <dgm:pt modelId="{A99B0678-971C-4C02-8CC0-B27CB02A3A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Clinical trial simulations</a:t>
          </a:r>
        </a:p>
      </dgm:t>
    </dgm:pt>
    <dgm:pt modelId="{F3B91F13-2CB7-4624-B8BA-E1472B00D4A2}" type="parTrans" cxnId="{C1E8E999-5E2B-47DC-9B83-33026DC4388D}">
      <dgm:prSet/>
      <dgm:spPr/>
      <dgm:t>
        <a:bodyPr/>
        <a:lstStyle/>
        <a:p>
          <a:endParaRPr lang="en-US"/>
        </a:p>
      </dgm:t>
    </dgm:pt>
    <dgm:pt modelId="{C9805028-87A9-4A8F-92DE-BFE354CEADDB}" type="sibTrans" cxnId="{C1E8E999-5E2B-47DC-9B83-33026DC4388D}">
      <dgm:prSet/>
      <dgm:spPr/>
      <dgm:t>
        <a:bodyPr/>
        <a:lstStyle/>
        <a:p>
          <a:endParaRPr lang="en-US"/>
        </a:p>
      </dgm:t>
    </dgm:pt>
    <dgm:pt modelId="{BB7F3EBB-74ED-420F-B9E7-704EEE7917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 visualization</a:t>
          </a:r>
        </a:p>
      </dgm:t>
    </dgm:pt>
    <dgm:pt modelId="{CFF2F7A8-EAB4-4B1A-A5B6-A2C0D85D31EB}" type="parTrans" cxnId="{1EE464D3-28F4-4BC3-B7A2-FB7E41F60ED8}">
      <dgm:prSet/>
      <dgm:spPr/>
      <dgm:t>
        <a:bodyPr/>
        <a:lstStyle/>
        <a:p>
          <a:endParaRPr lang="en-US"/>
        </a:p>
      </dgm:t>
    </dgm:pt>
    <dgm:pt modelId="{D13651AD-2349-4007-B2F5-B0B6FEEE1F33}" type="sibTrans" cxnId="{1EE464D3-28F4-4BC3-B7A2-FB7E41F60ED8}">
      <dgm:prSet/>
      <dgm:spPr/>
      <dgm:t>
        <a:bodyPr/>
        <a:lstStyle/>
        <a:p>
          <a:endParaRPr lang="en-US"/>
        </a:p>
      </dgm:t>
    </dgm:pt>
    <dgm:pt modelId="{6A3BAC62-260F-476D-8183-BB87946D82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science and software tools development</a:t>
          </a:r>
        </a:p>
      </dgm:t>
    </dgm:pt>
    <dgm:pt modelId="{BD791598-944C-4673-8E61-29E55C7F10E1}" type="parTrans" cxnId="{22BC6A10-23D7-4F09-B82A-2ACA842E3B95}">
      <dgm:prSet/>
      <dgm:spPr/>
      <dgm:t>
        <a:bodyPr/>
        <a:lstStyle/>
        <a:p>
          <a:endParaRPr lang="en-US"/>
        </a:p>
      </dgm:t>
    </dgm:pt>
    <dgm:pt modelId="{54E7DE15-4EC4-4D70-B1D5-212AEC675BDD}" type="sibTrans" cxnId="{22BC6A10-23D7-4F09-B82A-2ACA842E3B95}">
      <dgm:prSet/>
      <dgm:spPr/>
      <dgm:t>
        <a:bodyPr/>
        <a:lstStyle/>
        <a:p>
          <a:endParaRPr lang="en-US"/>
        </a:p>
      </dgm:t>
    </dgm:pt>
    <dgm:pt modelId="{F0507DCF-16C2-40E1-ABC9-80E5BE99D1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Clinical drug supply optimization</a:t>
          </a:r>
        </a:p>
      </dgm:t>
    </dgm:pt>
    <dgm:pt modelId="{3C6ACDD1-677E-432D-8A9F-3372E96B9A49}" type="parTrans" cxnId="{66655596-22A7-4105-B89F-1886B816FDC2}">
      <dgm:prSet/>
      <dgm:spPr/>
      <dgm:t>
        <a:bodyPr/>
        <a:lstStyle/>
        <a:p>
          <a:endParaRPr lang="en-US"/>
        </a:p>
      </dgm:t>
    </dgm:pt>
    <dgm:pt modelId="{E049E6EC-5EFF-4BF0-B8F1-CAA15032B8B9}" type="sibTrans" cxnId="{66655596-22A7-4105-B89F-1886B816FDC2}">
      <dgm:prSet/>
      <dgm:spPr/>
      <dgm:t>
        <a:bodyPr/>
        <a:lstStyle/>
        <a:p>
          <a:endParaRPr lang="en-US"/>
        </a:p>
      </dgm:t>
    </dgm:pt>
    <dgm:pt modelId="{8BE58EF4-D4DE-4D63-B1B8-0EC0D0AA28F2}" type="pres">
      <dgm:prSet presAssocID="{72A75B75-8817-4CB9-BA66-504E9EE9A186}" presName="root" presStyleCnt="0">
        <dgm:presLayoutVars>
          <dgm:dir/>
          <dgm:resizeHandles val="exact"/>
        </dgm:presLayoutVars>
      </dgm:prSet>
      <dgm:spPr/>
    </dgm:pt>
    <dgm:pt modelId="{B13DBCD3-F33F-4A23-8155-D914B9853218}" type="pres">
      <dgm:prSet presAssocID="{C6C623C3-F223-4B6F-B409-EB13C7DCDFEE}" presName="compNode" presStyleCnt="0"/>
      <dgm:spPr/>
    </dgm:pt>
    <dgm:pt modelId="{2A62251A-2EE6-4DCE-9211-91DD9E3288C8}" type="pres">
      <dgm:prSet presAssocID="{C6C623C3-F223-4B6F-B409-EB13C7DCDFE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C3FE39A-FAD2-43D4-960D-F61465F2AC46}" type="pres">
      <dgm:prSet presAssocID="{C6C623C3-F223-4B6F-B409-EB13C7DCDFEE}" presName="iconSpace" presStyleCnt="0"/>
      <dgm:spPr/>
    </dgm:pt>
    <dgm:pt modelId="{E4A9A4DB-2FBE-4A3D-A50C-170C890E9A3A}" type="pres">
      <dgm:prSet presAssocID="{C6C623C3-F223-4B6F-B409-EB13C7DCDFEE}" presName="parTx" presStyleLbl="revTx" presStyleIdx="0" presStyleCnt="4">
        <dgm:presLayoutVars>
          <dgm:chMax val="0"/>
          <dgm:chPref val="0"/>
        </dgm:presLayoutVars>
      </dgm:prSet>
      <dgm:spPr/>
    </dgm:pt>
    <dgm:pt modelId="{C0F2BBE3-00CB-49CC-A25F-A92936BE6E89}" type="pres">
      <dgm:prSet presAssocID="{C6C623C3-F223-4B6F-B409-EB13C7DCDFEE}" presName="txSpace" presStyleCnt="0"/>
      <dgm:spPr/>
    </dgm:pt>
    <dgm:pt modelId="{1C87AE4B-0A5B-46A3-ACE7-7ED00C648DD8}" type="pres">
      <dgm:prSet presAssocID="{C6C623C3-F223-4B6F-B409-EB13C7DCDFEE}" presName="desTx" presStyleLbl="revTx" presStyleIdx="1" presStyleCnt="4">
        <dgm:presLayoutVars/>
      </dgm:prSet>
      <dgm:spPr/>
    </dgm:pt>
    <dgm:pt modelId="{62F1B815-663D-455A-B0AA-6A5F2637E25D}" type="pres">
      <dgm:prSet presAssocID="{D5D31F36-EE61-4191-85AE-D40F24339765}" presName="sibTrans" presStyleCnt="0"/>
      <dgm:spPr/>
    </dgm:pt>
    <dgm:pt modelId="{30B7B0BB-D8B4-423C-AF63-E8B22F64DEBF}" type="pres">
      <dgm:prSet presAssocID="{EBB18FCD-9CBE-46E5-BA0F-61AD39AA39A5}" presName="compNode" presStyleCnt="0"/>
      <dgm:spPr/>
    </dgm:pt>
    <dgm:pt modelId="{D61D37BB-B0ED-4156-B226-5B62FE0A081F}" type="pres">
      <dgm:prSet presAssocID="{EBB18FCD-9CBE-46E5-BA0F-61AD39AA39A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1D7A99B-47AD-41E9-89CB-6C12647BA1D7}" type="pres">
      <dgm:prSet presAssocID="{EBB18FCD-9CBE-46E5-BA0F-61AD39AA39A5}" presName="iconSpace" presStyleCnt="0"/>
      <dgm:spPr/>
    </dgm:pt>
    <dgm:pt modelId="{3671FAAE-AF83-4783-9EC8-D2811CF36438}" type="pres">
      <dgm:prSet presAssocID="{EBB18FCD-9CBE-46E5-BA0F-61AD39AA39A5}" presName="parTx" presStyleLbl="revTx" presStyleIdx="2" presStyleCnt="4">
        <dgm:presLayoutVars>
          <dgm:chMax val="0"/>
          <dgm:chPref val="0"/>
        </dgm:presLayoutVars>
      </dgm:prSet>
      <dgm:spPr/>
    </dgm:pt>
    <dgm:pt modelId="{2FDC435C-D989-449A-80DC-6C1F231C590C}" type="pres">
      <dgm:prSet presAssocID="{EBB18FCD-9CBE-46E5-BA0F-61AD39AA39A5}" presName="txSpace" presStyleCnt="0"/>
      <dgm:spPr/>
    </dgm:pt>
    <dgm:pt modelId="{2F261AF9-F3D4-41F8-BBB8-7294364A96F4}" type="pres">
      <dgm:prSet presAssocID="{EBB18FCD-9CBE-46E5-BA0F-61AD39AA39A5}" presName="desTx" presStyleLbl="revTx" presStyleIdx="3" presStyleCnt="4">
        <dgm:presLayoutVars/>
      </dgm:prSet>
      <dgm:spPr/>
    </dgm:pt>
  </dgm:ptLst>
  <dgm:cxnLst>
    <dgm:cxn modelId="{FC9B4700-0983-4BC8-97FD-B2F4A8BF82F4}" type="presOf" srcId="{72A75B75-8817-4CB9-BA66-504E9EE9A186}" destId="{8BE58EF4-D4DE-4D63-B1B8-0EC0D0AA28F2}" srcOrd="0" destOrd="0" presId="urn:microsoft.com/office/officeart/2018/2/layout/IconLabelDescriptionList"/>
    <dgm:cxn modelId="{22BC6A10-23D7-4F09-B82A-2ACA842E3B95}" srcId="{EBB18FCD-9CBE-46E5-BA0F-61AD39AA39A5}" destId="{6A3BAC62-260F-476D-8183-BB87946D8235}" srcOrd="4" destOrd="0" parTransId="{BD791598-944C-4673-8E61-29E55C7F10E1}" sibTransId="{54E7DE15-4EC4-4D70-B1D5-212AEC675BDD}"/>
    <dgm:cxn modelId="{FA5B7A1F-F8C8-4C8A-9F3E-742D2213C548}" type="presOf" srcId="{400FD9F8-0B5D-47C6-8136-A0E0EED7FB6D}" destId="{1C87AE4B-0A5B-46A3-ACE7-7ED00C648DD8}" srcOrd="0" destOrd="0" presId="urn:microsoft.com/office/officeart/2018/2/layout/IconLabelDescriptionList"/>
    <dgm:cxn modelId="{15FD0E2B-084F-47E8-B1D7-AE2C5815E748}" type="presOf" srcId="{C6C623C3-F223-4B6F-B409-EB13C7DCDFEE}" destId="{E4A9A4DB-2FBE-4A3D-A50C-170C890E9A3A}" srcOrd="0" destOrd="0" presId="urn:microsoft.com/office/officeart/2018/2/layout/IconLabelDescriptionList"/>
    <dgm:cxn modelId="{DF37D42D-B8FA-4250-843E-486B9A4627BB}" type="presOf" srcId="{EAA47075-22F9-4A01-8711-BE948D49F49C}" destId="{2F261AF9-F3D4-41F8-BBB8-7294364A96F4}" srcOrd="0" destOrd="0" presId="urn:microsoft.com/office/officeart/2018/2/layout/IconLabelDescriptionList"/>
    <dgm:cxn modelId="{93988B31-B004-493F-A849-DAE54B639DAC}" srcId="{C6C623C3-F223-4B6F-B409-EB13C7DCDFEE}" destId="{400FD9F8-0B5D-47C6-8136-A0E0EED7FB6D}" srcOrd="0" destOrd="0" parTransId="{5577ADAE-68C0-4EFF-8778-9636FAA685D0}" sibTransId="{1C327E21-A0AF-46A3-AABA-B6C8B3FF18A8}"/>
    <dgm:cxn modelId="{D07DDB40-2F03-4CAD-8121-1A8DE961CDDB}" type="presOf" srcId="{91E10FE5-2CA6-4550-82F2-2E0973E1FBB6}" destId="{1C87AE4B-0A5B-46A3-ACE7-7ED00C648DD8}" srcOrd="0" destOrd="2" presId="urn:microsoft.com/office/officeart/2018/2/layout/IconLabelDescriptionList"/>
    <dgm:cxn modelId="{1D0A6061-0E49-4823-920F-0D3EA9A63520}" type="presOf" srcId="{6A3BAC62-260F-476D-8183-BB87946D8235}" destId="{2F261AF9-F3D4-41F8-BBB8-7294364A96F4}" srcOrd="0" destOrd="4" presId="urn:microsoft.com/office/officeart/2018/2/layout/IconLabelDescriptionList"/>
    <dgm:cxn modelId="{7A7D4F4A-D9A7-46EB-A432-0A57640D63D8}" srcId="{C6C623C3-F223-4B6F-B409-EB13C7DCDFEE}" destId="{FFC33428-A9F1-41FC-BA75-A7B77EDE9B6F}" srcOrd="1" destOrd="0" parTransId="{3E5D4DE3-D7CE-4727-A56A-C410E3ED2A43}" sibTransId="{5525909B-A10C-40BB-AC4C-99CD8C0487C3}"/>
    <dgm:cxn modelId="{B8D08D4D-7215-4128-9987-A6D9A2C81D54}" srcId="{72A75B75-8817-4CB9-BA66-504E9EE9A186}" destId="{C6C623C3-F223-4B6F-B409-EB13C7DCDFEE}" srcOrd="0" destOrd="0" parTransId="{2EBF3943-6FF3-48A1-846C-03B6DF501A9E}" sibTransId="{D5D31F36-EE61-4191-85AE-D40F24339765}"/>
    <dgm:cxn modelId="{A7666457-EB42-44D7-B160-4CF6C96A4287}" type="presOf" srcId="{EBB18FCD-9CBE-46E5-BA0F-61AD39AA39A5}" destId="{3671FAAE-AF83-4783-9EC8-D2811CF36438}" srcOrd="0" destOrd="0" presId="urn:microsoft.com/office/officeart/2018/2/layout/IconLabelDescriptionList"/>
    <dgm:cxn modelId="{C339BD79-F69C-48E3-93CF-E052C4D3D950}" type="presOf" srcId="{A99B0678-971C-4C02-8CC0-B27CB02A3AED}" destId="{2F261AF9-F3D4-41F8-BBB8-7294364A96F4}" srcOrd="0" destOrd="2" presId="urn:microsoft.com/office/officeart/2018/2/layout/IconLabelDescriptionList"/>
    <dgm:cxn modelId="{BB11187C-F9E3-4FB2-9E89-787C3AF9E625}" type="presOf" srcId="{BB7F3EBB-74ED-420F-B9E7-704EEE79177B}" destId="{2F261AF9-F3D4-41F8-BBB8-7294364A96F4}" srcOrd="0" destOrd="3" presId="urn:microsoft.com/office/officeart/2018/2/layout/IconLabelDescriptionList"/>
    <dgm:cxn modelId="{0900EE7C-9CCE-45C8-9D80-E54884332E0F}" srcId="{C6C623C3-F223-4B6F-B409-EB13C7DCDFEE}" destId="{91E10FE5-2CA6-4550-82F2-2E0973E1FBB6}" srcOrd="2" destOrd="0" parTransId="{D96358B7-2E4D-4683-92A8-D6C934DFD887}" sibTransId="{524BFD1D-A935-44BB-95B1-3070160E6F91}"/>
    <dgm:cxn modelId="{9B80BA90-DBF2-49D8-A786-08A3F00A2A37}" type="presOf" srcId="{5BDFFC33-F3F3-4C27-B365-53BC64D17EA1}" destId="{2F261AF9-F3D4-41F8-BBB8-7294364A96F4}" srcOrd="0" destOrd="1" presId="urn:microsoft.com/office/officeart/2018/2/layout/IconLabelDescriptionList"/>
    <dgm:cxn modelId="{91B51092-2F32-4440-90F0-F4420E24CB56}" srcId="{EBB18FCD-9CBE-46E5-BA0F-61AD39AA39A5}" destId="{EAA47075-22F9-4A01-8711-BE948D49F49C}" srcOrd="0" destOrd="0" parTransId="{8B7B2EBD-59AA-471F-91CE-6DF0B8A9AA2A}" sibTransId="{13B6F4FE-A578-4622-BFB7-F57FCFAB0C7E}"/>
    <dgm:cxn modelId="{66655596-22A7-4105-B89F-1886B816FDC2}" srcId="{EBB18FCD-9CBE-46E5-BA0F-61AD39AA39A5}" destId="{F0507DCF-16C2-40E1-ABC9-80E5BE99D107}" srcOrd="5" destOrd="0" parTransId="{3C6ACDD1-677E-432D-8A9F-3372E96B9A49}" sibTransId="{E049E6EC-5EFF-4BF0-B8F1-CAA15032B8B9}"/>
    <dgm:cxn modelId="{C1E8E999-5E2B-47DC-9B83-33026DC4388D}" srcId="{EBB18FCD-9CBE-46E5-BA0F-61AD39AA39A5}" destId="{A99B0678-971C-4C02-8CC0-B27CB02A3AED}" srcOrd="2" destOrd="0" parTransId="{F3B91F13-2CB7-4624-B8BA-E1472B00D4A2}" sibTransId="{C9805028-87A9-4A8F-92DE-BFE354CEADDB}"/>
    <dgm:cxn modelId="{D9FE4FAD-D24F-4255-BFB9-30A0C2F1E9AD}" srcId="{EBB18FCD-9CBE-46E5-BA0F-61AD39AA39A5}" destId="{5BDFFC33-F3F3-4C27-B365-53BC64D17EA1}" srcOrd="1" destOrd="0" parTransId="{5DAC0F94-6A3D-4D33-9F7D-5C998D75BB7B}" sibTransId="{8634D0C3-1987-4472-AA33-9EEDDF795084}"/>
    <dgm:cxn modelId="{F7F87BB1-E6AA-4AD1-B543-F1E4ED87AA99}" srcId="{72A75B75-8817-4CB9-BA66-504E9EE9A186}" destId="{EBB18FCD-9CBE-46E5-BA0F-61AD39AA39A5}" srcOrd="1" destOrd="0" parTransId="{3F4D2DB3-E03F-404C-B10B-C88A862C135B}" sibTransId="{167CC622-B876-4719-B525-87BD2EA558D0}"/>
    <dgm:cxn modelId="{B50F25D1-45AF-4BE0-8273-A20FE4C97F32}" type="presOf" srcId="{F0507DCF-16C2-40E1-ABC9-80E5BE99D107}" destId="{2F261AF9-F3D4-41F8-BBB8-7294364A96F4}" srcOrd="0" destOrd="5" presId="urn:microsoft.com/office/officeart/2018/2/layout/IconLabelDescriptionList"/>
    <dgm:cxn modelId="{1EE464D3-28F4-4BC3-B7A2-FB7E41F60ED8}" srcId="{EBB18FCD-9CBE-46E5-BA0F-61AD39AA39A5}" destId="{BB7F3EBB-74ED-420F-B9E7-704EEE79177B}" srcOrd="3" destOrd="0" parTransId="{CFF2F7A8-EAB4-4B1A-A5B6-A2C0D85D31EB}" sibTransId="{D13651AD-2349-4007-B2F5-B0B6FEEE1F33}"/>
    <dgm:cxn modelId="{344EB8E4-85B2-40CD-9241-6F762374F7B1}" type="presOf" srcId="{FFC33428-A9F1-41FC-BA75-A7B77EDE9B6F}" destId="{1C87AE4B-0A5B-46A3-ACE7-7ED00C648DD8}" srcOrd="0" destOrd="1" presId="urn:microsoft.com/office/officeart/2018/2/layout/IconLabelDescriptionList"/>
    <dgm:cxn modelId="{9BFCE7AC-03AD-43E5-9465-490859C399C1}" type="presParOf" srcId="{8BE58EF4-D4DE-4D63-B1B8-0EC0D0AA28F2}" destId="{B13DBCD3-F33F-4A23-8155-D914B9853218}" srcOrd="0" destOrd="0" presId="urn:microsoft.com/office/officeart/2018/2/layout/IconLabelDescriptionList"/>
    <dgm:cxn modelId="{069D5BE1-392E-474C-A0F1-322F1B3799FE}" type="presParOf" srcId="{B13DBCD3-F33F-4A23-8155-D914B9853218}" destId="{2A62251A-2EE6-4DCE-9211-91DD9E3288C8}" srcOrd="0" destOrd="0" presId="urn:microsoft.com/office/officeart/2018/2/layout/IconLabelDescriptionList"/>
    <dgm:cxn modelId="{C57A97CA-ACD4-47AA-A6B4-3A84E1FDF5C2}" type="presParOf" srcId="{B13DBCD3-F33F-4A23-8155-D914B9853218}" destId="{FC3FE39A-FAD2-43D4-960D-F61465F2AC46}" srcOrd="1" destOrd="0" presId="urn:microsoft.com/office/officeart/2018/2/layout/IconLabelDescriptionList"/>
    <dgm:cxn modelId="{A7004778-B1FE-4204-98C2-FE72679A9EB7}" type="presParOf" srcId="{B13DBCD3-F33F-4A23-8155-D914B9853218}" destId="{E4A9A4DB-2FBE-4A3D-A50C-170C890E9A3A}" srcOrd="2" destOrd="0" presId="urn:microsoft.com/office/officeart/2018/2/layout/IconLabelDescriptionList"/>
    <dgm:cxn modelId="{72380F6B-33F4-4762-8220-A9326F2C2C49}" type="presParOf" srcId="{B13DBCD3-F33F-4A23-8155-D914B9853218}" destId="{C0F2BBE3-00CB-49CC-A25F-A92936BE6E89}" srcOrd="3" destOrd="0" presId="urn:microsoft.com/office/officeart/2018/2/layout/IconLabelDescriptionList"/>
    <dgm:cxn modelId="{427722E6-4301-4715-AE4C-799EECDDB357}" type="presParOf" srcId="{B13DBCD3-F33F-4A23-8155-D914B9853218}" destId="{1C87AE4B-0A5B-46A3-ACE7-7ED00C648DD8}" srcOrd="4" destOrd="0" presId="urn:microsoft.com/office/officeart/2018/2/layout/IconLabelDescriptionList"/>
    <dgm:cxn modelId="{8CE7BE8E-C56C-467D-A0B3-2BE11164328F}" type="presParOf" srcId="{8BE58EF4-D4DE-4D63-B1B8-0EC0D0AA28F2}" destId="{62F1B815-663D-455A-B0AA-6A5F2637E25D}" srcOrd="1" destOrd="0" presId="urn:microsoft.com/office/officeart/2018/2/layout/IconLabelDescriptionList"/>
    <dgm:cxn modelId="{E32C5C64-0E24-406F-A49C-125FF10CF413}" type="presParOf" srcId="{8BE58EF4-D4DE-4D63-B1B8-0EC0D0AA28F2}" destId="{30B7B0BB-D8B4-423C-AF63-E8B22F64DEBF}" srcOrd="2" destOrd="0" presId="urn:microsoft.com/office/officeart/2018/2/layout/IconLabelDescriptionList"/>
    <dgm:cxn modelId="{813670BF-7932-4F0E-8611-9AD71C648606}" type="presParOf" srcId="{30B7B0BB-D8B4-423C-AF63-E8B22F64DEBF}" destId="{D61D37BB-B0ED-4156-B226-5B62FE0A081F}" srcOrd="0" destOrd="0" presId="urn:microsoft.com/office/officeart/2018/2/layout/IconLabelDescriptionList"/>
    <dgm:cxn modelId="{3C42914B-E294-482A-8889-F1E1FF677FE0}" type="presParOf" srcId="{30B7B0BB-D8B4-423C-AF63-E8B22F64DEBF}" destId="{91D7A99B-47AD-41E9-89CB-6C12647BA1D7}" srcOrd="1" destOrd="0" presId="urn:microsoft.com/office/officeart/2018/2/layout/IconLabelDescriptionList"/>
    <dgm:cxn modelId="{9C517161-3D30-4381-90B0-2450433F1CDF}" type="presParOf" srcId="{30B7B0BB-D8B4-423C-AF63-E8B22F64DEBF}" destId="{3671FAAE-AF83-4783-9EC8-D2811CF36438}" srcOrd="2" destOrd="0" presId="urn:microsoft.com/office/officeart/2018/2/layout/IconLabelDescriptionList"/>
    <dgm:cxn modelId="{55BE6AA6-5A5F-4424-9E1C-56FAC8ADE1E6}" type="presParOf" srcId="{30B7B0BB-D8B4-423C-AF63-E8B22F64DEBF}" destId="{2FDC435C-D989-449A-80DC-6C1F231C590C}" srcOrd="3" destOrd="0" presId="urn:microsoft.com/office/officeart/2018/2/layout/IconLabelDescriptionList"/>
    <dgm:cxn modelId="{E74C805E-ED9F-466A-8A54-0DF1687E2DBF}" type="presParOf" srcId="{30B7B0BB-D8B4-423C-AF63-E8B22F64DEBF}" destId="{2F261AF9-F3D4-41F8-BBB8-7294364A96F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FFE781-79A1-4CAC-8879-93D6A50207E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4EF647E9-26BA-4307-8063-6466F61067B2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GB" b="1" i="0" dirty="0"/>
            <a:t>AbbVie</a:t>
          </a:r>
          <a:endParaRPr lang="en-GB" dirty="0"/>
        </a:p>
      </dgm:t>
    </dgm:pt>
    <dgm:pt modelId="{CBFCB90E-A113-4969-8280-2D0374680CBB}" type="parTrans" cxnId="{ADCB8E7A-290F-4B9A-8EC0-E07ABE15BEB4}">
      <dgm:prSet/>
      <dgm:spPr/>
      <dgm:t>
        <a:bodyPr/>
        <a:lstStyle/>
        <a:p>
          <a:endParaRPr lang="en-GB"/>
        </a:p>
      </dgm:t>
    </dgm:pt>
    <dgm:pt modelId="{C6073B9D-5AC9-47D5-A587-F4F9FA56DADE}" type="sibTrans" cxnId="{ADCB8E7A-290F-4B9A-8EC0-E07ABE15BEB4}">
      <dgm:prSet/>
      <dgm:spPr/>
      <dgm:t>
        <a:bodyPr/>
        <a:lstStyle/>
        <a:p>
          <a:endParaRPr lang="en-GB"/>
        </a:p>
      </dgm:t>
    </dgm:pt>
    <dgm:pt modelId="{5FADEB2D-810D-4D67-8861-541B900AAED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Amgen</a:t>
          </a:r>
          <a:endParaRPr lang="en-GB" b="0" i="0"/>
        </a:p>
      </dgm:t>
    </dgm:pt>
    <dgm:pt modelId="{209BE0B8-0C7C-44CB-B1F8-DA685B56196A}" type="parTrans" cxnId="{704C3397-63AF-4102-9356-FB5EE9A130E1}">
      <dgm:prSet/>
      <dgm:spPr/>
      <dgm:t>
        <a:bodyPr/>
        <a:lstStyle/>
        <a:p>
          <a:endParaRPr lang="en-GB"/>
        </a:p>
      </dgm:t>
    </dgm:pt>
    <dgm:pt modelId="{93BFC2FE-AFE2-4DAC-816C-B69F693D0F19}" type="sibTrans" cxnId="{704C3397-63AF-4102-9356-FB5EE9A130E1}">
      <dgm:prSet/>
      <dgm:spPr/>
      <dgm:t>
        <a:bodyPr/>
        <a:lstStyle/>
        <a:p>
          <a:endParaRPr lang="en-GB"/>
        </a:p>
      </dgm:t>
    </dgm:pt>
    <dgm:pt modelId="{97EC2126-4BAE-47C5-8AFA-53E676A014E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AstraZeneca</a:t>
          </a:r>
          <a:endParaRPr lang="en-GB" b="0" i="0"/>
        </a:p>
      </dgm:t>
    </dgm:pt>
    <dgm:pt modelId="{FD9DD10F-784E-4EFF-914C-A07707A7DB2B}" type="parTrans" cxnId="{5EDD1A45-B3D7-41EA-A9F8-A9DF459B9107}">
      <dgm:prSet/>
      <dgm:spPr/>
      <dgm:t>
        <a:bodyPr/>
        <a:lstStyle/>
        <a:p>
          <a:endParaRPr lang="en-GB"/>
        </a:p>
      </dgm:t>
    </dgm:pt>
    <dgm:pt modelId="{B362168F-2324-4B80-AFAB-82322CF71369}" type="sibTrans" cxnId="{5EDD1A45-B3D7-41EA-A9F8-A9DF459B9107}">
      <dgm:prSet/>
      <dgm:spPr/>
      <dgm:t>
        <a:bodyPr/>
        <a:lstStyle/>
        <a:p>
          <a:endParaRPr lang="en-GB"/>
        </a:p>
      </dgm:t>
    </dgm:pt>
    <dgm:pt modelId="{FB5CE885-7702-4BA5-9001-80708C23D87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Bayer</a:t>
          </a:r>
          <a:endParaRPr lang="en-GB" b="0" i="0"/>
        </a:p>
      </dgm:t>
    </dgm:pt>
    <dgm:pt modelId="{AD476EB1-8AB4-4491-8F1B-0F663EE6F73A}" type="parTrans" cxnId="{31E273E6-0383-4EDA-8270-0F0FC29F2AF0}">
      <dgm:prSet/>
      <dgm:spPr/>
      <dgm:t>
        <a:bodyPr/>
        <a:lstStyle/>
        <a:p>
          <a:endParaRPr lang="en-GB"/>
        </a:p>
      </dgm:t>
    </dgm:pt>
    <dgm:pt modelId="{46030C5E-DFA8-482F-9C41-01E5E055A7B3}" type="sibTrans" cxnId="{31E273E6-0383-4EDA-8270-0F0FC29F2AF0}">
      <dgm:prSet/>
      <dgm:spPr/>
      <dgm:t>
        <a:bodyPr/>
        <a:lstStyle/>
        <a:p>
          <a:endParaRPr lang="en-GB"/>
        </a:p>
      </dgm:t>
    </dgm:pt>
    <dgm:pt modelId="{CB93C003-8C3E-44F7-A6F1-5EA6C5B4162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Bristol Myers Squibb</a:t>
          </a:r>
          <a:endParaRPr lang="en-GB" b="0" i="0"/>
        </a:p>
      </dgm:t>
    </dgm:pt>
    <dgm:pt modelId="{FFCE3B2C-7505-4BE8-A4BA-AB116753F9F1}" type="parTrans" cxnId="{1F066B75-BA82-4FD0-A423-06BFA982A3FA}">
      <dgm:prSet/>
      <dgm:spPr/>
      <dgm:t>
        <a:bodyPr/>
        <a:lstStyle/>
        <a:p>
          <a:endParaRPr lang="en-GB"/>
        </a:p>
      </dgm:t>
    </dgm:pt>
    <dgm:pt modelId="{1AB816E4-4271-4A65-A6D0-67FE4393753B}" type="sibTrans" cxnId="{1F066B75-BA82-4FD0-A423-06BFA982A3FA}">
      <dgm:prSet/>
      <dgm:spPr/>
      <dgm:t>
        <a:bodyPr/>
        <a:lstStyle/>
        <a:p>
          <a:endParaRPr lang="en-GB"/>
        </a:p>
      </dgm:t>
    </dgm:pt>
    <dgm:pt modelId="{B711D8E6-B9DE-4202-8C5A-CD0D8AFE0B2D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Beonemed</a:t>
          </a:r>
          <a:endParaRPr lang="en-GB" b="0" i="0"/>
        </a:p>
      </dgm:t>
    </dgm:pt>
    <dgm:pt modelId="{B06C8722-5483-46CA-B893-8A188699D72D}" type="parTrans" cxnId="{081FDD34-AA16-4111-8ED0-F595500648D7}">
      <dgm:prSet/>
      <dgm:spPr/>
      <dgm:t>
        <a:bodyPr/>
        <a:lstStyle/>
        <a:p>
          <a:endParaRPr lang="en-GB"/>
        </a:p>
      </dgm:t>
    </dgm:pt>
    <dgm:pt modelId="{5438EDF4-7D3E-4C19-83B3-703A5E20A3EA}" type="sibTrans" cxnId="{081FDD34-AA16-4111-8ED0-F595500648D7}">
      <dgm:prSet/>
      <dgm:spPr/>
      <dgm:t>
        <a:bodyPr/>
        <a:lstStyle/>
        <a:p>
          <a:endParaRPr lang="en-GB"/>
        </a:p>
      </dgm:t>
    </dgm:pt>
    <dgm:pt modelId="{9C45A531-E23D-4973-8380-3C373955066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Cytel</a:t>
          </a:r>
          <a:endParaRPr lang="en-GB" b="0" i="0"/>
        </a:p>
      </dgm:t>
    </dgm:pt>
    <dgm:pt modelId="{4B0CA057-E850-452D-9A42-08AC0BD6B09C}" type="parTrans" cxnId="{F5E8225B-27F7-4566-8274-AD2818B5DE97}">
      <dgm:prSet/>
      <dgm:spPr/>
      <dgm:t>
        <a:bodyPr/>
        <a:lstStyle/>
        <a:p>
          <a:endParaRPr lang="en-GB"/>
        </a:p>
      </dgm:t>
    </dgm:pt>
    <dgm:pt modelId="{F35A0886-99AD-46EF-9AC4-EF65A44D86B7}" type="sibTrans" cxnId="{F5E8225B-27F7-4566-8274-AD2818B5DE97}">
      <dgm:prSet/>
      <dgm:spPr/>
      <dgm:t>
        <a:bodyPr/>
        <a:lstStyle/>
        <a:p>
          <a:endParaRPr lang="en-GB"/>
        </a:p>
      </dgm:t>
    </dgm:pt>
    <dgm:pt modelId="{75A8B8CE-3AE3-45DC-A774-D9367BA2575B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Lilly</a:t>
          </a:r>
          <a:endParaRPr lang="en-GB" b="0" i="0"/>
        </a:p>
      </dgm:t>
    </dgm:pt>
    <dgm:pt modelId="{6886247C-26DE-4C3E-879E-C39587840250}" type="parTrans" cxnId="{096F212F-0B7F-404B-AC96-73147A4DDAEE}">
      <dgm:prSet/>
      <dgm:spPr/>
      <dgm:t>
        <a:bodyPr/>
        <a:lstStyle/>
        <a:p>
          <a:endParaRPr lang="en-GB"/>
        </a:p>
      </dgm:t>
    </dgm:pt>
    <dgm:pt modelId="{039C9003-BE77-4D03-B070-DAEB9472496C}" type="sibTrans" cxnId="{096F212F-0B7F-404B-AC96-73147A4DDAEE}">
      <dgm:prSet/>
      <dgm:spPr/>
      <dgm:t>
        <a:bodyPr/>
        <a:lstStyle/>
        <a:p>
          <a:endParaRPr lang="en-GB"/>
        </a:p>
      </dgm:t>
    </dgm:pt>
    <dgm:pt modelId="{B825DA40-617F-43EA-9503-113EC004003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 dirty="0"/>
            <a:t>Regeneron</a:t>
          </a:r>
          <a:endParaRPr lang="en-GB" b="0" i="0" dirty="0"/>
        </a:p>
      </dgm:t>
    </dgm:pt>
    <dgm:pt modelId="{C8FF6127-3BB2-49C8-A467-1A465335C3D8}" type="parTrans" cxnId="{C7533C4C-FFB0-4CD1-A686-94E8D55E61E0}">
      <dgm:prSet/>
      <dgm:spPr/>
      <dgm:t>
        <a:bodyPr/>
        <a:lstStyle/>
        <a:p>
          <a:endParaRPr lang="en-GB"/>
        </a:p>
      </dgm:t>
    </dgm:pt>
    <dgm:pt modelId="{7BA4528E-42E9-4EAC-9BD4-9BBEAA20FBEC}" type="sibTrans" cxnId="{C7533C4C-FFB0-4CD1-A686-94E8D55E61E0}">
      <dgm:prSet/>
      <dgm:spPr/>
      <dgm:t>
        <a:bodyPr/>
        <a:lstStyle/>
        <a:p>
          <a:endParaRPr lang="en-GB"/>
        </a:p>
      </dgm:t>
    </dgm:pt>
    <dgm:pt modelId="{AAF67A88-EC2E-4560-93E6-D12BF245F0B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Sanofi</a:t>
          </a:r>
          <a:endParaRPr lang="en-GB" b="0" i="0"/>
        </a:p>
      </dgm:t>
    </dgm:pt>
    <dgm:pt modelId="{4EBD8142-0A7E-4619-A2EA-B7CABA94C398}" type="parTrans" cxnId="{41F57E03-DE6A-42AC-BBE8-EC65E99509C3}">
      <dgm:prSet/>
      <dgm:spPr/>
      <dgm:t>
        <a:bodyPr/>
        <a:lstStyle/>
        <a:p>
          <a:endParaRPr lang="en-GB"/>
        </a:p>
      </dgm:t>
    </dgm:pt>
    <dgm:pt modelId="{AE82DA04-59E3-41BA-A63F-8FD319CEAABA}" type="sibTrans" cxnId="{41F57E03-DE6A-42AC-BBE8-EC65E99509C3}">
      <dgm:prSet/>
      <dgm:spPr/>
      <dgm:t>
        <a:bodyPr/>
        <a:lstStyle/>
        <a:p>
          <a:endParaRPr lang="en-GB"/>
        </a:p>
      </dgm:t>
    </dgm:pt>
    <dgm:pt modelId="{4ED6D200-A92B-4A27-B1A4-8CADB5881D9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Boehringer Ingelheim</a:t>
          </a:r>
          <a:endParaRPr lang="en-GB" b="0" i="0"/>
        </a:p>
      </dgm:t>
    </dgm:pt>
    <dgm:pt modelId="{A28D9582-1AFE-4CD1-9C89-B4FE746A3231}" type="parTrans" cxnId="{DD15562D-4D0C-4A43-800D-E1E33308EF61}">
      <dgm:prSet/>
      <dgm:spPr/>
      <dgm:t>
        <a:bodyPr/>
        <a:lstStyle/>
        <a:p>
          <a:endParaRPr lang="en-GB"/>
        </a:p>
      </dgm:t>
    </dgm:pt>
    <dgm:pt modelId="{B10A720E-D030-481C-BBDB-CA5D3DE157F4}" type="sibTrans" cxnId="{DD15562D-4D0C-4A43-800D-E1E33308EF61}">
      <dgm:prSet/>
      <dgm:spPr/>
      <dgm:t>
        <a:bodyPr/>
        <a:lstStyle/>
        <a:p>
          <a:endParaRPr lang="en-GB"/>
        </a:p>
      </dgm:t>
    </dgm:pt>
    <dgm:pt modelId="{5BA4CC3E-5FF3-4299-95A7-B0EBFA53F38D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b="1" i="0"/>
            <a:t>Johnson &amp; Johnson </a:t>
          </a:r>
          <a:endParaRPr lang="en-GB" b="0" i="0"/>
        </a:p>
      </dgm:t>
    </dgm:pt>
    <dgm:pt modelId="{55246FC3-C5ED-4F20-98AC-41365C6CD556}" type="parTrans" cxnId="{2A644007-7624-4861-A49E-9F550E08D8A2}">
      <dgm:prSet/>
      <dgm:spPr/>
      <dgm:t>
        <a:bodyPr/>
        <a:lstStyle/>
        <a:p>
          <a:endParaRPr lang="en-GB"/>
        </a:p>
      </dgm:t>
    </dgm:pt>
    <dgm:pt modelId="{56A982D5-B737-4112-8612-45C69FB4D074}" type="sibTrans" cxnId="{2A644007-7624-4861-A49E-9F550E08D8A2}">
      <dgm:prSet/>
      <dgm:spPr/>
      <dgm:t>
        <a:bodyPr/>
        <a:lstStyle/>
        <a:p>
          <a:endParaRPr lang="en-GB"/>
        </a:p>
      </dgm:t>
    </dgm:pt>
    <dgm:pt modelId="{4CFFC0DD-4EC0-48C2-8D50-DFA418E5FB56}" type="pres">
      <dgm:prSet presAssocID="{57FFE781-79A1-4CAC-8879-93D6A50207EF}" presName="diagram" presStyleCnt="0">
        <dgm:presLayoutVars>
          <dgm:dir/>
          <dgm:resizeHandles val="exact"/>
        </dgm:presLayoutVars>
      </dgm:prSet>
      <dgm:spPr/>
    </dgm:pt>
    <dgm:pt modelId="{D7A7D5F1-E6F0-4E54-B889-E133F7C33514}" type="pres">
      <dgm:prSet presAssocID="{4EF647E9-26BA-4307-8063-6466F61067B2}" presName="node" presStyleLbl="node1" presStyleIdx="0" presStyleCnt="12">
        <dgm:presLayoutVars>
          <dgm:bulletEnabled val="1"/>
        </dgm:presLayoutVars>
      </dgm:prSet>
      <dgm:spPr/>
    </dgm:pt>
    <dgm:pt modelId="{FF3E5427-55DC-4C4D-A54A-C7E22A6A3039}" type="pres">
      <dgm:prSet presAssocID="{C6073B9D-5AC9-47D5-A587-F4F9FA56DADE}" presName="sibTrans" presStyleCnt="0"/>
      <dgm:spPr/>
    </dgm:pt>
    <dgm:pt modelId="{740933BA-7097-4D8F-A71D-D56BE43218AA}" type="pres">
      <dgm:prSet presAssocID="{5FADEB2D-810D-4D67-8861-541B900AAED7}" presName="node" presStyleLbl="node1" presStyleIdx="1" presStyleCnt="12">
        <dgm:presLayoutVars>
          <dgm:bulletEnabled val="1"/>
        </dgm:presLayoutVars>
      </dgm:prSet>
      <dgm:spPr/>
    </dgm:pt>
    <dgm:pt modelId="{A7329172-E40E-46F8-80B4-32CAEADA292D}" type="pres">
      <dgm:prSet presAssocID="{93BFC2FE-AFE2-4DAC-816C-B69F693D0F19}" presName="sibTrans" presStyleCnt="0"/>
      <dgm:spPr/>
    </dgm:pt>
    <dgm:pt modelId="{D7973103-0644-4293-BFD7-220E82DED901}" type="pres">
      <dgm:prSet presAssocID="{97EC2126-4BAE-47C5-8AFA-53E676A014E0}" presName="node" presStyleLbl="node1" presStyleIdx="2" presStyleCnt="12">
        <dgm:presLayoutVars>
          <dgm:bulletEnabled val="1"/>
        </dgm:presLayoutVars>
      </dgm:prSet>
      <dgm:spPr/>
    </dgm:pt>
    <dgm:pt modelId="{6B4081E8-EF3C-495E-86B5-10E4DA634761}" type="pres">
      <dgm:prSet presAssocID="{B362168F-2324-4B80-AFAB-82322CF71369}" presName="sibTrans" presStyleCnt="0"/>
      <dgm:spPr/>
    </dgm:pt>
    <dgm:pt modelId="{D284918C-34EC-4D72-96D2-B89BC8240304}" type="pres">
      <dgm:prSet presAssocID="{FB5CE885-7702-4BA5-9001-80708C23D878}" presName="node" presStyleLbl="node1" presStyleIdx="3" presStyleCnt="12">
        <dgm:presLayoutVars>
          <dgm:bulletEnabled val="1"/>
        </dgm:presLayoutVars>
      </dgm:prSet>
      <dgm:spPr/>
    </dgm:pt>
    <dgm:pt modelId="{B7EB514D-10B5-46F5-BD45-0216E46C35CB}" type="pres">
      <dgm:prSet presAssocID="{46030C5E-DFA8-482F-9C41-01E5E055A7B3}" presName="sibTrans" presStyleCnt="0"/>
      <dgm:spPr/>
    </dgm:pt>
    <dgm:pt modelId="{B6296800-A151-4B83-BDE8-7B29261B00E5}" type="pres">
      <dgm:prSet presAssocID="{CB93C003-8C3E-44F7-A6F1-5EA6C5B41620}" presName="node" presStyleLbl="node1" presStyleIdx="4" presStyleCnt="12">
        <dgm:presLayoutVars>
          <dgm:bulletEnabled val="1"/>
        </dgm:presLayoutVars>
      </dgm:prSet>
      <dgm:spPr/>
    </dgm:pt>
    <dgm:pt modelId="{0748912C-7ACB-4C8E-AED9-FBD6A887A8B3}" type="pres">
      <dgm:prSet presAssocID="{1AB816E4-4271-4A65-A6D0-67FE4393753B}" presName="sibTrans" presStyleCnt="0"/>
      <dgm:spPr/>
    </dgm:pt>
    <dgm:pt modelId="{CA9BCAC3-58A8-4B04-B615-3C778D3758E0}" type="pres">
      <dgm:prSet presAssocID="{B711D8E6-B9DE-4202-8C5A-CD0D8AFE0B2D}" presName="node" presStyleLbl="node1" presStyleIdx="5" presStyleCnt="12">
        <dgm:presLayoutVars>
          <dgm:bulletEnabled val="1"/>
        </dgm:presLayoutVars>
      </dgm:prSet>
      <dgm:spPr/>
    </dgm:pt>
    <dgm:pt modelId="{14CAB1CF-9400-4AF1-865F-8BD9D0D5E6BE}" type="pres">
      <dgm:prSet presAssocID="{5438EDF4-7D3E-4C19-83B3-703A5E20A3EA}" presName="sibTrans" presStyleCnt="0"/>
      <dgm:spPr/>
    </dgm:pt>
    <dgm:pt modelId="{B639D090-E580-43D9-B73D-68C2DFA323F1}" type="pres">
      <dgm:prSet presAssocID="{9C45A531-E23D-4973-8380-3C373955066F}" presName="node" presStyleLbl="node1" presStyleIdx="6" presStyleCnt="12">
        <dgm:presLayoutVars>
          <dgm:bulletEnabled val="1"/>
        </dgm:presLayoutVars>
      </dgm:prSet>
      <dgm:spPr/>
    </dgm:pt>
    <dgm:pt modelId="{1942DBA0-847B-4CA1-8029-C2A5554056E6}" type="pres">
      <dgm:prSet presAssocID="{F35A0886-99AD-46EF-9AC4-EF65A44D86B7}" presName="sibTrans" presStyleCnt="0"/>
      <dgm:spPr/>
    </dgm:pt>
    <dgm:pt modelId="{AD5671F1-B2BF-43E3-A654-87DF2F2C6AF8}" type="pres">
      <dgm:prSet presAssocID="{75A8B8CE-3AE3-45DC-A774-D9367BA2575B}" presName="node" presStyleLbl="node1" presStyleIdx="7" presStyleCnt="12">
        <dgm:presLayoutVars>
          <dgm:bulletEnabled val="1"/>
        </dgm:presLayoutVars>
      </dgm:prSet>
      <dgm:spPr/>
    </dgm:pt>
    <dgm:pt modelId="{F09CA0E8-DEDB-487F-B58E-6BCC8A193F6C}" type="pres">
      <dgm:prSet presAssocID="{039C9003-BE77-4D03-B070-DAEB9472496C}" presName="sibTrans" presStyleCnt="0"/>
      <dgm:spPr/>
    </dgm:pt>
    <dgm:pt modelId="{E6937AFD-C657-4563-AF2A-A037CCB2B490}" type="pres">
      <dgm:prSet presAssocID="{B825DA40-617F-43EA-9503-113EC004003A}" presName="node" presStyleLbl="node1" presStyleIdx="8" presStyleCnt="12">
        <dgm:presLayoutVars>
          <dgm:bulletEnabled val="1"/>
        </dgm:presLayoutVars>
      </dgm:prSet>
      <dgm:spPr/>
    </dgm:pt>
    <dgm:pt modelId="{4C401FC5-D3E8-4CD2-BAF5-2F79EDC6D1CB}" type="pres">
      <dgm:prSet presAssocID="{7BA4528E-42E9-4EAC-9BD4-9BBEAA20FBEC}" presName="sibTrans" presStyleCnt="0"/>
      <dgm:spPr/>
    </dgm:pt>
    <dgm:pt modelId="{D8ACFA58-DC4B-4746-BD80-FB8176BC418E}" type="pres">
      <dgm:prSet presAssocID="{AAF67A88-EC2E-4560-93E6-D12BF245F0B0}" presName="node" presStyleLbl="node1" presStyleIdx="9" presStyleCnt="12">
        <dgm:presLayoutVars>
          <dgm:bulletEnabled val="1"/>
        </dgm:presLayoutVars>
      </dgm:prSet>
      <dgm:spPr/>
    </dgm:pt>
    <dgm:pt modelId="{472B36D0-A69F-4AA7-87E0-A287637D57F0}" type="pres">
      <dgm:prSet presAssocID="{AE82DA04-59E3-41BA-A63F-8FD319CEAABA}" presName="sibTrans" presStyleCnt="0"/>
      <dgm:spPr/>
    </dgm:pt>
    <dgm:pt modelId="{8822CF68-C8A2-41D7-8A3B-FACF5D156B93}" type="pres">
      <dgm:prSet presAssocID="{4ED6D200-A92B-4A27-B1A4-8CADB5881D9C}" presName="node" presStyleLbl="node1" presStyleIdx="10" presStyleCnt="12">
        <dgm:presLayoutVars>
          <dgm:bulletEnabled val="1"/>
        </dgm:presLayoutVars>
      </dgm:prSet>
      <dgm:spPr/>
    </dgm:pt>
    <dgm:pt modelId="{DE9A77A6-B045-40C2-A817-3250991645AA}" type="pres">
      <dgm:prSet presAssocID="{B10A720E-D030-481C-BBDB-CA5D3DE157F4}" presName="sibTrans" presStyleCnt="0"/>
      <dgm:spPr/>
    </dgm:pt>
    <dgm:pt modelId="{C4B35A62-12A6-4464-97B6-5F4E6507D4A0}" type="pres">
      <dgm:prSet presAssocID="{5BA4CC3E-5FF3-4299-95A7-B0EBFA53F38D}" presName="node" presStyleLbl="node1" presStyleIdx="11" presStyleCnt="12">
        <dgm:presLayoutVars>
          <dgm:bulletEnabled val="1"/>
        </dgm:presLayoutVars>
      </dgm:prSet>
      <dgm:spPr/>
    </dgm:pt>
  </dgm:ptLst>
  <dgm:cxnLst>
    <dgm:cxn modelId="{41F57E03-DE6A-42AC-BBE8-EC65E99509C3}" srcId="{57FFE781-79A1-4CAC-8879-93D6A50207EF}" destId="{AAF67A88-EC2E-4560-93E6-D12BF245F0B0}" srcOrd="9" destOrd="0" parTransId="{4EBD8142-0A7E-4619-A2EA-B7CABA94C398}" sibTransId="{AE82DA04-59E3-41BA-A63F-8FD319CEAABA}"/>
    <dgm:cxn modelId="{27495F06-CF00-468C-8499-D132198375FD}" type="presOf" srcId="{75A8B8CE-3AE3-45DC-A774-D9367BA2575B}" destId="{AD5671F1-B2BF-43E3-A654-87DF2F2C6AF8}" srcOrd="0" destOrd="0" presId="urn:microsoft.com/office/officeart/2005/8/layout/default"/>
    <dgm:cxn modelId="{2A644007-7624-4861-A49E-9F550E08D8A2}" srcId="{57FFE781-79A1-4CAC-8879-93D6A50207EF}" destId="{5BA4CC3E-5FF3-4299-95A7-B0EBFA53F38D}" srcOrd="11" destOrd="0" parTransId="{55246FC3-C5ED-4F20-98AC-41365C6CD556}" sibTransId="{56A982D5-B737-4112-8612-45C69FB4D074}"/>
    <dgm:cxn modelId="{A0EF8B0E-56FC-4111-860F-78872A35D017}" type="presOf" srcId="{AAF67A88-EC2E-4560-93E6-D12BF245F0B0}" destId="{D8ACFA58-DC4B-4746-BD80-FB8176BC418E}" srcOrd="0" destOrd="0" presId="urn:microsoft.com/office/officeart/2005/8/layout/default"/>
    <dgm:cxn modelId="{A2AC4F17-81DA-43C7-A137-ECE83896D4E2}" type="presOf" srcId="{9C45A531-E23D-4973-8380-3C373955066F}" destId="{B639D090-E580-43D9-B73D-68C2DFA323F1}" srcOrd="0" destOrd="0" presId="urn:microsoft.com/office/officeart/2005/8/layout/default"/>
    <dgm:cxn modelId="{DD15562D-4D0C-4A43-800D-E1E33308EF61}" srcId="{57FFE781-79A1-4CAC-8879-93D6A50207EF}" destId="{4ED6D200-A92B-4A27-B1A4-8CADB5881D9C}" srcOrd="10" destOrd="0" parTransId="{A28D9582-1AFE-4CD1-9C89-B4FE746A3231}" sibTransId="{B10A720E-D030-481C-BBDB-CA5D3DE157F4}"/>
    <dgm:cxn modelId="{096F212F-0B7F-404B-AC96-73147A4DDAEE}" srcId="{57FFE781-79A1-4CAC-8879-93D6A50207EF}" destId="{75A8B8CE-3AE3-45DC-A774-D9367BA2575B}" srcOrd="7" destOrd="0" parTransId="{6886247C-26DE-4C3E-879E-C39587840250}" sibTransId="{039C9003-BE77-4D03-B070-DAEB9472496C}"/>
    <dgm:cxn modelId="{081FDD34-AA16-4111-8ED0-F595500648D7}" srcId="{57FFE781-79A1-4CAC-8879-93D6A50207EF}" destId="{B711D8E6-B9DE-4202-8C5A-CD0D8AFE0B2D}" srcOrd="5" destOrd="0" parTransId="{B06C8722-5483-46CA-B893-8A188699D72D}" sibTransId="{5438EDF4-7D3E-4C19-83B3-703A5E20A3EA}"/>
    <dgm:cxn modelId="{F5E8225B-27F7-4566-8274-AD2818B5DE97}" srcId="{57FFE781-79A1-4CAC-8879-93D6A50207EF}" destId="{9C45A531-E23D-4973-8380-3C373955066F}" srcOrd="6" destOrd="0" parTransId="{4B0CA057-E850-452D-9A42-08AC0BD6B09C}" sibTransId="{F35A0886-99AD-46EF-9AC4-EF65A44D86B7}"/>
    <dgm:cxn modelId="{CC6BBE5B-A03B-47F4-AEC6-A4D8FE514761}" type="presOf" srcId="{4ED6D200-A92B-4A27-B1A4-8CADB5881D9C}" destId="{8822CF68-C8A2-41D7-8A3B-FACF5D156B93}" srcOrd="0" destOrd="0" presId="urn:microsoft.com/office/officeart/2005/8/layout/default"/>
    <dgm:cxn modelId="{5EDD1A45-B3D7-41EA-A9F8-A9DF459B9107}" srcId="{57FFE781-79A1-4CAC-8879-93D6A50207EF}" destId="{97EC2126-4BAE-47C5-8AFA-53E676A014E0}" srcOrd="2" destOrd="0" parTransId="{FD9DD10F-784E-4EFF-914C-A07707A7DB2B}" sibTransId="{B362168F-2324-4B80-AFAB-82322CF71369}"/>
    <dgm:cxn modelId="{00C0C865-2831-4464-A0C4-3F198BF9BBF7}" type="presOf" srcId="{5FADEB2D-810D-4D67-8861-541B900AAED7}" destId="{740933BA-7097-4D8F-A71D-D56BE43218AA}" srcOrd="0" destOrd="0" presId="urn:microsoft.com/office/officeart/2005/8/layout/default"/>
    <dgm:cxn modelId="{C7533C4C-FFB0-4CD1-A686-94E8D55E61E0}" srcId="{57FFE781-79A1-4CAC-8879-93D6A50207EF}" destId="{B825DA40-617F-43EA-9503-113EC004003A}" srcOrd="8" destOrd="0" parTransId="{C8FF6127-3BB2-49C8-A467-1A465335C3D8}" sibTransId="{7BA4528E-42E9-4EAC-9BD4-9BBEAA20FBEC}"/>
    <dgm:cxn modelId="{1F066B75-BA82-4FD0-A423-06BFA982A3FA}" srcId="{57FFE781-79A1-4CAC-8879-93D6A50207EF}" destId="{CB93C003-8C3E-44F7-A6F1-5EA6C5B41620}" srcOrd="4" destOrd="0" parTransId="{FFCE3B2C-7505-4BE8-A4BA-AB116753F9F1}" sibTransId="{1AB816E4-4271-4A65-A6D0-67FE4393753B}"/>
    <dgm:cxn modelId="{BDEC1656-0043-42AC-9485-50240AEF5715}" type="presOf" srcId="{5BA4CC3E-5FF3-4299-95A7-B0EBFA53F38D}" destId="{C4B35A62-12A6-4464-97B6-5F4E6507D4A0}" srcOrd="0" destOrd="0" presId="urn:microsoft.com/office/officeart/2005/8/layout/default"/>
    <dgm:cxn modelId="{439D9977-0AA3-42E0-AE96-FFC829382CB8}" type="presOf" srcId="{FB5CE885-7702-4BA5-9001-80708C23D878}" destId="{D284918C-34EC-4D72-96D2-B89BC8240304}" srcOrd="0" destOrd="0" presId="urn:microsoft.com/office/officeart/2005/8/layout/default"/>
    <dgm:cxn modelId="{6630A778-EDE6-45D9-8258-1263EC589F23}" type="presOf" srcId="{B825DA40-617F-43EA-9503-113EC004003A}" destId="{E6937AFD-C657-4563-AF2A-A037CCB2B490}" srcOrd="0" destOrd="0" presId="urn:microsoft.com/office/officeart/2005/8/layout/default"/>
    <dgm:cxn modelId="{ADCB8E7A-290F-4B9A-8EC0-E07ABE15BEB4}" srcId="{57FFE781-79A1-4CAC-8879-93D6A50207EF}" destId="{4EF647E9-26BA-4307-8063-6466F61067B2}" srcOrd="0" destOrd="0" parTransId="{CBFCB90E-A113-4969-8280-2D0374680CBB}" sibTransId="{C6073B9D-5AC9-47D5-A587-F4F9FA56DADE}"/>
    <dgm:cxn modelId="{E9774E94-0603-434D-9E21-3C09D7E30A38}" type="presOf" srcId="{B711D8E6-B9DE-4202-8C5A-CD0D8AFE0B2D}" destId="{CA9BCAC3-58A8-4B04-B615-3C778D3758E0}" srcOrd="0" destOrd="0" presId="urn:microsoft.com/office/officeart/2005/8/layout/default"/>
    <dgm:cxn modelId="{704C3397-63AF-4102-9356-FB5EE9A130E1}" srcId="{57FFE781-79A1-4CAC-8879-93D6A50207EF}" destId="{5FADEB2D-810D-4D67-8861-541B900AAED7}" srcOrd="1" destOrd="0" parTransId="{209BE0B8-0C7C-44CB-B1F8-DA685B56196A}" sibTransId="{93BFC2FE-AFE2-4DAC-816C-B69F693D0F19}"/>
    <dgm:cxn modelId="{E127A6BD-D5CB-48B7-A84F-07FEF5AFCC1C}" type="presOf" srcId="{97EC2126-4BAE-47C5-8AFA-53E676A014E0}" destId="{D7973103-0644-4293-BFD7-220E82DED901}" srcOrd="0" destOrd="0" presId="urn:microsoft.com/office/officeart/2005/8/layout/default"/>
    <dgm:cxn modelId="{D7369AC4-FF70-4F43-AA63-178F4AD04476}" type="presOf" srcId="{CB93C003-8C3E-44F7-A6F1-5EA6C5B41620}" destId="{B6296800-A151-4B83-BDE8-7B29261B00E5}" srcOrd="0" destOrd="0" presId="urn:microsoft.com/office/officeart/2005/8/layout/default"/>
    <dgm:cxn modelId="{001A03CA-9D49-43FE-B40E-06A706E239EB}" type="presOf" srcId="{4EF647E9-26BA-4307-8063-6466F61067B2}" destId="{D7A7D5F1-E6F0-4E54-B889-E133F7C33514}" srcOrd="0" destOrd="0" presId="urn:microsoft.com/office/officeart/2005/8/layout/default"/>
    <dgm:cxn modelId="{344F8FD3-3890-4024-9B9E-F002117F253E}" type="presOf" srcId="{57FFE781-79A1-4CAC-8879-93D6A50207EF}" destId="{4CFFC0DD-4EC0-48C2-8D50-DFA418E5FB56}" srcOrd="0" destOrd="0" presId="urn:microsoft.com/office/officeart/2005/8/layout/default"/>
    <dgm:cxn modelId="{31E273E6-0383-4EDA-8270-0F0FC29F2AF0}" srcId="{57FFE781-79A1-4CAC-8879-93D6A50207EF}" destId="{FB5CE885-7702-4BA5-9001-80708C23D878}" srcOrd="3" destOrd="0" parTransId="{AD476EB1-8AB4-4491-8F1B-0F663EE6F73A}" sibTransId="{46030C5E-DFA8-482F-9C41-01E5E055A7B3}"/>
    <dgm:cxn modelId="{6DEEB2AB-AD9B-4AB5-BD9D-396450368B50}" type="presParOf" srcId="{4CFFC0DD-4EC0-48C2-8D50-DFA418E5FB56}" destId="{D7A7D5F1-E6F0-4E54-B889-E133F7C33514}" srcOrd="0" destOrd="0" presId="urn:microsoft.com/office/officeart/2005/8/layout/default"/>
    <dgm:cxn modelId="{B9A8A80D-CB97-4602-8D9B-08C0010C61E2}" type="presParOf" srcId="{4CFFC0DD-4EC0-48C2-8D50-DFA418E5FB56}" destId="{FF3E5427-55DC-4C4D-A54A-C7E22A6A3039}" srcOrd="1" destOrd="0" presId="urn:microsoft.com/office/officeart/2005/8/layout/default"/>
    <dgm:cxn modelId="{BB0FD662-995B-46E3-A288-2701297C5D1E}" type="presParOf" srcId="{4CFFC0DD-4EC0-48C2-8D50-DFA418E5FB56}" destId="{740933BA-7097-4D8F-A71D-D56BE43218AA}" srcOrd="2" destOrd="0" presId="urn:microsoft.com/office/officeart/2005/8/layout/default"/>
    <dgm:cxn modelId="{D86EF68C-9776-44E3-BFA1-655A8194D987}" type="presParOf" srcId="{4CFFC0DD-4EC0-48C2-8D50-DFA418E5FB56}" destId="{A7329172-E40E-46F8-80B4-32CAEADA292D}" srcOrd="3" destOrd="0" presId="urn:microsoft.com/office/officeart/2005/8/layout/default"/>
    <dgm:cxn modelId="{EB33F0A7-ADDF-4411-9A9C-46C423AD41F5}" type="presParOf" srcId="{4CFFC0DD-4EC0-48C2-8D50-DFA418E5FB56}" destId="{D7973103-0644-4293-BFD7-220E82DED901}" srcOrd="4" destOrd="0" presId="urn:microsoft.com/office/officeart/2005/8/layout/default"/>
    <dgm:cxn modelId="{29FB5E07-5028-4686-AA6A-DB9A74C0C5F6}" type="presParOf" srcId="{4CFFC0DD-4EC0-48C2-8D50-DFA418E5FB56}" destId="{6B4081E8-EF3C-495E-86B5-10E4DA634761}" srcOrd="5" destOrd="0" presId="urn:microsoft.com/office/officeart/2005/8/layout/default"/>
    <dgm:cxn modelId="{44BCE3F1-E33B-4AD6-B443-51435CB4D686}" type="presParOf" srcId="{4CFFC0DD-4EC0-48C2-8D50-DFA418E5FB56}" destId="{D284918C-34EC-4D72-96D2-B89BC8240304}" srcOrd="6" destOrd="0" presId="urn:microsoft.com/office/officeart/2005/8/layout/default"/>
    <dgm:cxn modelId="{06D6D76D-A3F2-4EE9-924B-F2D5C0D5B196}" type="presParOf" srcId="{4CFFC0DD-4EC0-48C2-8D50-DFA418E5FB56}" destId="{B7EB514D-10B5-46F5-BD45-0216E46C35CB}" srcOrd="7" destOrd="0" presId="urn:microsoft.com/office/officeart/2005/8/layout/default"/>
    <dgm:cxn modelId="{F0AFED42-F40E-4B9A-B335-BB22A25A04F0}" type="presParOf" srcId="{4CFFC0DD-4EC0-48C2-8D50-DFA418E5FB56}" destId="{B6296800-A151-4B83-BDE8-7B29261B00E5}" srcOrd="8" destOrd="0" presId="urn:microsoft.com/office/officeart/2005/8/layout/default"/>
    <dgm:cxn modelId="{C7F50204-9312-4DC8-B72F-349994A64E01}" type="presParOf" srcId="{4CFFC0DD-4EC0-48C2-8D50-DFA418E5FB56}" destId="{0748912C-7ACB-4C8E-AED9-FBD6A887A8B3}" srcOrd="9" destOrd="0" presId="urn:microsoft.com/office/officeart/2005/8/layout/default"/>
    <dgm:cxn modelId="{DD8344AD-8971-4480-90DA-2CA4ECAC1DEF}" type="presParOf" srcId="{4CFFC0DD-4EC0-48C2-8D50-DFA418E5FB56}" destId="{CA9BCAC3-58A8-4B04-B615-3C778D3758E0}" srcOrd="10" destOrd="0" presId="urn:microsoft.com/office/officeart/2005/8/layout/default"/>
    <dgm:cxn modelId="{6CB2563D-5A42-440A-9092-6FE352CABF4B}" type="presParOf" srcId="{4CFFC0DD-4EC0-48C2-8D50-DFA418E5FB56}" destId="{14CAB1CF-9400-4AF1-865F-8BD9D0D5E6BE}" srcOrd="11" destOrd="0" presId="urn:microsoft.com/office/officeart/2005/8/layout/default"/>
    <dgm:cxn modelId="{AD9C93DF-083B-4D57-8DF6-3E4561EF7693}" type="presParOf" srcId="{4CFFC0DD-4EC0-48C2-8D50-DFA418E5FB56}" destId="{B639D090-E580-43D9-B73D-68C2DFA323F1}" srcOrd="12" destOrd="0" presId="urn:microsoft.com/office/officeart/2005/8/layout/default"/>
    <dgm:cxn modelId="{DB705388-52F6-4D71-B686-12B6BFB7A680}" type="presParOf" srcId="{4CFFC0DD-4EC0-48C2-8D50-DFA418E5FB56}" destId="{1942DBA0-847B-4CA1-8029-C2A5554056E6}" srcOrd="13" destOrd="0" presId="urn:microsoft.com/office/officeart/2005/8/layout/default"/>
    <dgm:cxn modelId="{FBC8A85B-CE9D-460D-A985-7CD6C9DD49C8}" type="presParOf" srcId="{4CFFC0DD-4EC0-48C2-8D50-DFA418E5FB56}" destId="{AD5671F1-B2BF-43E3-A654-87DF2F2C6AF8}" srcOrd="14" destOrd="0" presId="urn:microsoft.com/office/officeart/2005/8/layout/default"/>
    <dgm:cxn modelId="{3F978859-2CA4-4B3D-9BD9-1092F8053B15}" type="presParOf" srcId="{4CFFC0DD-4EC0-48C2-8D50-DFA418E5FB56}" destId="{F09CA0E8-DEDB-487F-B58E-6BCC8A193F6C}" srcOrd="15" destOrd="0" presId="urn:microsoft.com/office/officeart/2005/8/layout/default"/>
    <dgm:cxn modelId="{EA2AE5AA-A901-4D1A-9996-5B7A3E1823B4}" type="presParOf" srcId="{4CFFC0DD-4EC0-48C2-8D50-DFA418E5FB56}" destId="{E6937AFD-C657-4563-AF2A-A037CCB2B490}" srcOrd="16" destOrd="0" presId="urn:microsoft.com/office/officeart/2005/8/layout/default"/>
    <dgm:cxn modelId="{AF3852EB-C05B-48B0-8352-38D86C7495C2}" type="presParOf" srcId="{4CFFC0DD-4EC0-48C2-8D50-DFA418E5FB56}" destId="{4C401FC5-D3E8-4CD2-BAF5-2F79EDC6D1CB}" srcOrd="17" destOrd="0" presId="urn:microsoft.com/office/officeart/2005/8/layout/default"/>
    <dgm:cxn modelId="{EC35B566-AE54-464F-BC28-EC200F9F6EC7}" type="presParOf" srcId="{4CFFC0DD-4EC0-48C2-8D50-DFA418E5FB56}" destId="{D8ACFA58-DC4B-4746-BD80-FB8176BC418E}" srcOrd="18" destOrd="0" presId="urn:microsoft.com/office/officeart/2005/8/layout/default"/>
    <dgm:cxn modelId="{44B7D919-3309-49DA-8208-7C109A1FA04E}" type="presParOf" srcId="{4CFFC0DD-4EC0-48C2-8D50-DFA418E5FB56}" destId="{472B36D0-A69F-4AA7-87E0-A287637D57F0}" srcOrd="19" destOrd="0" presId="urn:microsoft.com/office/officeart/2005/8/layout/default"/>
    <dgm:cxn modelId="{E4064747-0428-4F99-8E99-7ABA10A0A359}" type="presParOf" srcId="{4CFFC0DD-4EC0-48C2-8D50-DFA418E5FB56}" destId="{8822CF68-C8A2-41D7-8A3B-FACF5D156B93}" srcOrd="20" destOrd="0" presId="urn:microsoft.com/office/officeart/2005/8/layout/default"/>
    <dgm:cxn modelId="{D379F716-446B-47B6-BE76-5FD006892F8F}" type="presParOf" srcId="{4CFFC0DD-4EC0-48C2-8D50-DFA418E5FB56}" destId="{DE9A77A6-B045-40C2-A817-3250991645AA}" srcOrd="21" destOrd="0" presId="urn:microsoft.com/office/officeart/2005/8/layout/default"/>
    <dgm:cxn modelId="{FC84D60B-6718-4A95-B044-CCB84535F2A0}" type="presParOf" srcId="{4CFFC0DD-4EC0-48C2-8D50-DFA418E5FB56}" destId="{C4B35A62-12A6-4464-97B6-5F4E6507D4A0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93F71C-0859-43CF-A897-61B70E074B3E}" type="doc">
      <dgm:prSet loTypeId="urn:microsoft.com/office/officeart/2005/8/layout/vList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960F9B4-9F2C-49F0-93E8-51B4AEA82A29}">
      <dgm:prSet/>
      <dgm:spPr/>
      <dgm:t>
        <a:bodyPr/>
        <a:lstStyle/>
        <a:p>
          <a:r>
            <a:rPr lang="en-US" dirty="0"/>
            <a:t>Patient Recruitment Monitoring and Forecasting, and Site Selection</a:t>
          </a:r>
        </a:p>
      </dgm:t>
    </dgm:pt>
    <dgm:pt modelId="{1131563C-1DF1-484F-AB2E-A593D784BB12}" type="parTrans" cxnId="{D63704B1-7138-4001-9AF7-92FDB80C03C7}">
      <dgm:prSet/>
      <dgm:spPr/>
      <dgm:t>
        <a:bodyPr/>
        <a:lstStyle/>
        <a:p>
          <a:endParaRPr lang="en-US" dirty="0"/>
        </a:p>
      </dgm:t>
    </dgm:pt>
    <dgm:pt modelId="{955AA51C-9268-4738-8E5B-5D7BE00E469D}" type="sibTrans" cxnId="{D63704B1-7138-4001-9AF7-92FDB80C03C7}">
      <dgm:prSet/>
      <dgm:spPr/>
      <dgm:t>
        <a:bodyPr/>
        <a:lstStyle/>
        <a:p>
          <a:endParaRPr lang="en-US" dirty="0"/>
        </a:p>
      </dgm:t>
    </dgm:pt>
    <dgm:pt modelId="{4A6E6452-5089-418B-A3A4-BF19B84C9297}">
      <dgm:prSet/>
      <dgm:spPr/>
      <dgm:t>
        <a:bodyPr/>
        <a:lstStyle/>
        <a:p>
          <a:r>
            <a:rPr lang="en-US" dirty="0"/>
            <a:t>Study Design and Operations Impact</a:t>
          </a:r>
        </a:p>
      </dgm:t>
    </dgm:pt>
    <dgm:pt modelId="{A7FA96D0-6558-42F0-9D40-320770C1FF68}" type="parTrans" cxnId="{CF60B47D-866D-43D1-9DFA-D81E03223AFA}">
      <dgm:prSet/>
      <dgm:spPr/>
      <dgm:t>
        <a:bodyPr/>
        <a:lstStyle/>
        <a:p>
          <a:endParaRPr lang="en-US" dirty="0"/>
        </a:p>
      </dgm:t>
    </dgm:pt>
    <dgm:pt modelId="{C6329D3A-47DB-4FC8-A4BA-03ED6EBA14B8}" type="sibTrans" cxnId="{CF60B47D-866D-43D1-9DFA-D81E03223AFA}">
      <dgm:prSet/>
      <dgm:spPr/>
      <dgm:t>
        <a:bodyPr/>
        <a:lstStyle/>
        <a:p>
          <a:endParaRPr lang="en-US" dirty="0"/>
        </a:p>
      </dgm:t>
    </dgm:pt>
    <dgm:pt modelId="{D1A014EC-41CD-436E-A863-D39B4C2768E6}">
      <dgm:prSet/>
      <dgm:spPr/>
      <dgm:t>
        <a:bodyPr/>
        <a:lstStyle/>
        <a:p>
          <a:r>
            <a:rPr lang="en-GB" dirty="0"/>
            <a:t>Dynamic Trial Monitoring and Data Quality </a:t>
          </a:r>
          <a:endParaRPr lang="en-US" dirty="0"/>
        </a:p>
      </dgm:t>
    </dgm:pt>
    <dgm:pt modelId="{25266E2A-23CE-4F78-8864-A3E5628843FF}" type="parTrans" cxnId="{1A97E4B2-DAA7-417E-8B71-7BC10E6A25C0}">
      <dgm:prSet/>
      <dgm:spPr/>
      <dgm:t>
        <a:bodyPr/>
        <a:lstStyle/>
        <a:p>
          <a:endParaRPr lang="en-US" dirty="0"/>
        </a:p>
      </dgm:t>
    </dgm:pt>
    <dgm:pt modelId="{30486D08-0961-4ADB-BF42-82434D94EB61}" type="sibTrans" cxnId="{1A97E4B2-DAA7-417E-8B71-7BC10E6A25C0}">
      <dgm:prSet/>
      <dgm:spPr/>
      <dgm:t>
        <a:bodyPr/>
        <a:lstStyle/>
        <a:p>
          <a:endParaRPr lang="en-US" dirty="0"/>
        </a:p>
      </dgm:t>
    </dgm:pt>
    <dgm:pt modelId="{43604DDA-F3ED-4FDB-8F37-909D6CE0AFA9}">
      <dgm:prSet/>
      <dgm:spPr/>
      <dgm:t>
        <a:bodyPr/>
        <a:lstStyle/>
        <a:p>
          <a:r>
            <a:rPr lang="en-GB" dirty="0"/>
            <a:t>Clinical Supply Chain</a:t>
          </a:r>
          <a:endParaRPr lang="en-US" dirty="0"/>
        </a:p>
      </dgm:t>
    </dgm:pt>
    <dgm:pt modelId="{CD749196-1263-47FA-B301-23E20870BA3C}" type="parTrans" cxnId="{25D447DC-E023-4802-BCB0-B1133AD58692}">
      <dgm:prSet/>
      <dgm:spPr/>
      <dgm:t>
        <a:bodyPr/>
        <a:lstStyle/>
        <a:p>
          <a:endParaRPr lang="en-US" dirty="0"/>
        </a:p>
      </dgm:t>
    </dgm:pt>
    <dgm:pt modelId="{49F602F5-8FDA-460B-9404-04D8336C1303}" type="sibTrans" cxnId="{25D447DC-E023-4802-BCB0-B1133AD58692}">
      <dgm:prSet/>
      <dgm:spPr/>
      <dgm:t>
        <a:bodyPr/>
        <a:lstStyle/>
        <a:p>
          <a:endParaRPr lang="en-US" dirty="0"/>
        </a:p>
      </dgm:t>
    </dgm:pt>
    <dgm:pt modelId="{1CA4B8FA-A6AD-4388-AE5E-5F83CC15703A}" type="pres">
      <dgm:prSet presAssocID="{7593F71C-0859-43CF-A897-61B70E074B3E}" presName="linearFlow" presStyleCnt="0">
        <dgm:presLayoutVars>
          <dgm:dir/>
          <dgm:resizeHandles val="exact"/>
        </dgm:presLayoutVars>
      </dgm:prSet>
      <dgm:spPr/>
    </dgm:pt>
    <dgm:pt modelId="{95E1B888-2441-438E-B90C-932286D8B96E}" type="pres">
      <dgm:prSet presAssocID="{5960F9B4-9F2C-49F0-93E8-51B4AEA82A29}" presName="composite" presStyleCnt="0"/>
      <dgm:spPr/>
    </dgm:pt>
    <dgm:pt modelId="{503A46C7-05F2-4C8E-BF70-1A289D6A0838}" type="pres">
      <dgm:prSet presAssocID="{5960F9B4-9F2C-49F0-93E8-51B4AEA82A29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 with solid fill"/>
        </a:ext>
      </dgm:extLst>
    </dgm:pt>
    <dgm:pt modelId="{C1D93755-099C-4065-A7E2-5EBE262A2675}" type="pres">
      <dgm:prSet presAssocID="{5960F9B4-9F2C-49F0-93E8-51B4AEA82A29}" presName="txShp" presStyleLbl="node1" presStyleIdx="0" presStyleCnt="4">
        <dgm:presLayoutVars>
          <dgm:bulletEnabled val="1"/>
        </dgm:presLayoutVars>
      </dgm:prSet>
      <dgm:spPr/>
    </dgm:pt>
    <dgm:pt modelId="{9E91E1D5-A016-4C53-820D-D5D010F403C5}" type="pres">
      <dgm:prSet presAssocID="{955AA51C-9268-4738-8E5B-5D7BE00E469D}" presName="spacing" presStyleCnt="0"/>
      <dgm:spPr/>
    </dgm:pt>
    <dgm:pt modelId="{D1F7F2B3-27D3-4015-BD2B-BF91FC3088AB}" type="pres">
      <dgm:prSet presAssocID="{4A6E6452-5089-418B-A3A4-BF19B84C9297}" presName="composite" presStyleCnt="0"/>
      <dgm:spPr/>
    </dgm:pt>
    <dgm:pt modelId="{9744AFA9-53E2-48C5-BCE1-8854B9FE1CBC}" type="pres">
      <dgm:prSet presAssocID="{4A6E6452-5089-418B-A3A4-BF19B84C9297}" presName="imgShp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ueprint with solid fill"/>
        </a:ext>
      </dgm:extLst>
    </dgm:pt>
    <dgm:pt modelId="{17188B3D-A4B4-4832-8B7E-C40B90B8361C}" type="pres">
      <dgm:prSet presAssocID="{4A6E6452-5089-418B-A3A4-BF19B84C9297}" presName="txShp" presStyleLbl="node1" presStyleIdx="1" presStyleCnt="4">
        <dgm:presLayoutVars>
          <dgm:bulletEnabled val="1"/>
        </dgm:presLayoutVars>
      </dgm:prSet>
      <dgm:spPr/>
    </dgm:pt>
    <dgm:pt modelId="{9998D3B2-431D-4314-B1DF-75CD5853243B}" type="pres">
      <dgm:prSet presAssocID="{C6329D3A-47DB-4FC8-A4BA-03ED6EBA14B8}" presName="spacing" presStyleCnt="0"/>
      <dgm:spPr/>
    </dgm:pt>
    <dgm:pt modelId="{DDE38530-F757-4378-BE07-39F6C124A80A}" type="pres">
      <dgm:prSet presAssocID="{D1A014EC-41CD-436E-A863-D39B4C2768E6}" presName="composite" presStyleCnt="0"/>
      <dgm:spPr/>
    </dgm:pt>
    <dgm:pt modelId="{6B5BAC5D-D938-455D-8F0B-02A801CC29C6}" type="pres">
      <dgm:prSet presAssocID="{D1A014EC-41CD-436E-A863-D39B4C2768E6}" presName="imgShp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Badge with solid fill"/>
        </a:ext>
      </dgm:extLst>
    </dgm:pt>
    <dgm:pt modelId="{67735111-A09E-4962-A8D5-F01FAF7F02F0}" type="pres">
      <dgm:prSet presAssocID="{D1A014EC-41CD-436E-A863-D39B4C2768E6}" presName="txShp" presStyleLbl="node1" presStyleIdx="2" presStyleCnt="4">
        <dgm:presLayoutVars>
          <dgm:bulletEnabled val="1"/>
        </dgm:presLayoutVars>
      </dgm:prSet>
      <dgm:spPr/>
    </dgm:pt>
    <dgm:pt modelId="{B5A0445E-1FE6-4690-A848-5D88DF04D234}" type="pres">
      <dgm:prSet presAssocID="{30486D08-0961-4ADB-BF42-82434D94EB61}" presName="spacing" presStyleCnt="0"/>
      <dgm:spPr/>
    </dgm:pt>
    <dgm:pt modelId="{6EE69F55-913F-43CF-B0F7-EDCF6BF25752}" type="pres">
      <dgm:prSet presAssocID="{43604DDA-F3ED-4FDB-8F37-909D6CE0AFA9}" presName="composite" presStyleCnt="0"/>
      <dgm:spPr/>
    </dgm:pt>
    <dgm:pt modelId="{052A9A22-09E8-4C20-B96F-6461BE8EC12E}" type="pres">
      <dgm:prSet presAssocID="{43604DDA-F3ED-4FDB-8F37-909D6CE0AFA9}" presName="imgShp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 with solid fill"/>
        </a:ext>
      </dgm:extLst>
    </dgm:pt>
    <dgm:pt modelId="{52742CC7-22A2-4B35-97E3-BF31D1D6F415}" type="pres">
      <dgm:prSet presAssocID="{43604DDA-F3ED-4FDB-8F37-909D6CE0AFA9}" presName="txShp" presStyleLbl="node1" presStyleIdx="3" presStyleCnt="4">
        <dgm:presLayoutVars>
          <dgm:bulletEnabled val="1"/>
        </dgm:presLayoutVars>
      </dgm:prSet>
      <dgm:spPr/>
    </dgm:pt>
  </dgm:ptLst>
  <dgm:cxnLst>
    <dgm:cxn modelId="{B3D1A90E-D907-4C89-9518-B54427B259C5}" type="presOf" srcId="{D1A014EC-41CD-436E-A863-D39B4C2768E6}" destId="{67735111-A09E-4962-A8D5-F01FAF7F02F0}" srcOrd="0" destOrd="0" presId="urn:microsoft.com/office/officeart/2005/8/layout/vList3"/>
    <dgm:cxn modelId="{F580B42D-7B5D-40CE-87EC-8228F6153789}" type="presOf" srcId="{7593F71C-0859-43CF-A897-61B70E074B3E}" destId="{1CA4B8FA-A6AD-4388-AE5E-5F83CC15703A}" srcOrd="0" destOrd="0" presId="urn:microsoft.com/office/officeart/2005/8/layout/vList3"/>
    <dgm:cxn modelId="{1C21A730-F2FC-4802-9187-1091DE8EE9F4}" type="presOf" srcId="{43604DDA-F3ED-4FDB-8F37-909D6CE0AFA9}" destId="{52742CC7-22A2-4B35-97E3-BF31D1D6F415}" srcOrd="0" destOrd="0" presId="urn:microsoft.com/office/officeart/2005/8/layout/vList3"/>
    <dgm:cxn modelId="{51A6326B-B20A-4107-8279-B627130EA21C}" type="presOf" srcId="{4A6E6452-5089-418B-A3A4-BF19B84C9297}" destId="{17188B3D-A4B4-4832-8B7E-C40B90B8361C}" srcOrd="0" destOrd="0" presId="urn:microsoft.com/office/officeart/2005/8/layout/vList3"/>
    <dgm:cxn modelId="{86E9C54B-9C40-4DD5-B6EE-5B4BD1BB28EB}" type="presOf" srcId="{5960F9B4-9F2C-49F0-93E8-51B4AEA82A29}" destId="{C1D93755-099C-4065-A7E2-5EBE262A2675}" srcOrd="0" destOrd="0" presId="urn:microsoft.com/office/officeart/2005/8/layout/vList3"/>
    <dgm:cxn modelId="{CF60B47D-866D-43D1-9DFA-D81E03223AFA}" srcId="{7593F71C-0859-43CF-A897-61B70E074B3E}" destId="{4A6E6452-5089-418B-A3A4-BF19B84C9297}" srcOrd="1" destOrd="0" parTransId="{A7FA96D0-6558-42F0-9D40-320770C1FF68}" sibTransId="{C6329D3A-47DB-4FC8-A4BA-03ED6EBA14B8}"/>
    <dgm:cxn modelId="{D63704B1-7138-4001-9AF7-92FDB80C03C7}" srcId="{7593F71C-0859-43CF-A897-61B70E074B3E}" destId="{5960F9B4-9F2C-49F0-93E8-51B4AEA82A29}" srcOrd="0" destOrd="0" parTransId="{1131563C-1DF1-484F-AB2E-A593D784BB12}" sibTransId="{955AA51C-9268-4738-8E5B-5D7BE00E469D}"/>
    <dgm:cxn modelId="{1A97E4B2-DAA7-417E-8B71-7BC10E6A25C0}" srcId="{7593F71C-0859-43CF-A897-61B70E074B3E}" destId="{D1A014EC-41CD-436E-A863-D39B4C2768E6}" srcOrd="2" destOrd="0" parTransId="{25266E2A-23CE-4F78-8864-A3E5628843FF}" sibTransId="{30486D08-0961-4ADB-BF42-82434D94EB61}"/>
    <dgm:cxn modelId="{25D447DC-E023-4802-BCB0-B1133AD58692}" srcId="{7593F71C-0859-43CF-A897-61B70E074B3E}" destId="{43604DDA-F3ED-4FDB-8F37-909D6CE0AFA9}" srcOrd="3" destOrd="0" parTransId="{CD749196-1263-47FA-B301-23E20870BA3C}" sibTransId="{49F602F5-8FDA-460B-9404-04D8336C1303}"/>
    <dgm:cxn modelId="{58840C7B-7574-4736-92DA-0C0D3C64C839}" type="presParOf" srcId="{1CA4B8FA-A6AD-4388-AE5E-5F83CC15703A}" destId="{95E1B888-2441-438E-B90C-932286D8B96E}" srcOrd="0" destOrd="0" presId="urn:microsoft.com/office/officeart/2005/8/layout/vList3"/>
    <dgm:cxn modelId="{6F80AA9C-26EF-4F44-A58A-FB57A1A643DC}" type="presParOf" srcId="{95E1B888-2441-438E-B90C-932286D8B96E}" destId="{503A46C7-05F2-4C8E-BF70-1A289D6A0838}" srcOrd="0" destOrd="0" presId="urn:microsoft.com/office/officeart/2005/8/layout/vList3"/>
    <dgm:cxn modelId="{CCF99D4D-2398-4F52-9108-E2B93A93D366}" type="presParOf" srcId="{95E1B888-2441-438E-B90C-932286D8B96E}" destId="{C1D93755-099C-4065-A7E2-5EBE262A2675}" srcOrd="1" destOrd="0" presId="urn:microsoft.com/office/officeart/2005/8/layout/vList3"/>
    <dgm:cxn modelId="{29CC4080-20A8-42CF-89DB-75B75C8D21F9}" type="presParOf" srcId="{1CA4B8FA-A6AD-4388-AE5E-5F83CC15703A}" destId="{9E91E1D5-A016-4C53-820D-D5D010F403C5}" srcOrd="1" destOrd="0" presId="urn:microsoft.com/office/officeart/2005/8/layout/vList3"/>
    <dgm:cxn modelId="{DF8ACF96-38B8-4687-BB77-34F68BD9F682}" type="presParOf" srcId="{1CA4B8FA-A6AD-4388-AE5E-5F83CC15703A}" destId="{D1F7F2B3-27D3-4015-BD2B-BF91FC3088AB}" srcOrd="2" destOrd="0" presId="urn:microsoft.com/office/officeart/2005/8/layout/vList3"/>
    <dgm:cxn modelId="{D5DD6917-76C1-4FC6-BE79-54B1304420A4}" type="presParOf" srcId="{D1F7F2B3-27D3-4015-BD2B-BF91FC3088AB}" destId="{9744AFA9-53E2-48C5-BCE1-8854B9FE1CBC}" srcOrd="0" destOrd="0" presId="urn:microsoft.com/office/officeart/2005/8/layout/vList3"/>
    <dgm:cxn modelId="{EC38C474-B14C-4C25-A2A6-28ED36F4FABB}" type="presParOf" srcId="{D1F7F2B3-27D3-4015-BD2B-BF91FC3088AB}" destId="{17188B3D-A4B4-4832-8B7E-C40B90B8361C}" srcOrd="1" destOrd="0" presId="urn:microsoft.com/office/officeart/2005/8/layout/vList3"/>
    <dgm:cxn modelId="{ED311B7E-771F-482F-BD0D-42BFF060B905}" type="presParOf" srcId="{1CA4B8FA-A6AD-4388-AE5E-5F83CC15703A}" destId="{9998D3B2-431D-4314-B1DF-75CD5853243B}" srcOrd="3" destOrd="0" presId="urn:microsoft.com/office/officeart/2005/8/layout/vList3"/>
    <dgm:cxn modelId="{E4C24521-E131-49B6-A142-61DBB68A2171}" type="presParOf" srcId="{1CA4B8FA-A6AD-4388-AE5E-5F83CC15703A}" destId="{DDE38530-F757-4378-BE07-39F6C124A80A}" srcOrd="4" destOrd="0" presId="urn:microsoft.com/office/officeart/2005/8/layout/vList3"/>
    <dgm:cxn modelId="{609AE187-0B3D-4339-B559-C813CE6310EE}" type="presParOf" srcId="{DDE38530-F757-4378-BE07-39F6C124A80A}" destId="{6B5BAC5D-D938-455D-8F0B-02A801CC29C6}" srcOrd="0" destOrd="0" presId="urn:microsoft.com/office/officeart/2005/8/layout/vList3"/>
    <dgm:cxn modelId="{9A2576DA-F5BF-4CEE-8006-EBA6FBF965A7}" type="presParOf" srcId="{DDE38530-F757-4378-BE07-39F6C124A80A}" destId="{67735111-A09E-4962-A8D5-F01FAF7F02F0}" srcOrd="1" destOrd="0" presId="urn:microsoft.com/office/officeart/2005/8/layout/vList3"/>
    <dgm:cxn modelId="{27DF998E-3917-4208-A0F6-F1DA991FF230}" type="presParOf" srcId="{1CA4B8FA-A6AD-4388-AE5E-5F83CC15703A}" destId="{B5A0445E-1FE6-4690-A848-5D88DF04D234}" srcOrd="5" destOrd="0" presId="urn:microsoft.com/office/officeart/2005/8/layout/vList3"/>
    <dgm:cxn modelId="{331BE27C-BEF4-4D50-8B96-DE9986E692E6}" type="presParOf" srcId="{1CA4B8FA-A6AD-4388-AE5E-5F83CC15703A}" destId="{6EE69F55-913F-43CF-B0F7-EDCF6BF25752}" srcOrd="6" destOrd="0" presId="urn:microsoft.com/office/officeart/2005/8/layout/vList3"/>
    <dgm:cxn modelId="{2BAF5C59-2372-42E1-BD0E-DD6C3B5675B7}" type="presParOf" srcId="{6EE69F55-913F-43CF-B0F7-EDCF6BF25752}" destId="{052A9A22-09E8-4C20-B96F-6461BE8EC12E}" srcOrd="0" destOrd="0" presId="urn:microsoft.com/office/officeart/2005/8/layout/vList3"/>
    <dgm:cxn modelId="{AB04EBD0-CC83-4997-8D37-4A578B664E1B}" type="presParOf" srcId="{6EE69F55-913F-43CF-B0F7-EDCF6BF25752}" destId="{52742CC7-22A2-4B35-97E3-BF31D1D6F41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618165-352A-4641-A024-0E1B0F289E04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9EC76A50-F4BE-4C5F-B2AD-F48B2A3B1E94}">
      <dgm:prSet phldrT="[Text]"/>
      <dgm:spPr/>
      <dgm:t>
        <a:bodyPr/>
        <a:lstStyle/>
        <a:p>
          <a:r>
            <a:rPr lang="en-CA" dirty="0"/>
            <a:t>Year 1</a:t>
          </a:r>
        </a:p>
      </dgm:t>
    </dgm:pt>
    <dgm:pt modelId="{AE0DFF14-5D3E-4AB5-90F6-C5778F0BED4C}" type="parTrans" cxnId="{932EA3BA-0CF7-472D-B486-0915B8ABF255}">
      <dgm:prSet/>
      <dgm:spPr/>
      <dgm:t>
        <a:bodyPr/>
        <a:lstStyle/>
        <a:p>
          <a:endParaRPr lang="en-CA"/>
        </a:p>
      </dgm:t>
    </dgm:pt>
    <dgm:pt modelId="{28653188-640D-41F7-8372-DC726CCA0BB7}" type="sibTrans" cxnId="{932EA3BA-0CF7-472D-B486-0915B8ABF255}">
      <dgm:prSet/>
      <dgm:spPr/>
      <dgm:t>
        <a:bodyPr/>
        <a:lstStyle/>
        <a:p>
          <a:endParaRPr lang="en-CA"/>
        </a:p>
      </dgm:t>
    </dgm:pt>
    <dgm:pt modelId="{98C57DDF-67E4-41AA-B7FD-F661D77C9391}">
      <dgm:prSet phldrT="[Text]"/>
      <dgm:spPr/>
      <dgm:t>
        <a:bodyPr/>
        <a:lstStyle/>
        <a:p>
          <a:pPr>
            <a:buNone/>
          </a:pPr>
          <a:r>
            <a:rPr lang="en-US" dirty="0"/>
            <a:t>Literature review</a:t>
          </a:r>
          <a:endParaRPr lang="en-CA" dirty="0"/>
        </a:p>
      </dgm:t>
    </dgm:pt>
    <dgm:pt modelId="{BED4DC05-EB68-48CF-B5A0-4FF239B5A298}" type="parTrans" cxnId="{E900D7DA-A986-4724-B5E0-A2A9CFE7975A}">
      <dgm:prSet/>
      <dgm:spPr/>
      <dgm:t>
        <a:bodyPr/>
        <a:lstStyle/>
        <a:p>
          <a:endParaRPr lang="en-CA"/>
        </a:p>
      </dgm:t>
    </dgm:pt>
    <dgm:pt modelId="{AD9DD7D5-0C81-456B-9B27-B7540F677324}" type="sibTrans" cxnId="{E900D7DA-A986-4724-B5E0-A2A9CFE7975A}">
      <dgm:prSet/>
      <dgm:spPr/>
      <dgm:t>
        <a:bodyPr/>
        <a:lstStyle/>
        <a:p>
          <a:endParaRPr lang="en-CA"/>
        </a:p>
      </dgm:t>
    </dgm:pt>
    <dgm:pt modelId="{C10A4180-3EA6-493C-A2B3-F7DF7C013A00}">
      <dgm:prSet phldrT="[Text]"/>
      <dgm:spPr/>
      <dgm:t>
        <a:bodyPr/>
        <a:lstStyle/>
        <a:p>
          <a:r>
            <a:rPr lang="en-CA" dirty="0"/>
            <a:t>Year 2</a:t>
          </a:r>
        </a:p>
      </dgm:t>
    </dgm:pt>
    <dgm:pt modelId="{709A28BE-9789-4B76-A3BF-1CE4C74C5E44}" type="parTrans" cxnId="{4D33D82A-F786-4EA0-ADB3-AA2A9451547E}">
      <dgm:prSet/>
      <dgm:spPr/>
      <dgm:t>
        <a:bodyPr/>
        <a:lstStyle/>
        <a:p>
          <a:endParaRPr lang="en-CA"/>
        </a:p>
      </dgm:t>
    </dgm:pt>
    <dgm:pt modelId="{34969CF2-0422-4481-9BD4-90BD705FE812}" type="sibTrans" cxnId="{4D33D82A-F786-4EA0-ADB3-AA2A9451547E}">
      <dgm:prSet/>
      <dgm:spPr/>
      <dgm:t>
        <a:bodyPr/>
        <a:lstStyle/>
        <a:p>
          <a:endParaRPr lang="en-CA"/>
        </a:p>
      </dgm:t>
    </dgm:pt>
    <dgm:pt modelId="{813D7919-D87F-4D96-BE49-DE0271E63C7B}">
      <dgm:prSet phldrT="[Text]"/>
      <dgm:spPr/>
      <dgm:t>
        <a:bodyPr/>
        <a:lstStyle/>
        <a:p>
          <a:r>
            <a:rPr lang="en-US" dirty="0"/>
            <a:t>Develop and apply methodologies</a:t>
          </a:r>
          <a:endParaRPr lang="en-CA" dirty="0"/>
        </a:p>
      </dgm:t>
    </dgm:pt>
    <dgm:pt modelId="{53521E23-4430-4D72-A337-7608325F20D3}" type="parTrans" cxnId="{97BF782B-A514-4A56-948F-30CF5C32B2E6}">
      <dgm:prSet/>
      <dgm:spPr/>
      <dgm:t>
        <a:bodyPr/>
        <a:lstStyle/>
        <a:p>
          <a:endParaRPr lang="en-CA"/>
        </a:p>
      </dgm:t>
    </dgm:pt>
    <dgm:pt modelId="{2CB8F85B-CCB3-4F34-89BC-B9118B777590}" type="sibTrans" cxnId="{97BF782B-A514-4A56-948F-30CF5C32B2E6}">
      <dgm:prSet/>
      <dgm:spPr/>
      <dgm:t>
        <a:bodyPr/>
        <a:lstStyle/>
        <a:p>
          <a:endParaRPr lang="en-CA"/>
        </a:p>
      </dgm:t>
    </dgm:pt>
    <dgm:pt modelId="{A15E37D9-300A-411E-AB00-9F4FDD9F9C15}">
      <dgm:prSet phldrT="[Text]"/>
      <dgm:spPr/>
      <dgm:t>
        <a:bodyPr/>
        <a:lstStyle/>
        <a:p>
          <a:r>
            <a:rPr lang="en-CA" dirty="0"/>
            <a:t>Year 3</a:t>
          </a:r>
        </a:p>
      </dgm:t>
    </dgm:pt>
    <dgm:pt modelId="{5EC4638D-EE17-4924-945E-140845D35463}" type="parTrans" cxnId="{35D3D4D3-3A42-421E-9B93-16EF1F2AAC31}">
      <dgm:prSet/>
      <dgm:spPr/>
      <dgm:t>
        <a:bodyPr/>
        <a:lstStyle/>
        <a:p>
          <a:endParaRPr lang="en-CA"/>
        </a:p>
      </dgm:t>
    </dgm:pt>
    <dgm:pt modelId="{84F44557-50F6-4B38-B4CC-E2F4E5976136}" type="sibTrans" cxnId="{35D3D4D3-3A42-421E-9B93-16EF1F2AAC31}">
      <dgm:prSet/>
      <dgm:spPr/>
      <dgm:t>
        <a:bodyPr/>
        <a:lstStyle/>
        <a:p>
          <a:endParaRPr lang="en-CA"/>
        </a:p>
      </dgm:t>
    </dgm:pt>
    <dgm:pt modelId="{D9799166-A836-4A30-A1F8-A539DA1E056C}">
      <dgm:prSet phldrT="[Text]"/>
      <dgm:spPr/>
      <dgm:t>
        <a:bodyPr/>
        <a:lstStyle/>
        <a:p>
          <a:r>
            <a:rPr lang="en-US" dirty="0"/>
            <a:t>Publish findings</a:t>
          </a:r>
          <a:endParaRPr lang="en-CA" dirty="0"/>
        </a:p>
      </dgm:t>
    </dgm:pt>
    <dgm:pt modelId="{11C1736D-404D-4B97-9ADA-AA0C1992F546}" type="parTrans" cxnId="{2E7E3BDD-1546-4FB0-84B6-5931FD82CCCD}">
      <dgm:prSet/>
      <dgm:spPr/>
      <dgm:t>
        <a:bodyPr/>
        <a:lstStyle/>
        <a:p>
          <a:endParaRPr lang="en-CA"/>
        </a:p>
      </dgm:t>
    </dgm:pt>
    <dgm:pt modelId="{FE22A289-644B-46D4-BBF1-11183AE2DE61}" type="sibTrans" cxnId="{2E7E3BDD-1546-4FB0-84B6-5931FD82CCCD}">
      <dgm:prSet/>
      <dgm:spPr/>
      <dgm:t>
        <a:bodyPr/>
        <a:lstStyle/>
        <a:p>
          <a:endParaRPr lang="en-CA"/>
        </a:p>
      </dgm:t>
    </dgm:pt>
    <dgm:pt modelId="{FD4E4612-87AE-4931-856A-E37FD0228015}">
      <dgm:prSet/>
      <dgm:spPr/>
      <dgm:t>
        <a:bodyPr/>
        <a:lstStyle/>
        <a:p>
          <a:pPr>
            <a:buNone/>
          </a:pPr>
          <a:r>
            <a:rPr lang="en-US" dirty="0"/>
            <a:t>Identify key inefficiencies</a:t>
          </a:r>
        </a:p>
      </dgm:t>
    </dgm:pt>
    <dgm:pt modelId="{F4B9E665-DBDA-4035-955E-440A5F4D70DA}" type="parTrans" cxnId="{AD5FD9FC-10F2-490C-8F64-FFDF34CB54D7}">
      <dgm:prSet/>
      <dgm:spPr/>
      <dgm:t>
        <a:bodyPr/>
        <a:lstStyle/>
        <a:p>
          <a:endParaRPr lang="en-CA"/>
        </a:p>
      </dgm:t>
    </dgm:pt>
    <dgm:pt modelId="{CE000752-68B0-4B69-9EF1-DBFBF46B6B79}" type="sibTrans" cxnId="{AD5FD9FC-10F2-490C-8F64-FFDF34CB54D7}">
      <dgm:prSet/>
      <dgm:spPr/>
      <dgm:t>
        <a:bodyPr/>
        <a:lstStyle/>
        <a:p>
          <a:endParaRPr lang="en-CA"/>
        </a:p>
      </dgm:t>
    </dgm:pt>
    <dgm:pt modelId="{C9A1F8C7-8548-4D3E-9390-5B23874BFF3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Summarize existing methodologies and tools</a:t>
          </a:r>
        </a:p>
      </dgm:t>
    </dgm:pt>
    <dgm:pt modelId="{EA4006F5-2704-481B-9C76-BFE2FE8E49BD}" type="parTrans" cxnId="{57894574-1EE8-4863-87DB-74E34CA26C77}">
      <dgm:prSet/>
      <dgm:spPr/>
      <dgm:t>
        <a:bodyPr/>
        <a:lstStyle/>
        <a:p>
          <a:endParaRPr lang="en-CA"/>
        </a:p>
      </dgm:t>
    </dgm:pt>
    <dgm:pt modelId="{CA648170-E8F3-436E-ABA1-D987705C4294}" type="sibTrans" cxnId="{57894574-1EE8-4863-87DB-74E34CA26C77}">
      <dgm:prSet/>
      <dgm:spPr/>
      <dgm:t>
        <a:bodyPr/>
        <a:lstStyle/>
        <a:p>
          <a:endParaRPr lang="en-CA"/>
        </a:p>
      </dgm:t>
    </dgm:pt>
    <dgm:pt modelId="{E77A5C7E-E36E-40DE-B65F-8C55D7D1C586}">
      <dgm:prSet/>
      <dgm:spPr/>
      <dgm:t>
        <a:bodyPr/>
        <a:lstStyle/>
        <a:p>
          <a:pPr>
            <a:buNone/>
          </a:pPr>
          <a:r>
            <a:rPr lang="en-US" dirty="0"/>
            <a:t>Propose methodological improvements</a:t>
          </a:r>
        </a:p>
      </dgm:t>
    </dgm:pt>
    <dgm:pt modelId="{EB214CC6-6AFA-4651-B21B-797BF707B4BB}" type="parTrans" cxnId="{059F0CD2-DA52-4C00-8DF1-DB8C3E27A2B4}">
      <dgm:prSet/>
      <dgm:spPr/>
      <dgm:t>
        <a:bodyPr/>
        <a:lstStyle/>
        <a:p>
          <a:endParaRPr lang="en-CA"/>
        </a:p>
      </dgm:t>
    </dgm:pt>
    <dgm:pt modelId="{E61A9413-736F-4DB2-940A-910CB1C7A968}" type="sibTrans" cxnId="{059F0CD2-DA52-4C00-8DF1-DB8C3E27A2B4}">
      <dgm:prSet/>
      <dgm:spPr/>
      <dgm:t>
        <a:bodyPr/>
        <a:lstStyle/>
        <a:p>
          <a:endParaRPr lang="en-CA"/>
        </a:p>
      </dgm:t>
    </dgm:pt>
    <dgm:pt modelId="{6E29664C-A759-4D73-A602-599A1E2673FF}">
      <dgm:prSet/>
      <dgm:spPr/>
      <dgm:t>
        <a:bodyPr/>
        <a:lstStyle/>
        <a:p>
          <a:r>
            <a:rPr lang="en-US"/>
            <a:t>Conduct case studies</a:t>
          </a:r>
          <a:endParaRPr lang="en-US" dirty="0"/>
        </a:p>
      </dgm:t>
    </dgm:pt>
    <dgm:pt modelId="{64C2A4E3-988A-4F1C-88B4-5D3CA6971CC8}" type="parTrans" cxnId="{31428141-68B0-4D3B-9E3F-B27260A24454}">
      <dgm:prSet/>
      <dgm:spPr/>
      <dgm:t>
        <a:bodyPr/>
        <a:lstStyle/>
        <a:p>
          <a:endParaRPr lang="en-CA"/>
        </a:p>
      </dgm:t>
    </dgm:pt>
    <dgm:pt modelId="{D72E9310-26A4-4F07-85B7-F5562D24B682}" type="sibTrans" cxnId="{31428141-68B0-4D3B-9E3F-B27260A24454}">
      <dgm:prSet/>
      <dgm:spPr/>
      <dgm:t>
        <a:bodyPr/>
        <a:lstStyle/>
        <a:p>
          <a:endParaRPr lang="en-CA"/>
        </a:p>
      </dgm:t>
    </dgm:pt>
    <dgm:pt modelId="{E5880A62-EC4C-450A-936B-388EEA1EADDE}">
      <dgm:prSet/>
      <dgm:spPr/>
      <dgm:t>
        <a:bodyPr/>
        <a:lstStyle/>
        <a:p>
          <a:r>
            <a:rPr lang="en-US" dirty="0"/>
            <a:t>Develop recommendations</a:t>
          </a:r>
        </a:p>
      </dgm:t>
    </dgm:pt>
    <dgm:pt modelId="{E6871875-AA46-4F92-96B0-B88F9FF595DA}" type="parTrans" cxnId="{DE52E595-9C84-4BE4-8F7D-C9254B6E9DBB}">
      <dgm:prSet/>
      <dgm:spPr/>
      <dgm:t>
        <a:bodyPr/>
        <a:lstStyle/>
        <a:p>
          <a:endParaRPr lang="en-CA"/>
        </a:p>
      </dgm:t>
    </dgm:pt>
    <dgm:pt modelId="{918D2C5E-428D-49E5-89E7-CD74ECC8882F}" type="sibTrans" cxnId="{DE52E595-9C84-4BE4-8F7D-C9254B6E9DBB}">
      <dgm:prSet/>
      <dgm:spPr/>
      <dgm:t>
        <a:bodyPr/>
        <a:lstStyle/>
        <a:p>
          <a:endParaRPr lang="en-CA"/>
        </a:p>
      </dgm:t>
    </dgm:pt>
    <dgm:pt modelId="{B45AC679-BC9A-4B96-BC7F-C75814C8B4C8}">
      <dgm:prSet/>
      <dgm:spPr/>
      <dgm:t>
        <a:bodyPr/>
        <a:lstStyle/>
        <a:p>
          <a:r>
            <a:rPr lang="en-US"/>
            <a:t>Present at conferences</a:t>
          </a:r>
          <a:endParaRPr lang="en-US" dirty="0"/>
        </a:p>
      </dgm:t>
    </dgm:pt>
    <dgm:pt modelId="{07AC03EC-D252-447E-8EE0-5B4E81699E76}" type="parTrans" cxnId="{58318F82-428F-448C-99D2-A53166A7F269}">
      <dgm:prSet/>
      <dgm:spPr/>
      <dgm:t>
        <a:bodyPr/>
        <a:lstStyle/>
        <a:p>
          <a:endParaRPr lang="en-CA"/>
        </a:p>
      </dgm:t>
    </dgm:pt>
    <dgm:pt modelId="{67E79F4A-E3DC-4B5B-BBBF-29D20A479EEF}" type="sibTrans" cxnId="{58318F82-428F-448C-99D2-A53166A7F269}">
      <dgm:prSet/>
      <dgm:spPr/>
      <dgm:t>
        <a:bodyPr/>
        <a:lstStyle/>
        <a:p>
          <a:endParaRPr lang="en-CA"/>
        </a:p>
      </dgm:t>
    </dgm:pt>
    <dgm:pt modelId="{BDDBDBAB-822C-4E62-8E86-54EC8F866E1A}">
      <dgm:prSet/>
      <dgm:spPr/>
      <dgm:t>
        <a:bodyPr/>
        <a:lstStyle/>
        <a:p>
          <a:r>
            <a:rPr lang="en-US" dirty="0"/>
            <a:t>Promote best practices across the industry</a:t>
          </a:r>
          <a:endParaRPr lang="en-CA" dirty="0"/>
        </a:p>
      </dgm:t>
    </dgm:pt>
    <dgm:pt modelId="{D1DDA738-FF6A-4C4C-A22B-74AEDB4B8248}" type="parTrans" cxnId="{B2342FDE-8258-4204-AC80-7C9F308DDD4F}">
      <dgm:prSet/>
      <dgm:spPr/>
      <dgm:t>
        <a:bodyPr/>
        <a:lstStyle/>
        <a:p>
          <a:endParaRPr lang="en-CA"/>
        </a:p>
      </dgm:t>
    </dgm:pt>
    <dgm:pt modelId="{261702C0-B613-4164-826E-F3CC0D69183A}" type="sibTrans" cxnId="{B2342FDE-8258-4204-AC80-7C9F308DDD4F}">
      <dgm:prSet/>
      <dgm:spPr/>
      <dgm:t>
        <a:bodyPr/>
        <a:lstStyle/>
        <a:p>
          <a:endParaRPr lang="en-CA"/>
        </a:p>
      </dgm:t>
    </dgm:pt>
    <dgm:pt modelId="{B487255B-B4C9-451B-A06E-7B3B90548048}" type="pres">
      <dgm:prSet presAssocID="{91618165-352A-4641-A024-0E1B0F289E04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A1CB74B5-EF08-4A76-93DC-3DBE2CD49333}" type="pres">
      <dgm:prSet presAssocID="{9EC76A50-F4BE-4C5F-B2AD-F48B2A3B1E94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0A384363-95B8-4C76-887B-D9589D8544E1}" type="pres">
      <dgm:prSet presAssocID="{9EC76A50-F4BE-4C5F-B2AD-F48B2A3B1E94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</dgm:pt>
    <dgm:pt modelId="{D1BDF05B-8605-45D3-A3FA-F5CA71EF20FE}" type="pres">
      <dgm:prSet presAssocID="{C10A4180-3EA6-493C-A2B3-F7DF7C013A00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4F680E77-7358-4C30-8FA4-B4B9733F3C76}" type="pres">
      <dgm:prSet presAssocID="{C10A4180-3EA6-493C-A2B3-F7DF7C013A00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0EE48214-72C6-475C-BFFF-9BBA85504D01}" type="pres">
      <dgm:prSet presAssocID="{A15E37D9-300A-411E-AB00-9F4FDD9F9C15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96416208-9D67-433B-9D39-DF716AB11383}" type="pres">
      <dgm:prSet presAssocID="{A15E37D9-300A-411E-AB00-9F4FDD9F9C15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3543F08-2DD7-4EBC-BF96-42C142020AF5}" type="presOf" srcId="{C10A4180-3EA6-493C-A2B3-F7DF7C013A00}" destId="{D1BDF05B-8605-45D3-A3FA-F5CA71EF20FE}" srcOrd="0" destOrd="0" presId="urn:microsoft.com/office/officeart/2009/3/layout/IncreasingArrowsProcess"/>
    <dgm:cxn modelId="{264F4E0B-C092-4F90-A67A-AF1555926125}" type="presOf" srcId="{91618165-352A-4641-A024-0E1B0F289E04}" destId="{B487255B-B4C9-451B-A06E-7B3B90548048}" srcOrd="0" destOrd="0" presId="urn:microsoft.com/office/officeart/2009/3/layout/IncreasingArrowsProcess"/>
    <dgm:cxn modelId="{E0591A15-53CD-4C25-809E-EDF934F071B0}" type="presOf" srcId="{A15E37D9-300A-411E-AB00-9F4FDD9F9C15}" destId="{0EE48214-72C6-475C-BFFF-9BBA85504D01}" srcOrd="0" destOrd="0" presId="urn:microsoft.com/office/officeart/2009/3/layout/IncreasingArrowsProcess"/>
    <dgm:cxn modelId="{2C6E8E20-2624-4BC6-B7E3-809C4B757451}" type="presOf" srcId="{E77A5C7E-E36E-40DE-B65F-8C55D7D1C586}" destId="{0A384363-95B8-4C76-887B-D9589D8544E1}" srcOrd="0" destOrd="3" presId="urn:microsoft.com/office/officeart/2009/3/layout/IncreasingArrowsProcess"/>
    <dgm:cxn modelId="{7CBD9E27-BBE9-4D0B-B42A-395C9598FF78}" type="presOf" srcId="{6E29664C-A759-4D73-A602-599A1E2673FF}" destId="{4F680E77-7358-4C30-8FA4-B4B9733F3C76}" srcOrd="0" destOrd="1" presId="urn:microsoft.com/office/officeart/2009/3/layout/IncreasingArrowsProcess"/>
    <dgm:cxn modelId="{4D33D82A-F786-4EA0-ADB3-AA2A9451547E}" srcId="{91618165-352A-4641-A024-0E1B0F289E04}" destId="{C10A4180-3EA6-493C-A2B3-F7DF7C013A00}" srcOrd="1" destOrd="0" parTransId="{709A28BE-9789-4B76-A3BF-1CE4C74C5E44}" sibTransId="{34969CF2-0422-4481-9BD4-90BD705FE812}"/>
    <dgm:cxn modelId="{97BF782B-A514-4A56-948F-30CF5C32B2E6}" srcId="{C10A4180-3EA6-493C-A2B3-F7DF7C013A00}" destId="{813D7919-D87F-4D96-BE49-DE0271E63C7B}" srcOrd="0" destOrd="0" parTransId="{53521E23-4430-4D72-A337-7608325F20D3}" sibTransId="{2CB8F85B-CCB3-4F34-89BC-B9118B777590}"/>
    <dgm:cxn modelId="{2388C15B-2467-4238-ABBE-6DFE108982C1}" type="presOf" srcId="{98C57DDF-67E4-41AA-B7FD-F661D77C9391}" destId="{0A384363-95B8-4C76-887B-D9589D8544E1}" srcOrd="0" destOrd="0" presId="urn:microsoft.com/office/officeart/2009/3/layout/IncreasingArrowsProcess"/>
    <dgm:cxn modelId="{31428141-68B0-4D3B-9E3F-B27260A24454}" srcId="{C10A4180-3EA6-493C-A2B3-F7DF7C013A00}" destId="{6E29664C-A759-4D73-A602-599A1E2673FF}" srcOrd="1" destOrd="0" parTransId="{64C2A4E3-988A-4F1C-88B4-5D3CA6971CC8}" sibTransId="{D72E9310-26A4-4F07-85B7-F5562D24B682}"/>
    <dgm:cxn modelId="{57894574-1EE8-4863-87DB-74E34CA26C77}" srcId="{9EC76A50-F4BE-4C5F-B2AD-F48B2A3B1E94}" destId="{C9A1F8C7-8548-4D3E-9390-5B23874BFF3A}" srcOrd="2" destOrd="0" parTransId="{EA4006F5-2704-481B-9C76-BFE2FE8E49BD}" sibTransId="{CA648170-E8F3-436E-ABA1-D987705C4294}"/>
    <dgm:cxn modelId="{58318F82-428F-448C-99D2-A53166A7F269}" srcId="{A15E37D9-300A-411E-AB00-9F4FDD9F9C15}" destId="{B45AC679-BC9A-4B96-BC7F-C75814C8B4C8}" srcOrd="1" destOrd="0" parTransId="{07AC03EC-D252-447E-8EE0-5B4E81699E76}" sibTransId="{67E79F4A-E3DC-4B5B-BBBF-29D20A479EEF}"/>
    <dgm:cxn modelId="{9B383388-3355-43DD-935B-53611E3C294F}" type="presOf" srcId="{FD4E4612-87AE-4931-856A-E37FD0228015}" destId="{0A384363-95B8-4C76-887B-D9589D8544E1}" srcOrd="0" destOrd="1" presId="urn:microsoft.com/office/officeart/2009/3/layout/IncreasingArrowsProcess"/>
    <dgm:cxn modelId="{DE52E595-9C84-4BE4-8F7D-C9254B6E9DBB}" srcId="{C10A4180-3EA6-493C-A2B3-F7DF7C013A00}" destId="{E5880A62-EC4C-450A-936B-388EEA1EADDE}" srcOrd="2" destOrd="0" parTransId="{E6871875-AA46-4F92-96B0-B88F9FF595DA}" sibTransId="{918D2C5E-428D-49E5-89E7-CD74ECC8882F}"/>
    <dgm:cxn modelId="{EF9A2EA6-6F1E-4163-B3FA-CB292834DEF5}" type="presOf" srcId="{B45AC679-BC9A-4B96-BC7F-C75814C8B4C8}" destId="{96416208-9D67-433B-9D39-DF716AB11383}" srcOrd="0" destOrd="1" presId="urn:microsoft.com/office/officeart/2009/3/layout/IncreasingArrowsProcess"/>
    <dgm:cxn modelId="{72C73DA8-0E05-46B2-806B-5BFC070B7497}" type="presOf" srcId="{C9A1F8C7-8548-4D3E-9390-5B23874BFF3A}" destId="{0A384363-95B8-4C76-887B-D9589D8544E1}" srcOrd="0" destOrd="2" presId="urn:microsoft.com/office/officeart/2009/3/layout/IncreasingArrowsProcess"/>
    <dgm:cxn modelId="{DDDADDAD-FC69-42C4-85AA-30B2C0852299}" type="presOf" srcId="{E5880A62-EC4C-450A-936B-388EEA1EADDE}" destId="{4F680E77-7358-4C30-8FA4-B4B9733F3C76}" srcOrd="0" destOrd="2" presId="urn:microsoft.com/office/officeart/2009/3/layout/IncreasingArrowsProcess"/>
    <dgm:cxn modelId="{932EA3BA-0CF7-472D-B486-0915B8ABF255}" srcId="{91618165-352A-4641-A024-0E1B0F289E04}" destId="{9EC76A50-F4BE-4C5F-B2AD-F48B2A3B1E94}" srcOrd="0" destOrd="0" parTransId="{AE0DFF14-5D3E-4AB5-90F6-C5778F0BED4C}" sibTransId="{28653188-640D-41F7-8372-DC726CCA0BB7}"/>
    <dgm:cxn modelId="{46AFC4BB-7187-4B7C-9D38-5D64BC0BBB42}" type="presOf" srcId="{D9799166-A836-4A30-A1F8-A539DA1E056C}" destId="{96416208-9D67-433B-9D39-DF716AB11383}" srcOrd="0" destOrd="0" presId="urn:microsoft.com/office/officeart/2009/3/layout/IncreasingArrowsProcess"/>
    <dgm:cxn modelId="{9CBF44BF-475F-4CEC-A883-451D38FE0386}" type="presOf" srcId="{BDDBDBAB-822C-4E62-8E86-54EC8F866E1A}" destId="{96416208-9D67-433B-9D39-DF716AB11383}" srcOrd="0" destOrd="2" presId="urn:microsoft.com/office/officeart/2009/3/layout/IncreasingArrowsProcess"/>
    <dgm:cxn modelId="{B6644CC2-48F4-49F0-BFE7-4F3D09522E46}" type="presOf" srcId="{9EC76A50-F4BE-4C5F-B2AD-F48B2A3B1E94}" destId="{A1CB74B5-EF08-4A76-93DC-3DBE2CD49333}" srcOrd="0" destOrd="0" presId="urn:microsoft.com/office/officeart/2009/3/layout/IncreasingArrowsProcess"/>
    <dgm:cxn modelId="{398AF1CA-4461-46DF-B173-665EEBD32E26}" type="presOf" srcId="{813D7919-D87F-4D96-BE49-DE0271E63C7B}" destId="{4F680E77-7358-4C30-8FA4-B4B9733F3C76}" srcOrd="0" destOrd="0" presId="urn:microsoft.com/office/officeart/2009/3/layout/IncreasingArrowsProcess"/>
    <dgm:cxn modelId="{059F0CD2-DA52-4C00-8DF1-DB8C3E27A2B4}" srcId="{9EC76A50-F4BE-4C5F-B2AD-F48B2A3B1E94}" destId="{E77A5C7E-E36E-40DE-B65F-8C55D7D1C586}" srcOrd="3" destOrd="0" parTransId="{EB214CC6-6AFA-4651-B21B-797BF707B4BB}" sibTransId="{E61A9413-736F-4DB2-940A-910CB1C7A968}"/>
    <dgm:cxn modelId="{35D3D4D3-3A42-421E-9B93-16EF1F2AAC31}" srcId="{91618165-352A-4641-A024-0E1B0F289E04}" destId="{A15E37D9-300A-411E-AB00-9F4FDD9F9C15}" srcOrd="2" destOrd="0" parTransId="{5EC4638D-EE17-4924-945E-140845D35463}" sibTransId="{84F44557-50F6-4B38-B4CC-E2F4E5976136}"/>
    <dgm:cxn modelId="{E900D7DA-A986-4724-B5E0-A2A9CFE7975A}" srcId="{9EC76A50-F4BE-4C5F-B2AD-F48B2A3B1E94}" destId="{98C57DDF-67E4-41AA-B7FD-F661D77C9391}" srcOrd="0" destOrd="0" parTransId="{BED4DC05-EB68-48CF-B5A0-4FF239B5A298}" sibTransId="{AD9DD7D5-0C81-456B-9B27-B7540F677324}"/>
    <dgm:cxn modelId="{2E7E3BDD-1546-4FB0-84B6-5931FD82CCCD}" srcId="{A15E37D9-300A-411E-AB00-9F4FDD9F9C15}" destId="{D9799166-A836-4A30-A1F8-A539DA1E056C}" srcOrd="0" destOrd="0" parTransId="{11C1736D-404D-4B97-9ADA-AA0C1992F546}" sibTransId="{FE22A289-644B-46D4-BBF1-11183AE2DE61}"/>
    <dgm:cxn modelId="{B2342FDE-8258-4204-AC80-7C9F308DDD4F}" srcId="{A15E37D9-300A-411E-AB00-9F4FDD9F9C15}" destId="{BDDBDBAB-822C-4E62-8E86-54EC8F866E1A}" srcOrd="2" destOrd="0" parTransId="{D1DDA738-FF6A-4C4C-A22B-74AEDB4B8248}" sibTransId="{261702C0-B613-4164-826E-F3CC0D69183A}"/>
    <dgm:cxn modelId="{AD5FD9FC-10F2-490C-8F64-FFDF34CB54D7}" srcId="{9EC76A50-F4BE-4C5F-B2AD-F48B2A3B1E94}" destId="{FD4E4612-87AE-4931-856A-E37FD0228015}" srcOrd="1" destOrd="0" parTransId="{F4B9E665-DBDA-4035-955E-440A5F4D70DA}" sibTransId="{CE000752-68B0-4B69-9EF1-DBFBF46B6B79}"/>
    <dgm:cxn modelId="{9550CE60-330C-42F8-BA40-BF0706CCD615}" type="presParOf" srcId="{B487255B-B4C9-451B-A06E-7B3B90548048}" destId="{A1CB74B5-EF08-4A76-93DC-3DBE2CD49333}" srcOrd="0" destOrd="0" presId="urn:microsoft.com/office/officeart/2009/3/layout/IncreasingArrowsProcess"/>
    <dgm:cxn modelId="{0B2694F7-9DD2-4978-93F2-2B809EB050A1}" type="presParOf" srcId="{B487255B-B4C9-451B-A06E-7B3B90548048}" destId="{0A384363-95B8-4C76-887B-D9589D8544E1}" srcOrd="1" destOrd="0" presId="urn:microsoft.com/office/officeart/2009/3/layout/IncreasingArrowsProcess"/>
    <dgm:cxn modelId="{586CA682-34B8-4FD4-87CC-8DDFF68BA4DF}" type="presParOf" srcId="{B487255B-B4C9-451B-A06E-7B3B90548048}" destId="{D1BDF05B-8605-45D3-A3FA-F5CA71EF20FE}" srcOrd="2" destOrd="0" presId="urn:microsoft.com/office/officeart/2009/3/layout/IncreasingArrowsProcess"/>
    <dgm:cxn modelId="{9E2675D8-F0AF-40FE-85C6-7B10A2A1C687}" type="presParOf" srcId="{B487255B-B4C9-451B-A06E-7B3B90548048}" destId="{4F680E77-7358-4C30-8FA4-B4B9733F3C76}" srcOrd="3" destOrd="0" presId="urn:microsoft.com/office/officeart/2009/3/layout/IncreasingArrowsProcess"/>
    <dgm:cxn modelId="{050A77C8-A165-431C-BAB7-7E1F05B41A5D}" type="presParOf" srcId="{B487255B-B4C9-451B-A06E-7B3B90548048}" destId="{0EE48214-72C6-475C-BFFF-9BBA85504D01}" srcOrd="4" destOrd="0" presId="urn:microsoft.com/office/officeart/2009/3/layout/IncreasingArrowsProcess"/>
    <dgm:cxn modelId="{CF621C3B-AF75-4027-BDC2-1CB0FA7CC5BD}" type="presParOf" srcId="{B487255B-B4C9-451B-A06E-7B3B90548048}" destId="{96416208-9D67-433B-9D39-DF716AB11383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2251A-2EE6-4DCE-9211-91DD9E3288C8}">
      <dsp:nvSpPr>
        <dsp:cNvPr id="0" name=""/>
        <dsp:cNvSpPr/>
      </dsp:nvSpPr>
      <dsp:spPr>
        <a:xfrm>
          <a:off x="821395" y="288592"/>
          <a:ext cx="1510523" cy="12734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9A4DB-2FBE-4A3D-A50C-170C890E9A3A}">
      <dsp:nvSpPr>
        <dsp:cNvPr id="0" name=""/>
        <dsp:cNvSpPr/>
      </dsp:nvSpPr>
      <dsp:spPr>
        <a:xfrm>
          <a:off x="821395" y="1695438"/>
          <a:ext cx="4315781" cy="5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Initial Member Profiles</a:t>
          </a:r>
        </a:p>
      </dsp:txBody>
      <dsp:txXfrm>
        <a:off x="821395" y="1695438"/>
        <a:ext cx="4315781" cy="545784"/>
      </dsp:txXfrm>
    </dsp:sp>
    <dsp:sp modelId="{1C87AE4B-0A5B-46A3-ACE7-7ED00C648DD8}">
      <dsp:nvSpPr>
        <dsp:cNvPr id="0" name=""/>
        <dsp:cNvSpPr/>
      </dsp:nvSpPr>
      <dsp:spPr>
        <a:xfrm>
          <a:off x="821395" y="2303245"/>
          <a:ext cx="4315781" cy="1086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Statisticians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Clinical operations professionals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scientists</a:t>
          </a:r>
        </a:p>
      </dsp:txBody>
      <dsp:txXfrm>
        <a:off x="821395" y="2303245"/>
        <a:ext cx="4315781" cy="1086464"/>
      </dsp:txXfrm>
    </dsp:sp>
    <dsp:sp modelId="{D61D37BB-B0ED-4156-B226-5B62FE0A081F}">
      <dsp:nvSpPr>
        <dsp:cNvPr id="0" name=""/>
        <dsp:cNvSpPr/>
      </dsp:nvSpPr>
      <dsp:spPr>
        <a:xfrm>
          <a:off x="5892438" y="288592"/>
          <a:ext cx="1510523" cy="12734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1FAAE-AF83-4783-9EC8-D2811CF36438}">
      <dsp:nvSpPr>
        <dsp:cNvPr id="0" name=""/>
        <dsp:cNvSpPr/>
      </dsp:nvSpPr>
      <dsp:spPr>
        <a:xfrm>
          <a:off x="5892438" y="1695438"/>
          <a:ext cx="4315781" cy="5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Desired expertise</a:t>
          </a:r>
        </a:p>
      </dsp:txBody>
      <dsp:txXfrm>
        <a:off x="5892438" y="1695438"/>
        <a:ext cx="4315781" cy="545784"/>
      </dsp:txXfrm>
    </dsp:sp>
    <dsp:sp modelId="{2F261AF9-F3D4-41F8-BBB8-7294364A96F4}">
      <dsp:nvSpPr>
        <dsp:cNvPr id="0" name=""/>
        <dsp:cNvSpPr/>
      </dsp:nvSpPr>
      <dsp:spPr>
        <a:xfrm>
          <a:off x="5892438" y="2303245"/>
          <a:ext cx="4315781" cy="1086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Bayesian modeling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Predictive modeling, AI/ML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Clinical trial simulations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 visualization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science and software tools development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Clinical drug supply optimization</a:t>
          </a:r>
        </a:p>
      </dsp:txBody>
      <dsp:txXfrm>
        <a:off x="5892438" y="2303245"/>
        <a:ext cx="4315781" cy="1086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7D5F1-E6F0-4E54-B889-E133F7C33514}">
      <dsp:nvSpPr>
        <dsp:cNvPr id="0" name=""/>
        <dsp:cNvSpPr/>
      </dsp:nvSpPr>
      <dsp:spPr>
        <a:xfrm>
          <a:off x="556344" y="2589"/>
          <a:ext cx="1836529" cy="11019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 dirty="0"/>
            <a:t>AbbVie</a:t>
          </a:r>
          <a:endParaRPr lang="en-GB" sz="2100" kern="1200" dirty="0"/>
        </a:p>
      </dsp:txBody>
      <dsp:txXfrm>
        <a:off x="556344" y="2589"/>
        <a:ext cx="1836529" cy="1101917"/>
      </dsp:txXfrm>
    </dsp:sp>
    <dsp:sp modelId="{740933BA-7097-4D8F-A71D-D56BE43218AA}">
      <dsp:nvSpPr>
        <dsp:cNvPr id="0" name=""/>
        <dsp:cNvSpPr/>
      </dsp:nvSpPr>
      <dsp:spPr>
        <a:xfrm>
          <a:off x="2576527" y="2589"/>
          <a:ext cx="1836529" cy="1101917"/>
        </a:xfrm>
        <a:prstGeom prst="rect">
          <a:avLst/>
        </a:prstGeom>
        <a:solidFill>
          <a:schemeClr val="accent2">
            <a:hueOff val="-131473"/>
            <a:satOff val="-902"/>
            <a:lumOff val="463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Amgen</a:t>
          </a:r>
          <a:endParaRPr lang="en-GB" sz="2100" b="0" i="0" kern="1200"/>
        </a:p>
      </dsp:txBody>
      <dsp:txXfrm>
        <a:off x="2576527" y="2589"/>
        <a:ext cx="1836529" cy="1101917"/>
      </dsp:txXfrm>
    </dsp:sp>
    <dsp:sp modelId="{D7973103-0644-4293-BFD7-220E82DED901}">
      <dsp:nvSpPr>
        <dsp:cNvPr id="0" name=""/>
        <dsp:cNvSpPr/>
      </dsp:nvSpPr>
      <dsp:spPr>
        <a:xfrm>
          <a:off x="4596710" y="2589"/>
          <a:ext cx="1836529" cy="1101917"/>
        </a:xfrm>
        <a:prstGeom prst="rect">
          <a:avLst/>
        </a:prstGeom>
        <a:solidFill>
          <a:schemeClr val="accent2">
            <a:hueOff val="-262945"/>
            <a:satOff val="-1804"/>
            <a:lumOff val="92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AstraZeneca</a:t>
          </a:r>
          <a:endParaRPr lang="en-GB" sz="2100" b="0" i="0" kern="1200"/>
        </a:p>
      </dsp:txBody>
      <dsp:txXfrm>
        <a:off x="4596710" y="2589"/>
        <a:ext cx="1836529" cy="1101917"/>
      </dsp:txXfrm>
    </dsp:sp>
    <dsp:sp modelId="{D284918C-34EC-4D72-96D2-B89BC8240304}">
      <dsp:nvSpPr>
        <dsp:cNvPr id="0" name=""/>
        <dsp:cNvSpPr/>
      </dsp:nvSpPr>
      <dsp:spPr>
        <a:xfrm>
          <a:off x="6616892" y="2589"/>
          <a:ext cx="1836529" cy="1101917"/>
        </a:xfrm>
        <a:prstGeom prst="rect">
          <a:avLst/>
        </a:prstGeom>
        <a:solidFill>
          <a:schemeClr val="accent2">
            <a:hueOff val="-394418"/>
            <a:satOff val="-2707"/>
            <a:lumOff val="139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Bayer</a:t>
          </a:r>
          <a:endParaRPr lang="en-GB" sz="2100" b="0" i="0" kern="1200"/>
        </a:p>
      </dsp:txBody>
      <dsp:txXfrm>
        <a:off x="6616892" y="2589"/>
        <a:ext cx="1836529" cy="1101917"/>
      </dsp:txXfrm>
    </dsp:sp>
    <dsp:sp modelId="{B6296800-A151-4B83-BDE8-7B29261B00E5}">
      <dsp:nvSpPr>
        <dsp:cNvPr id="0" name=""/>
        <dsp:cNvSpPr/>
      </dsp:nvSpPr>
      <dsp:spPr>
        <a:xfrm>
          <a:off x="8637075" y="2589"/>
          <a:ext cx="1836529" cy="1101917"/>
        </a:xfrm>
        <a:prstGeom prst="rect">
          <a:avLst/>
        </a:prstGeom>
        <a:solidFill>
          <a:schemeClr val="accent2">
            <a:hueOff val="-525891"/>
            <a:satOff val="-3609"/>
            <a:lumOff val="185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Bristol Myers Squibb</a:t>
          </a:r>
          <a:endParaRPr lang="en-GB" sz="2100" b="0" i="0" kern="1200"/>
        </a:p>
      </dsp:txBody>
      <dsp:txXfrm>
        <a:off x="8637075" y="2589"/>
        <a:ext cx="1836529" cy="1101917"/>
      </dsp:txXfrm>
    </dsp:sp>
    <dsp:sp modelId="{CA9BCAC3-58A8-4B04-B615-3C778D3758E0}">
      <dsp:nvSpPr>
        <dsp:cNvPr id="0" name=""/>
        <dsp:cNvSpPr/>
      </dsp:nvSpPr>
      <dsp:spPr>
        <a:xfrm>
          <a:off x="556344" y="1288160"/>
          <a:ext cx="1836529" cy="1101917"/>
        </a:xfrm>
        <a:prstGeom prst="rect">
          <a:avLst/>
        </a:prstGeom>
        <a:solidFill>
          <a:schemeClr val="accent2">
            <a:hueOff val="-657364"/>
            <a:satOff val="-4511"/>
            <a:lumOff val="231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Beonemed</a:t>
          </a:r>
          <a:endParaRPr lang="en-GB" sz="2100" b="0" i="0" kern="1200"/>
        </a:p>
      </dsp:txBody>
      <dsp:txXfrm>
        <a:off x="556344" y="1288160"/>
        <a:ext cx="1836529" cy="1101917"/>
      </dsp:txXfrm>
    </dsp:sp>
    <dsp:sp modelId="{B639D090-E580-43D9-B73D-68C2DFA323F1}">
      <dsp:nvSpPr>
        <dsp:cNvPr id="0" name=""/>
        <dsp:cNvSpPr/>
      </dsp:nvSpPr>
      <dsp:spPr>
        <a:xfrm>
          <a:off x="2576527" y="1288160"/>
          <a:ext cx="1836529" cy="1101917"/>
        </a:xfrm>
        <a:prstGeom prst="rect">
          <a:avLst/>
        </a:prstGeom>
        <a:solidFill>
          <a:schemeClr val="accent2">
            <a:hueOff val="-788836"/>
            <a:satOff val="-5413"/>
            <a:lumOff val="2781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Cytel</a:t>
          </a:r>
          <a:endParaRPr lang="en-GB" sz="2100" b="0" i="0" kern="1200"/>
        </a:p>
      </dsp:txBody>
      <dsp:txXfrm>
        <a:off x="2576527" y="1288160"/>
        <a:ext cx="1836529" cy="1101917"/>
      </dsp:txXfrm>
    </dsp:sp>
    <dsp:sp modelId="{AD5671F1-B2BF-43E3-A654-87DF2F2C6AF8}">
      <dsp:nvSpPr>
        <dsp:cNvPr id="0" name=""/>
        <dsp:cNvSpPr/>
      </dsp:nvSpPr>
      <dsp:spPr>
        <a:xfrm>
          <a:off x="4596710" y="1288160"/>
          <a:ext cx="1836529" cy="1101917"/>
        </a:xfrm>
        <a:prstGeom prst="rect">
          <a:avLst/>
        </a:prstGeom>
        <a:solidFill>
          <a:schemeClr val="accent2">
            <a:hueOff val="-920309"/>
            <a:satOff val="-6315"/>
            <a:lumOff val="324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Lilly</a:t>
          </a:r>
          <a:endParaRPr lang="en-GB" sz="2100" b="0" i="0" kern="1200"/>
        </a:p>
      </dsp:txBody>
      <dsp:txXfrm>
        <a:off x="4596710" y="1288160"/>
        <a:ext cx="1836529" cy="1101917"/>
      </dsp:txXfrm>
    </dsp:sp>
    <dsp:sp modelId="{E6937AFD-C657-4563-AF2A-A037CCB2B490}">
      <dsp:nvSpPr>
        <dsp:cNvPr id="0" name=""/>
        <dsp:cNvSpPr/>
      </dsp:nvSpPr>
      <dsp:spPr>
        <a:xfrm>
          <a:off x="6616892" y="1288160"/>
          <a:ext cx="1836529" cy="1101917"/>
        </a:xfrm>
        <a:prstGeom prst="rect">
          <a:avLst/>
        </a:prstGeom>
        <a:solidFill>
          <a:schemeClr val="accent2">
            <a:hueOff val="-1051782"/>
            <a:satOff val="-7217"/>
            <a:lumOff val="370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 dirty="0"/>
            <a:t>Regeneron</a:t>
          </a:r>
          <a:endParaRPr lang="en-GB" sz="2100" b="0" i="0" kern="1200" dirty="0"/>
        </a:p>
      </dsp:txBody>
      <dsp:txXfrm>
        <a:off x="6616892" y="1288160"/>
        <a:ext cx="1836529" cy="1101917"/>
      </dsp:txXfrm>
    </dsp:sp>
    <dsp:sp modelId="{D8ACFA58-DC4B-4746-BD80-FB8176BC418E}">
      <dsp:nvSpPr>
        <dsp:cNvPr id="0" name=""/>
        <dsp:cNvSpPr/>
      </dsp:nvSpPr>
      <dsp:spPr>
        <a:xfrm>
          <a:off x="8637075" y="1288160"/>
          <a:ext cx="1836529" cy="1101917"/>
        </a:xfrm>
        <a:prstGeom prst="rect">
          <a:avLst/>
        </a:prstGeom>
        <a:solidFill>
          <a:schemeClr val="accent2">
            <a:hueOff val="-1183255"/>
            <a:satOff val="-8120"/>
            <a:lumOff val="4171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Sanofi</a:t>
          </a:r>
          <a:endParaRPr lang="en-GB" sz="2100" b="0" i="0" kern="1200"/>
        </a:p>
      </dsp:txBody>
      <dsp:txXfrm>
        <a:off x="8637075" y="1288160"/>
        <a:ext cx="1836529" cy="1101917"/>
      </dsp:txXfrm>
    </dsp:sp>
    <dsp:sp modelId="{8822CF68-C8A2-41D7-8A3B-FACF5D156B93}">
      <dsp:nvSpPr>
        <dsp:cNvPr id="0" name=""/>
        <dsp:cNvSpPr/>
      </dsp:nvSpPr>
      <dsp:spPr>
        <a:xfrm>
          <a:off x="3586618" y="2573730"/>
          <a:ext cx="1836529" cy="1101917"/>
        </a:xfrm>
        <a:prstGeom prst="rect">
          <a:avLst/>
        </a:prstGeom>
        <a:solidFill>
          <a:schemeClr val="accent2">
            <a:hueOff val="-1314727"/>
            <a:satOff val="-9022"/>
            <a:lumOff val="4635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Boehringer Ingelheim</a:t>
          </a:r>
          <a:endParaRPr lang="en-GB" sz="2100" b="0" i="0" kern="1200"/>
        </a:p>
      </dsp:txBody>
      <dsp:txXfrm>
        <a:off x="3586618" y="2573730"/>
        <a:ext cx="1836529" cy="1101917"/>
      </dsp:txXfrm>
    </dsp:sp>
    <dsp:sp modelId="{C4B35A62-12A6-4464-97B6-5F4E6507D4A0}">
      <dsp:nvSpPr>
        <dsp:cNvPr id="0" name=""/>
        <dsp:cNvSpPr/>
      </dsp:nvSpPr>
      <dsp:spPr>
        <a:xfrm>
          <a:off x="5606801" y="2573730"/>
          <a:ext cx="1836529" cy="1101917"/>
        </a:xfrm>
        <a:prstGeom prst="rect">
          <a:avLst/>
        </a:prstGeom>
        <a:solidFill>
          <a:schemeClr val="accent2">
            <a:hueOff val="-1446200"/>
            <a:satOff val="-9924"/>
            <a:lumOff val="509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100" b="1" i="0" kern="1200"/>
            <a:t>Johnson &amp; Johnson </a:t>
          </a:r>
          <a:endParaRPr lang="en-GB" sz="2100" b="0" i="0" kern="1200"/>
        </a:p>
      </dsp:txBody>
      <dsp:txXfrm>
        <a:off x="5606801" y="2573730"/>
        <a:ext cx="1836529" cy="11019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D93755-099C-4065-A7E2-5EBE262A2675}">
      <dsp:nvSpPr>
        <dsp:cNvPr id="0" name=""/>
        <dsp:cNvSpPr/>
      </dsp:nvSpPr>
      <dsp:spPr>
        <a:xfrm rot="10800000">
          <a:off x="2158703" y="673"/>
          <a:ext cx="7802069" cy="77408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49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Patient Recruitment Monitoring and Forecasting, and Site Selection</a:t>
          </a:r>
        </a:p>
      </dsp:txBody>
      <dsp:txXfrm rot="10800000">
        <a:off x="2352223" y="673"/>
        <a:ext cx="7608549" cy="774082"/>
      </dsp:txXfrm>
    </dsp:sp>
    <dsp:sp modelId="{503A46C7-05F2-4C8E-BF70-1A289D6A0838}">
      <dsp:nvSpPr>
        <dsp:cNvPr id="0" name=""/>
        <dsp:cNvSpPr/>
      </dsp:nvSpPr>
      <dsp:spPr>
        <a:xfrm>
          <a:off x="1771662" y="673"/>
          <a:ext cx="774082" cy="77408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188B3D-A4B4-4832-8B7E-C40B90B8361C}">
      <dsp:nvSpPr>
        <dsp:cNvPr id="0" name=""/>
        <dsp:cNvSpPr/>
      </dsp:nvSpPr>
      <dsp:spPr>
        <a:xfrm rot="10800000">
          <a:off x="2158703" y="968276"/>
          <a:ext cx="7802069" cy="774082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49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Study Design and Operations Impact</a:t>
          </a:r>
        </a:p>
      </dsp:txBody>
      <dsp:txXfrm rot="10800000">
        <a:off x="2352223" y="968276"/>
        <a:ext cx="7608549" cy="774082"/>
      </dsp:txXfrm>
    </dsp:sp>
    <dsp:sp modelId="{9744AFA9-53E2-48C5-BCE1-8854B9FE1CBC}">
      <dsp:nvSpPr>
        <dsp:cNvPr id="0" name=""/>
        <dsp:cNvSpPr/>
      </dsp:nvSpPr>
      <dsp:spPr>
        <a:xfrm>
          <a:off x="1771662" y="968276"/>
          <a:ext cx="774082" cy="77408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35111-A09E-4962-A8D5-F01FAF7F02F0}">
      <dsp:nvSpPr>
        <dsp:cNvPr id="0" name=""/>
        <dsp:cNvSpPr/>
      </dsp:nvSpPr>
      <dsp:spPr>
        <a:xfrm rot="10800000">
          <a:off x="2158703" y="1935879"/>
          <a:ext cx="7802069" cy="77408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49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Dynamic Trial Monitoring and Data Quality </a:t>
          </a:r>
          <a:endParaRPr lang="en-US" sz="2200" kern="1200" dirty="0"/>
        </a:p>
      </dsp:txBody>
      <dsp:txXfrm rot="10800000">
        <a:off x="2352223" y="1935879"/>
        <a:ext cx="7608549" cy="774082"/>
      </dsp:txXfrm>
    </dsp:sp>
    <dsp:sp modelId="{6B5BAC5D-D938-455D-8F0B-02A801CC29C6}">
      <dsp:nvSpPr>
        <dsp:cNvPr id="0" name=""/>
        <dsp:cNvSpPr/>
      </dsp:nvSpPr>
      <dsp:spPr>
        <a:xfrm>
          <a:off x="1771662" y="1935879"/>
          <a:ext cx="774082" cy="77408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42CC7-22A2-4B35-97E3-BF31D1D6F415}">
      <dsp:nvSpPr>
        <dsp:cNvPr id="0" name=""/>
        <dsp:cNvSpPr/>
      </dsp:nvSpPr>
      <dsp:spPr>
        <a:xfrm rot="10800000">
          <a:off x="2158703" y="2903482"/>
          <a:ext cx="7802069" cy="774082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49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Clinical Supply Chain</a:t>
          </a:r>
          <a:endParaRPr lang="en-US" sz="2200" kern="1200" dirty="0"/>
        </a:p>
      </dsp:txBody>
      <dsp:txXfrm rot="10800000">
        <a:off x="2352223" y="2903482"/>
        <a:ext cx="7608549" cy="774082"/>
      </dsp:txXfrm>
    </dsp:sp>
    <dsp:sp modelId="{052A9A22-09E8-4C20-B96F-6461BE8EC12E}">
      <dsp:nvSpPr>
        <dsp:cNvPr id="0" name=""/>
        <dsp:cNvSpPr/>
      </dsp:nvSpPr>
      <dsp:spPr>
        <a:xfrm>
          <a:off x="1771662" y="2903482"/>
          <a:ext cx="774082" cy="774082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CB74B5-EF08-4A76-93DC-3DBE2CD49333}">
      <dsp:nvSpPr>
        <dsp:cNvPr id="0" name=""/>
        <dsp:cNvSpPr/>
      </dsp:nvSpPr>
      <dsp:spPr>
        <a:xfrm>
          <a:off x="1312823" y="9727"/>
          <a:ext cx="8648778" cy="1259591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1999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 dirty="0"/>
            <a:t>Year 1</a:t>
          </a:r>
        </a:p>
      </dsp:txBody>
      <dsp:txXfrm>
        <a:off x="1312823" y="324625"/>
        <a:ext cx="8333880" cy="629795"/>
      </dsp:txXfrm>
    </dsp:sp>
    <dsp:sp modelId="{0A384363-95B8-4C76-887B-D9589D8544E1}">
      <dsp:nvSpPr>
        <dsp:cNvPr id="0" name=""/>
        <dsp:cNvSpPr/>
      </dsp:nvSpPr>
      <dsp:spPr>
        <a:xfrm>
          <a:off x="1312823" y="981054"/>
          <a:ext cx="2663823" cy="24264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Literature review</a:t>
          </a:r>
          <a:endParaRPr lang="en-CA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Identify key inefficiencies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900" kern="1200" dirty="0"/>
            <a:t>Summarize existing methodologies and tools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Propose methodological improvements</a:t>
          </a:r>
        </a:p>
      </dsp:txBody>
      <dsp:txXfrm>
        <a:off x="1312823" y="981054"/>
        <a:ext cx="2663823" cy="2426437"/>
      </dsp:txXfrm>
    </dsp:sp>
    <dsp:sp modelId="{D1BDF05B-8605-45D3-A3FA-F5CA71EF20FE}">
      <dsp:nvSpPr>
        <dsp:cNvPr id="0" name=""/>
        <dsp:cNvSpPr/>
      </dsp:nvSpPr>
      <dsp:spPr>
        <a:xfrm>
          <a:off x="3976646" y="429591"/>
          <a:ext cx="5984954" cy="1259591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1999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 dirty="0"/>
            <a:t>Year 2</a:t>
          </a:r>
        </a:p>
      </dsp:txBody>
      <dsp:txXfrm>
        <a:off x="3976646" y="744489"/>
        <a:ext cx="5670056" cy="629795"/>
      </dsp:txXfrm>
    </dsp:sp>
    <dsp:sp modelId="{4F680E77-7358-4C30-8FA4-B4B9733F3C76}">
      <dsp:nvSpPr>
        <dsp:cNvPr id="0" name=""/>
        <dsp:cNvSpPr/>
      </dsp:nvSpPr>
      <dsp:spPr>
        <a:xfrm>
          <a:off x="3976646" y="1400918"/>
          <a:ext cx="2663823" cy="24264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Develop and apply methodologies</a:t>
          </a:r>
          <a:endParaRPr lang="en-CA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Conduct case studies</a:t>
          </a:r>
          <a:endParaRPr lang="en-US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Develop recommendations</a:t>
          </a:r>
        </a:p>
      </dsp:txBody>
      <dsp:txXfrm>
        <a:off x="3976646" y="1400918"/>
        <a:ext cx="2663823" cy="2426437"/>
      </dsp:txXfrm>
    </dsp:sp>
    <dsp:sp modelId="{0EE48214-72C6-475C-BFFF-9BBA85504D01}">
      <dsp:nvSpPr>
        <dsp:cNvPr id="0" name=""/>
        <dsp:cNvSpPr/>
      </dsp:nvSpPr>
      <dsp:spPr>
        <a:xfrm>
          <a:off x="6640470" y="849455"/>
          <a:ext cx="3321131" cy="1259591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1999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 dirty="0"/>
            <a:t>Year 3</a:t>
          </a:r>
        </a:p>
      </dsp:txBody>
      <dsp:txXfrm>
        <a:off x="6640470" y="1164353"/>
        <a:ext cx="3006233" cy="629795"/>
      </dsp:txXfrm>
    </dsp:sp>
    <dsp:sp modelId="{96416208-9D67-433B-9D39-DF716AB11383}">
      <dsp:nvSpPr>
        <dsp:cNvPr id="0" name=""/>
        <dsp:cNvSpPr/>
      </dsp:nvSpPr>
      <dsp:spPr>
        <a:xfrm>
          <a:off x="6640470" y="1820782"/>
          <a:ext cx="2663823" cy="23909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Publish findings</a:t>
          </a:r>
          <a:endParaRPr lang="en-CA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Present at conferences</a:t>
          </a:r>
          <a:endParaRPr lang="en-US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Promote best practices across the industry</a:t>
          </a:r>
          <a:endParaRPr lang="en-CA" sz="1900" kern="1200" dirty="0"/>
        </a:p>
      </dsp:txBody>
      <dsp:txXfrm>
        <a:off x="6640470" y="1820782"/>
        <a:ext cx="2663823" cy="23909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5E82-6F2B-42A3-AC88-CD71DCDF10F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D292E-018F-4159-BC0E-EFE6CF223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5951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801DDC-2194-407D-A51A-DD6B503D4158}" type="datetime1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CA"/>
              <a:t>ASA BIOP /// SWG /// EFFICIENCY+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54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B1D6-A72B-4DA3-BE2B-A44A0A88D378}" type="datetime1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2396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2814269-623C-4C17-82E2-F32BED45B3F6}" type="datetime1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CA"/>
              <a:t>ASA BIOP /// SWG /// EFFICIENCY+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9730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8B8-319D-481E-908A-B57E2A72D63C}" type="datetime1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843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6D028-CFCB-439B-96F2-E665AFF6E8BD}" type="datetime1">
              <a:rPr lang="en-CA" smtClean="0"/>
              <a:t>2025-11-12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117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94567-117D-4289-AE4E-1C8F699DC01F}" type="datetime1">
              <a:rPr lang="en-CA" smtClean="0"/>
              <a:t>2025-11-12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111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838B5-76B0-4A56-9BDE-544BD89FBBE0}" type="datetime1">
              <a:rPr lang="en-CA" smtClean="0"/>
              <a:t>2025-11-12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071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4994723-89F6-4BCC-B8A3-AA2BAF401EF3}" type="datetime1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CA"/>
              <a:t>ASA BIOP /// SWG /// EFFICIENCY+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44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9C6E-EC76-4BBF-82D3-845B47D5741B}" type="datetime1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377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F1281-8C44-4ECF-AD67-A2ECA2C24A77}" type="datetime1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6433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6668EC-40B4-485B-8DD8-C2C25B67C76A}" type="datetime1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031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F04F12E-C4D4-4BBF-AD6B-AA1B1CBE0E3F}" type="datetime1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CA"/>
              <a:t>ASA BIOP /// SWG /// EFFICIENCY+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0E7FCC8-645C-414B-A51E-F39A553B598F}" type="slidenum">
              <a:rPr lang="en-CA" smtClean="0"/>
              <a:t>‹#›</a:t>
            </a:fld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936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efficiencyplustrials/efficiencyplustrials.github.io/tree/main" TargetMode="External"/><Relationship Id="rId5" Type="http://schemas.openxmlformats.org/officeDocument/2006/relationships/hyperlink" Target="https://community.amstat.org/biop/home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8ACD-3115-B5F6-79B4-D59F82735B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CA" sz="4000" b="0" i="0" dirty="0">
                <a:solidFill>
                  <a:srgbClr val="C00000"/>
                </a:solidFill>
                <a:effectLst/>
                <a:latin typeface="-apple-system"/>
              </a:rPr>
              <a:t>EFFICIENCY+</a:t>
            </a:r>
            <a:br>
              <a:rPr lang="en-CA" sz="4000" b="0" i="0" dirty="0">
                <a:solidFill>
                  <a:srgbClr val="C9C9C9"/>
                </a:solidFill>
                <a:effectLst/>
                <a:latin typeface="-apple-system"/>
              </a:rPr>
            </a:br>
            <a:r>
              <a:rPr lang="en-US" sz="3200" b="0" i="0" dirty="0">
                <a:effectLst/>
                <a:latin typeface="-apple-system"/>
              </a:rPr>
              <a:t>Enhancing Operational Efficiency in Clinical Trials</a:t>
            </a:r>
            <a:endParaRPr lang="en-CA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ADFEB-C990-A0C3-46B0-F0440B277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b="0" i="0" dirty="0">
                <a:solidFill>
                  <a:schemeClr val="accent1"/>
                </a:solidFill>
                <a:effectLst/>
                <a:latin typeface="-apple-system"/>
              </a:rPr>
              <a:t>ASA Biopharmaceutical Section /// </a:t>
            </a:r>
            <a:r>
              <a:rPr lang="en-CA" sz="1600" b="0" i="0" dirty="0">
                <a:solidFill>
                  <a:schemeClr val="accent1"/>
                </a:solidFill>
                <a:effectLst/>
                <a:latin typeface="-apple-system"/>
              </a:rPr>
              <a:t>Scientific Working Group (SWG)</a:t>
            </a:r>
            <a:endParaRPr lang="en-CA" b="0" i="0" dirty="0">
              <a:solidFill>
                <a:schemeClr val="accent1"/>
              </a:solidFill>
              <a:effectLst/>
              <a:latin typeface="-apple-system"/>
            </a:endParaRPr>
          </a:p>
          <a:p>
            <a:r>
              <a:rPr lang="en-CA" b="0" i="0" dirty="0">
                <a:solidFill>
                  <a:schemeClr val="accent1"/>
                </a:solidFill>
                <a:effectLst/>
                <a:latin typeface="-apple-system"/>
              </a:rPr>
              <a:t>July </a:t>
            </a:r>
            <a:r>
              <a:rPr lang="en-CA" dirty="0">
                <a:solidFill>
                  <a:schemeClr val="accent1"/>
                </a:solidFill>
                <a:latin typeface="-apple-system"/>
              </a:rPr>
              <a:t>1</a:t>
            </a:r>
            <a:r>
              <a:rPr lang="en-CA" b="0" i="0" dirty="0">
                <a:solidFill>
                  <a:schemeClr val="accent1"/>
                </a:solidFill>
                <a:effectLst/>
                <a:latin typeface="-apple-system"/>
              </a:rPr>
              <a:t>0, 2025</a:t>
            </a:r>
            <a:endParaRPr lang="en-CA" dirty="0">
              <a:solidFill>
                <a:schemeClr val="accent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480495-4E40-10E4-2878-A799811EE876}"/>
              </a:ext>
            </a:extLst>
          </p:cNvPr>
          <p:cNvGrpSpPr/>
          <p:nvPr/>
        </p:nvGrpSpPr>
        <p:grpSpPr>
          <a:xfrm>
            <a:off x="545125" y="4153830"/>
            <a:ext cx="11029615" cy="1142070"/>
            <a:chOff x="0" y="296551"/>
            <a:chExt cx="11029615" cy="88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415176-64C2-3545-DAB2-7E588C086016}"/>
                </a:ext>
              </a:extLst>
            </p:cNvPr>
            <p:cNvSpPr/>
            <p:nvPr/>
          </p:nvSpPr>
          <p:spPr>
            <a:xfrm>
              <a:off x="0" y="296551"/>
              <a:ext cx="11029615" cy="882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9836D8-F109-BA70-6171-2EA43006B99E}"/>
                </a:ext>
              </a:extLst>
            </p:cNvPr>
            <p:cNvSpPr txBox="1"/>
            <p:nvPr/>
          </p:nvSpPr>
          <p:spPr>
            <a:xfrm>
              <a:off x="0" y="296551"/>
              <a:ext cx="11029615" cy="88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6021" tIns="333248" rIns="856021" bIns="113792" numCol="1" spcCol="1270" anchor="t" anchorCtr="0">
              <a:noAutofit/>
            </a:bodyPr>
            <a:lstStyle/>
            <a:p>
              <a:pPr marL="0" lvl="1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400" b="1" kern="1200" dirty="0">
                  <a:solidFill>
                    <a:schemeClr val="accent1"/>
                  </a:solidFill>
                </a:rPr>
                <a:t>Enhance operational efficiency in clinical trials through statistical innovation and cross-functional collaborative research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C93142B-E1B5-283A-38A8-D1295E659BB9}"/>
              </a:ext>
            </a:extLst>
          </p:cNvPr>
          <p:cNvGrpSpPr/>
          <p:nvPr/>
        </p:nvGrpSpPr>
        <p:grpSpPr>
          <a:xfrm>
            <a:off x="1096605" y="3917670"/>
            <a:ext cx="7720730" cy="472320"/>
            <a:chOff x="551480" y="60391"/>
            <a:chExt cx="7720730" cy="47232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16ACA05-2B3A-7440-AF80-981DF9C7B1BA}"/>
                </a:ext>
              </a:extLst>
            </p:cNvPr>
            <p:cNvSpPr/>
            <p:nvPr/>
          </p:nvSpPr>
          <p:spPr>
            <a:xfrm>
              <a:off x="551480" y="60391"/>
              <a:ext cx="7720730" cy="4723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 sz="2800"/>
            </a:p>
          </p:txBody>
        </p:sp>
        <p:sp>
          <p:nvSpPr>
            <p:cNvPr id="9" name="Rectangle: Rounded Corners 6">
              <a:extLst>
                <a:ext uri="{FF2B5EF4-FFF2-40B4-BE49-F238E27FC236}">
                  <a16:creationId xmlns:a16="http://schemas.microsoft.com/office/drawing/2014/main" id="{74D57CBB-D94D-4E3E-577E-2396F2DA3AFD}"/>
                </a:ext>
              </a:extLst>
            </p:cNvPr>
            <p:cNvSpPr txBox="1"/>
            <p:nvPr/>
          </p:nvSpPr>
          <p:spPr>
            <a:xfrm>
              <a:off x="574537" y="83448"/>
              <a:ext cx="7674616" cy="426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1825" tIns="0" rIns="291825" bIns="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/>
                <a:t>Mission</a:t>
              </a:r>
              <a:endParaRPr lang="en-US" sz="24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16420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ED15-ABDD-7026-80FC-BB86DE591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57B48-0A4B-F376-9A7E-48B7E1EB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New ASA BIOP SWG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1C784-BFA1-E419-EE2F-00781676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86FB0-7416-BD19-70B7-5DDD7DE3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2</a:t>
            </a:fld>
            <a:endParaRPr lang="en-CA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CDD0B5-A638-B676-FE8A-D2BC2DC55B7B}"/>
              </a:ext>
            </a:extLst>
          </p:cNvPr>
          <p:cNvGrpSpPr/>
          <p:nvPr/>
        </p:nvGrpSpPr>
        <p:grpSpPr>
          <a:xfrm>
            <a:off x="256354" y="702156"/>
            <a:ext cx="11715773" cy="5785471"/>
            <a:chOff x="469484" y="702156"/>
            <a:chExt cx="11715773" cy="578547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0AE97C4-C028-1F1C-E9D4-23A6BD663C48}"/>
                </a:ext>
              </a:extLst>
            </p:cNvPr>
            <p:cNvGrpSpPr/>
            <p:nvPr/>
          </p:nvGrpSpPr>
          <p:grpSpPr>
            <a:xfrm>
              <a:off x="469484" y="702156"/>
              <a:ext cx="7595724" cy="5785471"/>
              <a:chOff x="3850558" y="900000"/>
              <a:chExt cx="7595724" cy="5785471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668C6ED-3217-5E09-23C9-6399D5791F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50558" y="900000"/>
                <a:ext cx="7595724" cy="5785471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3DC22A5-7951-D2D1-3304-78EA4C6B95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2117" y="2774111"/>
                <a:ext cx="3487091" cy="280399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AD2ED39-CCBE-49BF-810B-E68808630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95198" y="2576267"/>
              <a:ext cx="5090059" cy="287114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B2EACD-9201-1009-827F-CE1EAFC382CA}"/>
              </a:ext>
            </a:extLst>
          </p:cNvPr>
          <p:cNvSpPr/>
          <p:nvPr/>
        </p:nvSpPr>
        <p:spPr>
          <a:xfrm>
            <a:off x="460638" y="3594891"/>
            <a:ext cx="1161906" cy="2483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B55B796-B6CE-C4BC-3BDD-46078CFCB12A}"/>
              </a:ext>
            </a:extLst>
          </p:cNvPr>
          <p:cNvSpPr/>
          <p:nvPr/>
        </p:nvSpPr>
        <p:spPr>
          <a:xfrm>
            <a:off x="2213737" y="3594891"/>
            <a:ext cx="666894" cy="248339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650448E-F76D-4B83-18D0-36541183CCFC}"/>
              </a:ext>
            </a:extLst>
          </p:cNvPr>
          <p:cNvSpPr/>
          <p:nvPr/>
        </p:nvSpPr>
        <p:spPr>
          <a:xfrm>
            <a:off x="6468839" y="3594891"/>
            <a:ext cx="666894" cy="248339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77D847-8020-79BE-40F4-DC02D090C6ED}"/>
              </a:ext>
            </a:extLst>
          </p:cNvPr>
          <p:cNvSpPr txBox="1"/>
          <p:nvPr/>
        </p:nvSpPr>
        <p:spPr>
          <a:xfrm>
            <a:off x="7852079" y="792626"/>
            <a:ext cx="38494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Link: </a:t>
            </a:r>
            <a:r>
              <a:rPr lang="en-US" sz="160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Biopharmaceutical Section of the American Statistical Association - Biopharmaceutical Section</a:t>
            </a:r>
            <a:endParaRPr lang="en-GB" sz="1600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CC047-243E-BD62-8044-3E3ED4B20065}"/>
              </a:ext>
            </a:extLst>
          </p:cNvPr>
          <p:cNvSpPr txBox="1"/>
          <p:nvPr/>
        </p:nvSpPr>
        <p:spPr>
          <a:xfrm>
            <a:off x="7823240" y="5549597"/>
            <a:ext cx="30989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FFC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Link: </a:t>
            </a:r>
            <a:r>
              <a:rPr lang="en-US" sz="1000" dirty="0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- </a:t>
            </a:r>
            <a:r>
              <a:rPr lang="en-US" sz="1000" dirty="0" err="1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efficiencyplustrials</a:t>
            </a:r>
            <a:r>
              <a:rPr lang="en-US" sz="1000" dirty="0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/efficiencyplustrials.github.io: ASA BIOP SWG: Efficiency+: Enhancing Clinical Operations Through Advanced Statistics</a:t>
            </a:r>
            <a:endParaRPr lang="en-GB" sz="1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28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FBBE-493D-7146-D4FA-5A4CA151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Initial Targets for SWG Membership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6EB868F-0F0E-37EF-BFDE-1A0A5263BE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231131"/>
              </p:ext>
            </p:extLst>
          </p:nvPr>
        </p:nvGraphicFramePr>
        <p:xfrm>
          <a:off x="581192" y="19137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7BB90-F8AB-3C4A-842A-DDD474F88BF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492F1-C3FE-1EED-C302-09320A6CB42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621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6D383-FCCA-0FDA-998B-0729D711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EA0FF-35BB-B8C6-30D4-FA9FBB03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Sponsors (and other companies) collaborating in this initiative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192F3-73DC-5114-C263-7A20B2B43C3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581025" y="6206193"/>
            <a:ext cx="6917210" cy="365125"/>
          </a:xfrm>
        </p:spPr>
        <p:txBody>
          <a:bodyPr/>
          <a:lstStyle/>
          <a:p>
            <a:r>
              <a:rPr lang="en-CA" dirty="0"/>
              <a:t>ASA BIOP /// SWG /// EFFICIENCY+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D9D53-E70F-28D8-3DA6-B7913DAF663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4</a:t>
            </a:fld>
            <a:endParaRPr lang="en-CA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60C307D-F448-07B1-28F3-77CB382A52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300738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10258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4544-6849-BE51-F955-3E5D5995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EFF"/>
                </a:solidFill>
              </a:rPr>
              <a:t>Focus Areas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23C2D-BEC9-D59A-0248-3D5B5482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92875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CA" dirty="0"/>
              <a:t>ASA BIOP /// SWG /// EFFICIENCY+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5E8DB-84DD-E9C1-2633-0643C74F3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0E7FCC8-645C-414B-A51E-F39A553B598F}" type="slidenum">
              <a:rPr lang="en-CA" smtClean="0"/>
              <a:pPr>
                <a:spcAft>
                  <a:spcPts val="600"/>
                </a:spcAft>
              </a:pPr>
              <a:t>5</a:t>
            </a:fld>
            <a:endParaRPr lang="en-CA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21A4906-D7C7-2003-18E9-341DD6561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5396926"/>
              </p:ext>
            </p:extLst>
          </p:nvPr>
        </p:nvGraphicFramePr>
        <p:xfrm>
          <a:off x="264767" y="2215601"/>
          <a:ext cx="11732436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94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1C51-8EA7-4261-B830-6E463429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535C-52AC-8939-3740-75F44CBE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Primary Goals of Efficiency+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20EA-E28A-A866-CB0B-4E2AD76B6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Create a </a:t>
            </a:r>
            <a:r>
              <a:rPr lang="en-US" sz="2000" dirty="0">
                <a:solidFill>
                  <a:srgbClr val="FF0000"/>
                </a:solidFill>
              </a:rPr>
              <a:t>collaborative</a:t>
            </a:r>
            <a:r>
              <a:rPr lang="en-US" sz="2000" dirty="0"/>
              <a:t> platform for statisticians, clinical operational experts, and regulators</a:t>
            </a:r>
          </a:p>
          <a:p>
            <a:r>
              <a:rPr lang="en-US" sz="2000" dirty="0"/>
              <a:t>Facilitate the </a:t>
            </a:r>
            <a:r>
              <a:rPr lang="en-US" sz="2000" dirty="0">
                <a:solidFill>
                  <a:srgbClr val="FF0000"/>
                </a:solidFill>
              </a:rPr>
              <a:t>exchange</a:t>
            </a:r>
            <a:r>
              <a:rPr lang="en-US" sz="2000" dirty="0"/>
              <a:t> of insights, experiences, and best practices</a:t>
            </a:r>
          </a:p>
          <a:p>
            <a:r>
              <a:rPr lang="en-US" sz="2000" dirty="0"/>
              <a:t>Identify, evaluate, develop, and promote statistical methods and operational strategies to </a:t>
            </a:r>
            <a:r>
              <a:rPr lang="en-US" sz="2000" dirty="0">
                <a:solidFill>
                  <a:srgbClr val="FF0000"/>
                </a:solidFill>
              </a:rPr>
              <a:t>improve</a:t>
            </a:r>
            <a:r>
              <a:rPr lang="en-US" sz="2000" dirty="0"/>
              <a:t> the efficiency of clinical trial execution, including:</a:t>
            </a:r>
          </a:p>
          <a:p>
            <a:pPr lvl="1"/>
            <a:r>
              <a:rPr lang="en-US" sz="1800" dirty="0"/>
              <a:t>Leveraging innovative methodologies such as Bayesian modeling, Data Science and AI/ML, clinical trial simulation, and data visualization</a:t>
            </a:r>
          </a:p>
          <a:p>
            <a:pPr lvl="1"/>
            <a:r>
              <a:rPr lang="en-US" sz="1800" dirty="0"/>
              <a:t>Leveraging real-world and clinical trial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80E2D-16CB-22F4-B4C1-AF87059A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B3A50-21AB-DA7E-F92F-A73CE6CE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586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1F4C-EFAE-52EC-7C92-4F9F2865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Activities and Timeline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8BED4-0050-4C44-FA60-3964B80A5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ASA BIOP /// SWG /// EFFICIENCY+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8834F-9729-F343-8DF2-2351444C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CC8-645C-414B-A51E-F39A553B598F}" type="slidenum">
              <a:rPr lang="en-CA" smtClean="0"/>
              <a:t>7</a:t>
            </a:fld>
            <a:endParaRPr lang="en-CA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392AFBA-A054-E582-7EEE-A9EFE9FE7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7893839"/>
              </p:ext>
            </p:extLst>
          </p:nvPr>
        </p:nvGraphicFramePr>
        <p:xfrm>
          <a:off x="458787" y="1912937"/>
          <a:ext cx="11274425" cy="4221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5C687DA-63D4-6F68-3209-CD38600BAB62}"/>
              </a:ext>
            </a:extLst>
          </p:cNvPr>
          <p:cNvSpPr txBox="1"/>
          <p:nvPr/>
        </p:nvSpPr>
        <p:spPr>
          <a:xfrm>
            <a:off x="2932351" y="583324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Explore potential collaborations with other related SWGs</a:t>
            </a:r>
          </a:p>
        </p:txBody>
      </p:sp>
    </p:spTree>
    <p:extLst>
      <p:ext uri="{BB962C8B-B14F-4D97-AF65-F5344CB8AC3E}">
        <p14:creationId xmlns:p14="http://schemas.microsoft.com/office/powerpoint/2010/main" val="1976600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2gs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UAAAACABAACymZgF9MrH9JoonRShYcYQAEAAAAAAADAAAAAAADAAAAAwADAAAAAAADAAAABAADAAAAAAADAAAABAADAAAAAAD///////8DAAEA////////BQAAAAMAEAALTgveesBIyEGV6Ax+EfkadwQAAAABAAMAAAACAAMAAAAEAAQAAwD///////8FAAAABAAQAAtyrgXvgC4PRZEldLdehGOiBAAAAAIAAwAAAAMAAwAAAAEAAwAAAAIA////////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KZmAX0ysf0miidFKFhxhAANEYXRhABsAAAAETGlua2VkU2hhcGVEYXRhAAUAAAAAAAJOYW1lABkAAABMaW5rZWRTaGFwZXNEYXRhUHJvcGVydHkAEFZlcnNpb24AAQAAAAlMYXN0V3JpdGUAOzZziJYBAAAAAQD/////xgDGAAAABV9pZAAQAAAABE4L3nrASMhBlegMfhH5GncDRGF0YQBTAAAACFByZXNlbnRhdGlvblNjYW5uZWRGb3JMaW5rZWRTaGFwZXMAAAJOdW1iZXJGb3JtYXRTZXBhcmF0b3JNb2RlAAoAAABBdXRvbWF0aWMAAAJOYW1lACQAAABMaW5rZWRTaGFwZVByZXNlbnRhdGlvblNldHRpbmdzRGF0YQAQVmVyc2lvbgAAAAAACUxhc3RXcml0ZQBANnOIlgEAAAACAP////+DAIMAAAAFX2lkABAAAAAEcq4F74AuD0WRJXS3XoRjogNEYXRhABsAAAAETGlua2VkU2hhcGVEYXRhAAUAAAAAAAJOYW1lABkAAABMaW5rZWRTaGFwZXNEYXRhUHJvcGVydHkAEFZlcnNpb24AAAAAAAlMYXN0V3JpdGUAFTZziJY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lCwAAAAAAAAAAAAAgAf///////////////wAAAP///////////////wUAAAADAP///////wUAAAAD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GgAGTGlua2VkU2hhcGVzRGF0YVByb3BlcnR5XzEEAAAAAAAFAAAABAAFAAAAAQAFAAAABAD///////8FAAAABAD///////8DAAIBAwAAAAMA////////JQAGTGlua2VkU2hhcGVQcmVzZW50YXRpb25TZXR0aW5nc0RhdGFfMAQAAAABAAUAAAAAAAUAAAAEAAUAAAAAAAUAAAAEAAQABAEDAAAABAD///////8aAAZMaW5rZWRTaGFwZXNEYXRhUHJvcGVydHlfMAQAAAACAAUAAAADAAUAAAACAAUAAAADAAUAAAACAAUAAAAAAAUAAAACAA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816427742728886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5kWl6nZIRCm+T2QT8EuWQEAAAAAAADAAAAAAADAAAAAwADAAIA////////BQAAAAMAEAAL+aPcpS9LZ0u2o6dj+AxBjQQAAAABAAMAAAACAAMAAAAEAAMAAAAAAP///////wQAAQD///////8FAAAABAAQAAu5UUvoyKMfSKg4lhQ1t4h6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7mRaXqdkhEKb5PZBPwS5ZAREYXRhAAUAAAAAAk5hbWUADQAAAExpbmtEYXRhTGlzdAAQVmVyc2lvbgABAAAACUxhc3RXcml0ZQAqtRGJlgEAAAABAP////9hAGEAAAAFX2lkABAAAAAE+aPcpS9LZ0u2o6dj+AxBjQREYXRhAAUAAAAAAk5hbWUADQAAAExpbmtEYXRhTGlzdAAQVmVyc2lvbgAAAAAACUxhc3RXcml0ZQAmtRGJlgEAAAACAP////9wAHAAAAAFX2lkABAAAAAEuVFL6MijH0ioOJYUNbeIegNEYXRhABYAAAACUGVyc29uYWxJZAABAAAAAAACTmFtZQALAAAAUGVyc29uYWxJZAAQVmVyc2lvbgAAAAAACUxhc3RXcml0ZQCRtRGJ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AFAAAABAAEAAIBAwAAAAQA////////DAAGUGVyc29uYWxJZF8wBAAAAAIABQAAAAI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16531613947795"/>
  <p:tag name="EMPOWERCHARTSPROPERTIES_B_LENGTH" val="24576"/>
  <p:tag name="DOWN_MIGRATION_INITIAL_LAYOUT_REQUIRED" val="9.2.99"/>
  <p:tag name="RUNTIME_ID" val="f66b69e3-2bcd-4d1d-bf68-f1fdd7eb45c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UBAQEBAQEBAQEBAQEBAQMAAAAAAAAAAwAAAAMAAAAA/////wUAqgsAAAAAAAAAAAAAIAD///////////////8AAAD///////////////8DAAAAAgD///////8DAAAAAwD///////8DAAAAAwD///////8DAAAAAw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xOYvcv3a25Ai+vftiBzrRAEAAAAAAADAAAAAAADAAAAAwADAAUA////////BQAAAAMAEAALjgu50zRQHEa4qOu/+q2U7gQAAAABAAMAAAACAAMAAAAEAAMAAAAAAAMAAAAEAAMAAAAAAAMAAAAEAAMAAAAAAAMAAAAEAAMAAAAAAAMAAAAEAAQABgD///////8FAAAABAAQAAtF5CDwHXSlT4oC7NblDNtzBAAAAAIAAwAAAAMAAwAAAAEAAwAAAAMA////////AwAAAAMA////////AwAAAAMA////////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E5i9y/drbkCL69+2IHOtEAREYXRhAAUAAAAAAk5hbWUADQAAAExpbmtEYXRhTGlzdAAQVmVyc2lvbgAAAAAACUxhc3RXcml0ZQBZthGJlgEAAAABAP////9hAGEAAAAFX2lkABAAAAAEjgu50zRQHEa4qOu/+q2U7gREYXRhAAUAAAAAAk5hbWUADQAAAExpbmtEYXRhTGlzdAAQVmVyc2lvbgABAAAACUxhc3RXcml0ZQBZthGJlgEAAAACAP////9wAHAAAAAFX2lkABAAAAAEReQg8B10pU+KAuzW5QzbcwNEYXRhABYAAAACUGVyc29uYWxJZAABAAAAAAACTmFtZQALAAAAUGVyc29uYWxJZAAQVmVyc2lvbgAAAAAACUxhc3RXcml0ZQCMthGJ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WCwAAAAAAAAAAAAAgAf///////////////wAAAP///////////////wUAAAAC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UBAwAAAAMA////////DgAGTGlua0RhdGFMaXN0XzEEAAAAAQAFAAAAAgAFAAAABAAFAAAAAAAFAAAABAAFAAAAAAAFAAAABAAFAAAAAAD///////8FAAAAAAD///////8EAAMBAwAAAAQA////////DAAGUGVyc29uYWxJZF8wBAAAAAIABQAAAAMABQAAAAEABQAAAAMA////////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16531616467147"/>
  <p:tag name="EMPOWERCHARTSPROPERTIES_B_LENGTH" val="24576"/>
  <p:tag name="DOWN_MIGRATION_INITIAL_LAYOUT_REQUIRED" val="9.2.99"/>
  <p:tag name="RUNTIME_ID" val="c28caf97-2b9b-40ba-8ee0-686b1655dc1f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5kWl6nZIRCm+T2QT8EuWQEAAAAAAADAAAAAAADAAAAAwADAAIA////////BQAAAAMAEAAL+aPcpS9LZ0u2o6dj+AxBjQQAAAABAAMAAAACAAMAAAAEAAMAAAAAAP///////wQAAQD///////8FAAAABAAQAAu5UUvoyKMfSKg4lhQ1t4h6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7mRaXqdkhEKb5PZBPwS5ZAREYXRhAAUAAAAAAk5hbWUADQAAAExpbmtEYXRhTGlzdAAQVmVyc2lvbgABAAAACUxhc3RXcml0ZQAqtRGJlgEAAAABAP////9hAGEAAAAFX2lkABAAAAAE+aPcpS9LZ0u2o6dj+AxBjQREYXRhAAUAAAAAAk5hbWUADQAAAExpbmtEYXRhTGlzdAAQVmVyc2lvbgAAAAAACUxhc3RXcml0ZQAmtRGJlgEAAAACAP////9wAHAAAAAFX2lkABAAAAAEuVFL6MijH0ioOJYUNbeIegNEYXRhABYAAAACUGVyc29uYWxJZAABAAAAAAACTmFtZQALAAAAUGVyc29uYWxJZAAQVmVyc2lvbgAAAAAACUxhc3RXcml0ZQCRtRGJ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AFAAAABAAEAAIBAwAAAAQA////////DAAGUGVyc29uYWxJZF8wBAAAAAIABQAAAAI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16531613947795"/>
  <p:tag name="EMPOWERCHARTSPROPERTIES_B_LENGTH" val="24576"/>
  <p:tag name="DOWN_MIGRATION_INITIAL_LAYOUT_REQUIRED" val="9.2.99"/>
  <p:tag name="RUNTIME_ID" val="f66b69e3-2bcd-4d1d-bf68-f1fdd7eb45c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UBAQEBAQEBAQEBAQEBAQMAAAAAAAAAAwAAAAMAAAAA/////wUAqgsAAAAAAAAAAAAAIAD///////////////8AAAD///////////////8DAAAAAgD///////8DAAAAAwD///////8DAAAAAwD///////8DAAAAAw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xOYvcv3a25Ai+vftiBzrRAEAAAAAAADAAAAAAADAAAAAwADAAUA////////BQAAAAMAEAALjgu50zRQHEa4qOu/+q2U7gQAAAABAAMAAAACAAMAAAAEAAMAAAAAAAMAAAAEAAMAAAAAAAMAAAAEAAMAAAAAAAMAAAAEAAMAAAAAAAMAAAAEAAQABgD///////8FAAAABAAQAAtF5CDwHXSlT4oC7NblDNtzBAAAAAIAAwAAAAMAAwAAAAEAAwAAAAMA////////AwAAAAMA////////AwAAAAMA////////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E5i9y/drbkCL69+2IHOtEAREYXRhAAUAAAAAAk5hbWUADQAAAExpbmtEYXRhTGlzdAAQVmVyc2lvbgAAAAAACUxhc3RXcml0ZQBZthGJlgEAAAABAP////9hAGEAAAAFX2lkABAAAAAEjgu50zRQHEa4qOu/+q2U7gREYXRhAAUAAAAAAk5hbWUADQAAAExpbmtEYXRhTGlzdAAQVmVyc2lvbgABAAAACUxhc3RXcml0ZQBZthGJlgEAAAACAP////9wAHAAAAAFX2lkABAAAAAEReQg8B10pU+KAuzW5QzbcwNEYXRhABYAAAACUGVyc29uYWxJZAABAAAAAAACTmFtZQALAAAAUGVyc29uYWxJZAAQVmVyc2lvbgAAAAAACUxhc3RXcml0ZQCMthGJ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WCwAAAAAAAAAAAAAgAf///////////////wAAAP///////////////wUAAAAC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UBAwAAAAMA////////DgAGTGlua0RhdGFMaXN0XzEEAAAAAQAFAAAAAgAFAAAABAAFAAAAAAAFAAAABAAFAAAAAAAFAAAABAAFAAAAAAD///////8FAAAAAAD///////8EAAMBAwAAAAQA////////DAAGUGVyc29uYWxJZF8wBAAAAAIABQAAAAMABQAAAAEABQAAAAMA////////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16531616467147"/>
  <p:tag name="EMPOWERCHARTSPROPERTIES_B_LENGTH" val="24576"/>
  <p:tag name="DOWN_MIGRATION_INITIAL_LAYOUT_REQUIRED" val="9.2.99"/>
  <p:tag name="RUNTIME_ID" val="c28caf97-2b9b-40ba-8ee0-686b1655dc1f"/>
</p:tagLst>
</file>

<file path=ppt/theme/theme1.xml><?xml version="1.0" encoding="utf-8"?>
<a:theme xmlns:a="http://schemas.openxmlformats.org/drawingml/2006/main" name="Dividend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14512</TotalTime>
  <Words>346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-apple-system</vt:lpstr>
      <vt:lpstr>Aptos</vt:lpstr>
      <vt:lpstr>Arial</vt:lpstr>
      <vt:lpstr>Gill Sans MT</vt:lpstr>
      <vt:lpstr>Wingdings 2</vt:lpstr>
      <vt:lpstr>Dividend</vt:lpstr>
      <vt:lpstr>EFFICIENCY+ Enhancing Operational Efficiency in Clinical Trials</vt:lpstr>
      <vt:lpstr>New ASA BIOP SWG</vt:lpstr>
      <vt:lpstr>Initial Targets for SWG Membership</vt:lpstr>
      <vt:lpstr>Sponsors (and other companies) collaborating in this initiative</vt:lpstr>
      <vt:lpstr>Focus Areas</vt:lpstr>
      <vt:lpstr>Primary Goals of Efficiency+</vt:lpstr>
      <vt:lpstr>Activities and Timeline</vt:lpstr>
    </vt:vector>
  </TitlesOfParts>
  <Company>Bayer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Bohdana Ratitch</dc:creator>
  <cp:lastModifiedBy>Clara Cali Mella</cp:lastModifiedBy>
  <cp:revision>4</cp:revision>
  <dcterms:created xsi:type="dcterms:W3CDTF">2025-04-30T20:46:04Z</dcterms:created>
  <dcterms:modified xsi:type="dcterms:W3CDTF">2025-11-12T14:42:50Z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850223-87a8-40c3-9eb2-432606efca2a_Enabled">
    <vt:lpwstr>true</vt:lpwstr>
  </property>
  <property fmtid="{D5CDD505-2E9C-101B-9397-08002B2CF9AE}" pid="3" name="MSIP_Label_7f850223-87a8-40c3-9eb2-432606efca2a_SetDate">
    <vt:lpwstr>2025-04-30T20:50:01Z</vt:lpwstr>
  </property>
  <property fmtid="{D5CDD505-2E9C-101B-9397-08002B2CF9AE}" pid="4" name="MSIP_Label_7f850223-87a8-40c3-9eb2-432606efca2a_Method">
    <vt:lpwstr>Privileged</vt:lpwstr>
  </property>
  <property fmtid="{D5CDD505-2E9C-101B-9397-08002B2CF9AE}" pid="5" name="MSIP_Label_7f850223-87a8-40c3-9eb2-432606efca2a_Name">
    <vt:lpwstr>7f850223-87a8-40c3-9eb2-432606efca2a</vt:lpwstr>
  </property>
  <property fmtid="{D5CDD505-2E9C-101B-9397-08002B2CF9AE}" pid="6" name="MSIP_Label_7f850223-87a8-40c3-9eb2-432606efca2a_SiteId">
    <vt:lpwstr>fcb2b37b-5da0-466b-9b83-0014b67a7c78</vt:lpwstr>
  </property>
  <property fmtid="{D5CDD505-2E9C-101B-9397-08002B2CF9AE}" pid="7" name="MSIP_Label_7f850223-87a8-40c3-9eb2-432606efca2a_ActionId">
    <vt:lpwstr>b7c6c202-8ea1-456e-89e2-3282d9d4b3d8</vt:lpwstr>
  </property>
  <property fmtid="{D5CDD505-2E9C-101B-9397-08002B2CF9AE}" pid="8" name="MSIP_Label_7f850223-87a8-40c3-9eb2-432606efca2a_ContentBits">
    <vt:lpwstr>0</vt:lpwstr>
  </property>
  <property fmtid="{D5CDD505-2E9C-101B-9397-08002B2CF9AE}" pid="9" name="MSIP_Label_7f850223-87a8-40c3-9eb2-432606efca2a_Tag">
    <vt:lpwstr>10, 0, 1, 1</vt:lpwstr>
  </property>
</Properties>
</file>