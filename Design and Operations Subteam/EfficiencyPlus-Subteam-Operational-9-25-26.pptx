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771" r:id="rId4"/>
  </p:sldMasterIdLst>
  <p:notesMasterIdLst>
    <p:notesMasterId r:id="rId11"/>
  </p:notesMasterIdLst>
  <p:handoutMasterIdLst>
    <p:handoutMasterId r:id="rId12"/>
  </p:handoutMasterIdLst>
  <p:sldIdLst>
    <p:sldId id="2147474458" r:id="rId5"/>
    <p:sldId id="2147474475" r:id="rId6"/>
    <p:sldId id="2147474492" r:id="rId7"/>
    <p:sldId id="2147474478" r:id="rId8"/>
    <p:sldId id="2147474490" r:id="rId9"/>
    <p:sldId id="2147474491" r:id="rId10"/>
  </p:sldIdLst>
  <p:sldSz cx="12192000" cy="6858000"/>
  <p:notesSz cx="6858000" cy="9144000"/>
  <p:embeddedFontLst>
    <p:embeddedFont>
      <p:font typeface="Boehringer Forward Head" panose="020B0504030403020204" pitchFamily="2" charset="0"/>
      <p:regular r:id="rId13"/>
      <p:bold r:id="rId14"/>
      <p:italic r:id="rId15"/>
      <p:boldItalic r:id="rId16"/>
    </p:embeddedFont>
    <p:embeddedFont>
      <p:font typeface="Boehringer Forward Text" panose="020B0504030403020204" pitchFamily="2" charset="0"/>
      <p:regular r:id="rId17"/>
      <p:bold r:id="rId18"/>
      <p:italic r:id="rId19"/>
      <p:boldItalic r:id="rId20"/>
    </p:embeddedFont>
  </p:embeddedFontLst>
  <p:custDataLst>
    <p:tags r:id="rId21"/>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 " initials="CV" lastIdx="3" clrIdx="0">
    <p:extLst>
      <p:ext uri="{19B8F6BF-5375-455C-9EA6-DF929625EA0E}">
        <p15:presenceInfo xmlns:p15="http://schemas.microsoft.com/office/powerpoint/2012/main" userId=" "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0467081-1EE7-4AC6-B800-5D773FE8073D}" v="3" dt="2026-09-25T01:42:03.622"/>
  </p1510:revLst>
</p1510:revInfo>
</file>

<file path=ppt/tableStyles.xml><?xml version="1.0" encoding="utf-8"?>
<a:tblStyleLst xmlns:a="http://schemas.openxmlformats.org/drawingml/2006/main" def="{9D7B26C5-4107-4FEC-AEDC-1716B250A1EF}">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Helle Formatvorlag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002" autoAdjust="0"/>
    <p:restoredTop sz="93447" autoAdjust="0"/>
  </p:normalViewPr>
  <p:slideViewPr>
    <p:cSldViewPr showGuides="1">
      <p:cViewPr>
        <p:scale>
          <a:sx n="63" d="100"/>
          <a:sy n="63" d="100"/>
        </p:scale>
        <p:origin x="840" y="76"/>
      </p:cViewPr>
      <p:guideLst/>
    </p:cSldViewPr>
  </p:slideViewPr>
  <p:outlineViewPr>
    <p:cViewPr>
      <p:scale>
        <a:sx n="33" d="100"/>
        <a:sy n="33" d="100"/>
      </p:scale>
      <p:origin x="0" y="-3192"/>
    </p:cViewPr>
  </p:outlineViewPr>
  <p:notesTextViewPr>
    <p:cViewPr>
      <p:scale>
        <a:sx n="125" d="100"/>
        <a:sy n="125" d="100"/>
      </p:scale>
      <p:origin x="0" y="0"/>
    </p:cViewPr>
  </p:notesTextViewPr>
  <p:sorterViewPr>
    <p:cViewPr varScale="1">
      <p:scale>
        <a:sx n="1" d="1"/>
        <a:sy n="1" d="1"/>
      </p:scale>
      <p:origin x="0" y="0"/>
    </p:cViewPr>
  </p:sorterViewPr>
  <p:notesViewPr>
    <p:cSldViewPr showGuides="1">
      <p:cViewPr varScale="1">
        <p:scale>
          <a:sx n="78" d="100"/>
          <a:sy n="78" d="100"/>
        </p:scale>
        <p:origin x="2988" y="9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font" Target="fonts/font1.fntdata"/><Relationship Id="rId18" Type="http://schemas.openxmlformats.org/officeDocument/2006/relationships/font" Target="fonts/font6.fntdata"/><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tags" Target="tags/tag1.xml"/><Relationship Id="rId7" Type="http://schemas.openxmlformats.org/officeDocument/2006/relationships/slide" Target="slides/slide3.xml"/><Relationship Id="rId12" Type="http://schemas.openxmlformats.org/officeDocument/2006/relationships/handoutMaster" Target="handoutMasters/handoutMaster1.xml"/><Relationship Id="rId17" Type="http://schemas.openxmlformats.org/officeDocument/2006/relationships/font" Target="fonts/font5.fntdata"/><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font" Target="fonts/font4.fntdata"/><Relationship Id="rId20" Type="http://schemas.openxmlformats.org/officeDocument/2006/relationships/font" Target="fonts/font8.fntdata"/><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notesMaster" Target="notesMasters/notesMaster1.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font" Target="fonts/font3.fntdata"/><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font" Target="fonts/font7.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font" Target="fonts/font2.fntdata"/><Relationship Id="rId22" Type="http://schemas.openxmlformats.org/officeDocument/2006/relationships/commentAuthors" Target="commentAuthors.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hu,Dr.,Angela (MED BDS) BIP-US-R" userId="7405ee46-064e-49b2-9dca-0e6694505480" providerId="ADAL" clId="{9CBFF363-DCD0-4EB0-A649-58A1CC43A4BD}"/>
    <pc:docChg chg="undo custSel modSld">
      <pc:chgData name="Zhu,Dr.,Angela (MED BDS) BIP-US-R" userId="7405ee46-064e-49b2-9dca-0e6694505480" providerId="ADAL" clId="{9CBFF363-DCD0-4EB0-A649-58A1CC43A4BD}" dt="2026-09-16T15:39:30.164" v="44" actId="20577"/>
      <pc:docMkLst>
        <pc:docMk/>
      </pc:docMkLst>
      <pc:sldChg chg="modSp mod">
        <pc:chgData name="Zhu,Dr.,Angela (MED BDS) BIP-US-R" userId="7405ee46-064e-49b2-9dca-0e6694505480" providerId="ADAL" clId="{9CBFF363-DCD0-4EB0-A649-58A1CC43A4BD}" dt="2026-09-16T15:39:30.164" v="44" actId="20577"/>
        <pc:sldMkLst>
          <pc:docMk/>
          <pc:sldMk cId="0" sldId="2147474478"/>
        </pc:sldMkLst>
        <pc:spChg chg="mod">
          <ac:chgData name="Zhu,Dr.,Angela (MED BDS) BIP-US-R" userId="7405ee46-064e-49b2-9dca-0e6694505480" providerId="ADAL" clId="{9CBFF363-DCD0-4EB0-A649-58A1CC43A4BD}" dt="2026-09-16T15:39:17.664" v="37" actId="20577"/>
          <ac:spMkLst>
            <pc:docMk/>
            <pc:sldMk cId="0" sldId="2147474478"/>
            <ac:spMk id="25" creationId="{00000000-0000-0000-0000-000000000000}"/>
          </ac:spMkLst>
        </pc:spChg>
        <pc:spChg chg="mod">
          <ac:chgData name="Zhu,Dr.,Angela (MED BDS) BIP-US-R" userId="7405ee46-064e-49b2-9dca-0e6694505480" providerId="ADAL" clId="{9CBFF363-DCD0-4EB0-A649-58A1CC43A4BD}" dt="2026-09-16T15:39:30.164" v="44" actId="20577"/>
          <ac:spMkLst>
            <pc:docMk/>
            <pc:sldMk cId="0" sldId="2147474478"/>
            <ac:spMk id="31" creationId="{00000000-0000-0000-0000-000000000000}"/>
          </ac:spMkLst>
        </pc:spChg>
      </pc:sldChg>
      <pc:sldChg chg="modSp mod">
        <pc:chgData name="Zhu,Dr.,Angela (MED BDS) BIP-US-R" userId="7405ee46-064e-49b2-9dca-0e6694505480" providerId="ADAL" clId="{9CBFF363-DCD0-4EB0-A649-58A1CC43A4BD}" dt="2026-09-16T15:37:26.772" v="23" actId="113"/>
        <pc:sldMkLst>
          <pc:docMk/>
          <pc:sldMk cId="0" sldId="2147474490"/>
        </pc:sldMkLst>
        <pc:spChg chg="mod">
          <ac:chgData name="Zhu,Dr.,Angela (MED BDS) BIP-US-R" userId="7405ee46-064e-49b2-9dca-0e6694505480" providerId="ADAL" clId="{9CBFF363-DCD0-4EB0-A649-58A1CC43A4BD}" dt="2026-09-16T15:37:26.772" v="23" actId="113"/>
          <ac:spMkLst>
            <pc:docMk/>
            <pc:sldMk cId="0" sldId="2147474490"/>
            <ac:spMk id="32" creationId="{00000000-0000-0000-0000-000000000000}"/>
          </ac:spMkLst>
        </pc:spChg>
        <pc:spChg chg="mod">
          <ac:chgData name="Zhu,Dr.,Angela (MED BDS) BIP-US-R" userId="7405ee46-064e-49b2-9dca-0e6694505480" providerId="ADAL" clId="{9CBFF363-DCD0-4EB0-A649-58A1CC43A4BD}" dt="2026-09-16T15:37:16.839" v="21" actId="404"/>
          <ac:spMkLst>
            <pc:docMk/>
            <pc:sldMk cId="0" sldId="2147474490"/>
            <ac:spMk id="41" creationId="{00000000-0000-0000-0000-000000000000}"/>
          </ac:spMkLst>
        </pc:spChg>
      </pc:sldChg>
    </pc:docChg>
  </pc:docChgLst>
  <pc:docChgLst>
    <pc:chgData name="Roy,Dr.,Dooti (MED BDS) BIP-US-R" userId="bc20aed2-934e-4bc3-bf1c-c02ebd9736ab" providerId="ADAL" clId="{9F1753B0-B9F1-41BC-AD2C-35D9D3CD3903}"/>
    <pc:docChg chg="undo custSel addSld delSld modSld sldOrd modMainMaster">
      <pc:chgData name="Roy,Dr.,Dooti (MED BDS) BIP-US-R" userId="bc20aed2-934e-4bc3-bf1c-c02ebd9736ab" providerId="ADAL" clId="{9F1753B0-B9F1-41BC-AD2C-35D9D3CD3903}" dt="2026-09-25T14:58:06.993" v="6850" actId="20577"/>
      <pc:docMkLst>
        <pc:docMk/>
      </pc:docMkLst>
      <pc:sldChg chg="addSp delSp modSp add del mod modClrScheme chgLayout modNotesTx">
        <pc:chgData name="Roy,Dr.,Dooti (MED BDS) BIP-US-R" userId="bc20aed2-934e-4bc3-bf1c-c02ebd9736ab" providerId="ADAL" clId="{9F1753B0-B9F1-41BC-AD2C-35D9D3CD3903}" dt="2026-09-25T01:26:52.664" v="5673" actId="47"/>
        <pc:sldMkLst>
          <pc:docMk/>
          <pc:sldMk cId="0" sldId="256"/>
        </pc:sldMkLst>
      </pc:sldChg>
      <pc:sldChg chg="modSp mod">
        <pc:chgData name="Roy,Dr.,Dooti (MED BDS) BIP-US-R" userId="bc20aed2-934e-4bc3-bf1c-c02ebd9736ab" providerId="ADAL" clId="{9F1753B0-B9F1-41BC-AD2C-35D9D3CD3903}" dt="2026-09-25T01:26:40.611" v="5671" actId="20577"/>
        <pc:sldMkLst>
          <pc:docMk/>
          <pc:sldMk cId="493168833" sldId="2147474458"/>
        </pc:sldMkLst>
        <pc:spChg chg="mod">
          <ac:chgData name="Roy,Dr.,Dooti (MED BDS) BIP-US-R" userId="bc20aed2-934e-4bc3-bf1c-c02ebd9736ab" providerId="ADAL" clId="{9F1753B0-B9F1-41BC-AD2C-35D9D3CD3903}" dt="2026-09-25T01:26:40.611" v="5671" actId="20577"/>
          <ac:spMkLst>
            <pc:docMk/>
            <pc:sldMk cId="493168833" sldId="2147474458"/>
            <ac:spMk id="2" creationId="{927DA133-99A4-C7B3-8CD0-540A42BDD0EE}"/>
          </ac:spMkLst>
        </pc:spChg>
      </pc:sldChg>
      <pc:sldChg chg="del">
        <pc:chgData name="Roy,Dr.,Dooti (MED BDS) BIP-US-R" userId="bc20aed2-934e-4bc3-bf1c-c02ebd9736ab" providerId="ADAL" clId="{9F1753B0-B9F1-41BC-AD2C-35D9D3CD3903}" dt="2026-09-25T01:26:47.357" v="5672" actId="47"/>
        <pc:sldMkLst>
          <pc:docMk/>
          <pc:sldMk cId="3523326084" sldId="2147474459"/>
        </pc:sldMkLst>
      </pc:sldChg>
      <pc:sldChg chg="modSp add del mod">
        <pc:chgData name="Roy,Dr.,Dooti (MED BDS) BIP-US-R" userId="bc20aed2-934e-4bc3-bf1c-c02ebd9736ab" providerId="ADAL" clId="{9F1753B0-B9F1-41BC-AD2C-35D9D3CD3903}" dt="2026-09-25T01:27:17.843" v="5678" actId="47"/>
        <pc:sldMkLst>
          <pc:docMk/>
          <pc:sldMk cId="0" sldId="2147474462"/>
        </pc:sldMkLst>
      </pc:sldChg>
      <pc:sldChg chg="del">
        <pc:chgData name="Roy,Dr.,Dooti (MED BDS) BIP-US-R" userId="bc20aed2-934e-4bc3-bf1c-c02ebd9736ab" providerId="ADAL" clId="{9F1753B0-B9F1-41BC-AD2C-35D9D3CD3903}" dt="2026-09-25T01:28:34.902" v="5741" actId="47"/>
        <pc:sldMkLst>
          <pc:docMk/>
          <pc:sldMk cId="3994452437" sldId="2147474473"/>
        </pc:sldMkLst>
      </pc:sldChg>
      <pc:sldChg chg="addSp modSp mod ord">
        <pc:chgData name="Roy,Dr.,Dooti (MED BDS) BIP-US-R" userId="bc20aed2-934e-4bc3-bf1c-c02ebd9736ab" providerId="ADAL" clId="{9F1753B0-B9F1-41BC-AD2C-35D9D3CD3903}" dt="2026-09-25T01:27:46.310" v="5711" actId="20577"/>
        <pc:sldMkLst>
          <pc:docMk/>
          <pc:sldMk cId="2333165382" sldId="2147474475"/>
        </pc:sldMkLst>
        <pc:spChg chg="mod">
          <ac:chgData name="Roy,Dr.,Dooti (MED BDS) BIP-US-R" userId="bc20aed2-934e-4bc3-bf1c-c02ebd9736ab" providerId="ADAL" clId="{9F1753B0-B9F1-41BC-AD2C-35D9D3CD3903}" dt="2026-09-25T01:27:46.310" v="5711" actId="20577"/>
          <ac:spMkLst>
            <pc:docMk/>
            <pc:sldMk cId="2333165382" sldId="2147474475"/>
            <ac:spMk id="2" creationId="{AD67632C-F039-DBC9-9E40-94D86B8E967B}"/>
          </ac:spMkLst>
        </pc:spChg>
        <pc:spChg chg="add">
          <ac:chgData name="Roy,Dr.,Dooti (MED BDS) BIP-US-R" userId="bc20aed2-934e-4bc3-bf1c-c02ebd9736ab" providerId="ADAL" clId="{9F1753B0-B9F1-41BC-AD2C-35D9D3CD3903}" dt="2026-09-16T03:25:27.140" v="5235" actId="26606"/>
          <ac:spMkLst>
            <pc:docMk/>
            <pc:sldMk cId="2333165382" sldId="2147474475"/>
            <ac:spMk id="980" creationId="{00000000-0000-0000-0000-000000000000}"/>
          </ac:spMkLst>
        </pc:spChg>
        <pc:graphicFrameChg chg="mod modGraphic">
          <ac:chgData name="Roy,Dr.,Dooti (MED BDS) BIP-US-R" userId="bc20aed2-934e-4bc3-bf1c-c02ebd9736ab" providerId="ADAL" clId="{9F1753B0-B9F1-41BC-AD2C-35D9D3CD3903}" dt="2026-09-15T15:29:28.587" v="4221" actId="20577"/>
          <ac:graphicFrameMkLst>
            <pc:docMk/>
            <pc:sldMk cId="2333165382" sldId="2147474475"/>
            <ac:graphicFrameMk id="6" creationId="{0AC854EB-CCE2-4BB0-137E-38A53D6AFE89}"/>
          </ac:graphicFrameMkLst>
        </pc:graphicFrameChg>
      </pc:sldChg>
      <pc:sldChg chg="addSp delSp modSp add del mod">
        <pc:chgData name="Roy,Dr.,Dooti (MED BDS) BIP-US-R" userId="bc20aed2-934e-4bc3-bf1c-c02ebd9736ab" providerId="ADAL" clId="{9F1753B0-B9F1-41BC-AD2C-35D9D3CD3903}" dt="2026-09-25T01:27:16.336" v="5677" actId="47"/>
        <pc:sldMkLst>
          <pc:docMk/>
          <pc:sldMk cId="0" sldId="2147474477"/>
        </pc:sldMkLst>
      </pc:sldChg>
      <pc:sldChg chg="addSp modSp add mod ord">
        <pc:chgData name="Roy,Dr.,Dooti (MED BDS) BIP-US-R" userId="bc20aed2-934e-4bc3-bf1c-c02ebd9736ab" providerId="ADAL" clId="{9F1753B0-B9F1-41BC-AD2C-35D9D3CD3903}" dt="2026-09-25T01:35:32.151" v="6067" actId="27636"/>
        <pc:sldMkLst>
          <pc:docMk/>
          <pc:sldMk cId="0" sldId="2147474478"/>
        </pc:sldMkLst>
        <pc:spChg chg="mod">
          <ac:chgData name="Roy,Dr.,Dooti (MED BDS) BIP-US-R" userId="bc20aed2-934e-4bc3-bf1c-c02ebd9736ab" providerId="ADAL" clId="{9F1753B0-B9F1-41BC-AD2C-35D9D3CD3903}" dt="2026-09-16T04:30:40.122" v="5518" actId="403"/>
          <ac:spMkLst>
            <pc:docMk/>
            <pc:sldMk cId="0" sldId="2147474478"/>
            <ac:spMk id="3" creationId="{00000000-0000-0000-0000-000000000000}"/>
          </ac:spMkLst>
        </pc:spChg>
        <pc:spChg chg="mod">
          <ac:chgData name="Roy,Dr.,Dooti (MED BDS) BIP-US-R" userId="bc20aed2-934e-4bc3-bf1c-c02ebd9736ab" providerId="ADAL" clId="{9F1753B0-B9F1-41BC-AD2C-35D9D3CD3903}" dt="2026-09-16T04:30:19.150" v="5513" actId="14100"/>
          <ac:spMkLst>
            <pc:docMk/>
            <pc:sldMk cId="0" sldId="2147474478"/>
            <ac:spMk id="20" creationId="{00000000-0000-0000-0000-000000000000}"/>
          </ac:spMkLst>
        </pc:spChg>
        <pc:spChg chg="mod">
          <ac:chgData name="Roy,Dr.,Dooti (MED BDS) BIP-US-R" userId="bc20aed2-934e-4bc3-bf1c-c02ebd9736ab" providerId="ADAL" clId="{9F1753B0-B9F1-41BC-AD2C-35D9D3CD3903}" dt="2026-09-16T04:29:23.304" v="5511" actId="26606"/>
          <ac:spMkLst>
            <pc:docMk/>
            <pc:sldMk cId="0" sldId="2147474478"/>
            <ac:spMk id="21" creationId="{00000000-0000-0000-0000-000000000000}"/>
          </ac:spMkLst>
        </pc:spChg>
        <pc:spChg chg="mod">
          <ac:chgData name="Roy,Dr.,Dooti (MED BDS) BIP-US-R" userId="bc20aed2-934e-4bc3-bf1c-c02ebd9736ab" providerId="ADAL" clId="{9F1753B0-B9F1-41BC-AD2C-35D9D3CD3903}" dt="2026-09-16T04:29:23.304" v="5511" actId="26606"/>
          <ac:spMkLst>
            <pc:docMk/>
            <pc:sldMk cId="0" sldId="2147474478"/>
            <ac:spMk id="22" creationId="{00000000-0000-0000-0000-000000000000}"/>
          </ac:spMkLst>
        </pc:spChg>
        <pc:spChg chg="mod">
          <ac:chgData name="Roy,Dr.,Dooti (MED BDS) BIP-US-R" userId="bc20aed2-934e-4bc3-bf1c-c02ebd9736ab" providerId="ADAL" clId="{9F1753B0-B9F1-41BC-AD2C-35D9D3CD3903}" dt="2026-09-16T04:25:34.104" v="5504" actId="403"/>
          <ac:spMkLst>
            <pc:docMk/>
            <pc:sldMk cId="0" sldId="2147474478"/>
            <ac:spMk id="23" creationId="{00000000-0000-0000-0000-000000000000}"/>
          </ac:spMkLst>
        </pc:spChg>
        <pc:spChg chg="mod">
          <ac:chgData name="Roy,Dr.,Dooti (MED BDS) BIP-US-R" userId="bc20aed2-934e-4bc3-bf1c-c02ebd9736ab" providerId="ADAL" clId="{9F1753B0-B9F1-41BC-AD2C-35D9D3CD3903}" dt="2026-09-16T04:30:10.172" v="5512" actId="403"/>
          <ac:spMkLst>
            <pc:docMk/>
            <pc:sldMk cId="0" sldId="2147474478"/>
            <ac:spMk id="24" creationId="{00000000-0000-0000-0000-000000000000}"/>
          </ac:spMkLst>
        </pc:spChg>
        <pc:spChg chg="mod">
          <ac:chgData name="Roy,Dr.,Dooti (MED BDS) BIP-US-R" userId="bc20aed2-934e-4bc3-bf1c-c02ebd9736ab" providerId="ADAL" clId="{9F1753B0-B9F1-41BC-AD2C-35D9D3CD3903}" dt="2026-09-25T01:35:32.089" v="6065" actId="26606"/>
          <ac:spMkLst>
            <pc:docMk/>
            <pc:sldMk cId="0" sldId="2147474478"/>
            <ac:spMk id="25" creationId="{00000000-0000-0000-0000-000000000000}"/>
          </ac:spMkLst>
        </pc:spChg>
        <pc:spChg chg="mod">
          <ac:chgData name="Roy,Dr.,Dooti (MED BDS) BIP-US-R" userId="bc20aed2-934e-4bc3-bf1c-c02ebd9736ab" providerId="ADAL" clId="{9F1753B0-B9F1-41BC-AD2C-35D9D3CD3903}" dt="2026-09-16T04:30:22.120" v="5514" actId="14100"/>
          <ac:spMkLst>
            <pc:docMk/>
            <pc:sldMk cId="0" sldId="2147474478"/>
            <ac:spMk id="26" creationId="{00000000-0000-0000-0000-000000000000}"/>
          </ac:spMkLst>
        </pc:spChg>
        <pc:spChg chg="mod">
          <ac:chgData name="Roy,Dr.,Dooti (MED BDS) BIP-US-R" userId="bc20aed2-934e-4bc3-bf1c-c02ebd9736ab" providerId="ADAL" clId="{9F1753B0-B9F1-41BC-AD2C-35D9D3CD3903}" dt="2026-09-16T04:29:23.304" v="5511" actId="26606"/>
          <ac:spMkLst>
            <pc:docMk/>
            <pc:sldMk cId="0" sldId="2147474478"/>
            <ac:spMk id="28" creationId="{00000000-0000-0000-0000-000000000000}"/>
          </ac:spMkLst>
        </pc:spChg>
        <pc:spChg chg="mod">
          <ac:chgData name="Roy,Dr.,Dooti (MED BDS) BIP-US-R" userId="bc20aed2-934e-4bc3-bf1c-c02ebd9736ab" providerId="ADAL" clId="{9F1753B0-B9F1-41BC-AD2C-35D9D3CD3903}" dt="2026-09-16T04:29:23.304" v="5511" actId="26606"/>
          <ac:spMkLst>
            <pc:docMk/>
            <pc:sldMk cId="0" sldId="2147474478"/>
            <ac:spMk id="29" creationId="{00000000-0000-0000-0000-000000000000}"/>
          </ac:spMkLst>
        </pc:spChg>
        <pc:spChg chg="mod">
          <ac:chgData name="Roy,Dr.,Dooti (MED BDS) BIP-US-R" userId="bc20aed2-934e-4bc3-bf1c-c02ebd9736ab" providerId="ADAL" clId="{9F1753B0-B9F1-41BC-AD2C-35D9D3CD3903}" dt="2026-09-16T04:30:10.172" v="5512" actId="403"/>
          <ac:spMkLst>
            <pc:docMk/>
            <pc:sldMk cId="0" sldId="2147474478"/>
            <ac:spMk id="30" creationId="{00000000-0000-0000-0000-000000000000}"/>
          </ac:spMkLst>
        </pc:spChg>
        <pc:spChg chg="mod">
          <ac:chgData name="Roy,Dr.,Dooti (MED BDS) BIP-US-R" userId="bc20aed2-934e-4bc3-bf1c-c02ebd9736ab" providerId="ADAL" clId="{9F1753B0-B9F1-41BC-AD2C-35D9D3CD3903}" dt="2026-09-25T01:35:32.136" v="6066" actId="27636"/>
          <ac:spMkLst>
            <pc:docMk/>
            <pc:sldMk cId="0" sldId="2147474478"/>
            <ac:spMk id="31" creationId="{00000000-0000-0000-0000-000000000000}"/>
          </ac:spMkLst>
        </pc:spChg>
        <pc:spChg chg="mod">
          <ac:chgData name="Roy,Dr.,Dooti (MED BDS) BIP-US-R" userId="bc20aed2-934e-4bc3-bf1c-c02ebd9736ab" providerId="ADAL" clId="{9F1753B0-B9F1-41BC-AD2C-35D9D3CD3903}" dt="2026-09-16T04:30:25.984" v="5515" actId="14100"/>
          <ac:spMkLst>
            <pc:docMk/>
            <pc:sldMk cId="0" sldId="2147474478"/>
            <ac:spMk id="32" creationId="{00000000-0000-0000-0000-000000000000}"/>
          </ac:spMkLst>
        </pc:spChg>
        <pc:spChg chg="mod">
          <ac:chgData name="Roy,Dr.,Dooti (MED BDS) BIP-US-R" userId="bc20aed2-934e-4bc3-bf1c-c02ebd9736ab" providerId="ADAL" clId="{9F1753B0-B9F1-41BC-AD2C-35D9D3CD3903}" dt="2026-09-16T04:29:23.304" v="5511" actId="26606"/>
          <ac:spMkLst>
            <pc:docMk/>
            <pc:sldMk cId="0" sldId="2147474478"/>
            <ac:spMk id="33" creationId="{00000000-0000-0000-0000-000000000000}"/>
          </ac:spMkLst>
        </pc:spChg>
        <pc:spChg chg="mod">
          <ac:chgData name="Roy,Dr.,Dooti (MED BDS) BIP-US-R" userId="bc20aed2-934e-4bc3-bf1c-c02ebd9736ab" providerId="ADAL" clId="{9F1753B0-B9F1-41BC-AD2C-35D9D3CD3903}" dt="2026-09-16T04:25:34.104" v="5504" actId="403"/>
          <ac:spMkLst>
            <pc:docMk/>
            <pc:sldMk cId="0" sldId="2147474478"/>
            <ac:spMk id="35" creationId="{00000000-0000-0000-0000-000000000000}"/>
          </ac:spMkLst>
        </pc:spChg>
        <pc:spChg chg="mod">
          <ac:chgData name="Roy,Dr.,Dooti (MED BDS) BIP-US-R" userId="bc20aed2-934e-4bc3-bf1c-c02ebd9736ab" providerId="ADAL" clId="{9F1753B0-B9F1-41BC-AD2C-35D9D3CD3903}" dt="2026-09-16T04:30:10.172" v="5512" actId="403"/>
          <ac:spMkLst>
            <pc:docMk/>
            <pc:sldMk cId="0" sldId="2147474478"/>
            <ac:spMk id="36" creationId="{00000000-0000-0000-0000-000000000000}"/>
          </ac:spMkLst>
        </pc:spChg>
        <pc:spChg chg="mod">
          <ac:chgData name="Roy,Dr.,Dooti (MED BDS) BIP-US-R" userId="bc20aed2-934e-4bc3-bf1c-c02ebd9736ab" providerId="ADAL" clId="{9F1753B0-B9F1-41BC-AD2C-35D9D3CD3903}" dt="2026-09-25T01:35:32.151" v="6067" actId="27636"/>
          <ac:spMkLst>
            <pc:docMk/>
            <pc:sldMk cId="0" sldId="2147474478"/>
            <ac:spMk id="37" creationId="{00000000-0000-0000-0000-000000000000}"/>
          </ac:spMkLst>
        </pc:spChg>
        <pc:spChg chg="mod">
          <ac:chgData name="Roy,Dr.,Dooti (MED BDS) BIP-US-R" userId="bc20aed2-934e-4bc3-bf1c-c02ebd9736ab" providerId="ADAL" clId="{9F1753B0-B9F1-41BC-AD2C-35D9D3CD3903}" dt="2026-09-16T04:30:30.442" v="5516" actId="14100"/>
          <ac:spMkLst>
            <pc:docMk/>
            <pc:sldMk cId="0" sldId="2147474478"/>
            <ac:spMk id="38" creationId="{00000000-0000-0000-0000-000000000000}"/>
          </ac:spMkLst>
        </pc:spChg>
        <pc:spChg chg="add mod">
          <ac:chgData name="Roy,Dr.,Dooti (MED BDS) BIP-US-R" userId="bc20aed2-934e-4bc3-bf1c-c02ebd9736ab" providerId="ADAL" clId="{9F1753B0-B9F1-41BC-AD2C-35D9D3CD3903}" dt="2026-09-16T04:29:23.304" v="5511" actId="26606"/>
          <ac:spMkLst>
            <pc:docMk/>
            <pc:sldMk cId="0" sldId="2147474478"/>
            <ac:spMk id="40" creationId="{00000000-0000-0000-0000-000000000000}"/>
          </ac:spMkLst>
        </pc:spChg>
        <pc:spChg chg="mod">
          <ac:chgData name="Roy,Dr.,Dooti (MED BDS) BIP-US-R" userId="bc20aed2-934e-4bc3-bf1c-c02ebd9736ab" providerId="ADAL" clId="{9F1753B0-B9F1-41BC-AD2C-35D9D3CD3903}" dt="2026-09-16T04:30:10.172" v="5512" actId="403"/>
          <ac:spMkLst>
            <pc:docMk/>
            <pc:sldMk cId="0" sldId="2147474478"/>
            <ac:spMk id="42" creationId="{00000000-0000-0000-0000-000000000000}"/>
          </ac:spMkLst>
        </pc:spChg>
        <pc:spChg chg="mod">
          <ac:chgData name="Roy,Dr.,Dooti (MED BDS) BIP-US-R" userId="bc20aed2-934e-4bc3-bf1c-c02ebd9736ab" providerId="ADAL" clId="{9F1753B0-B9F1-41BC-AD2C-35D9D3CD3903}" dt="2026-09-16T04:30:10.172" v="5512" actId="403"/>
          <ac:spMkLst>
            <pc:docMk/>
            <pc:sldMk cId="0" sldId="2147474478"/>
            <ac:spMk id="43" creationId="{00000000-0000-0000-0000-000000000000}"/>
          </ac:spMkLst>
        </pc:spChg>
      </pc:sldChg>
      <pc:sldChg chg="modSp add del mod ord">
        <pc:chgData name="Roy,Dr.,Dooti (MED BDS) BIP-US-R" userId="bc20aed2-934e-4bc3-bf1c-c02ebd9736ab" providerId="ADAL" clId="{9F1753B0-B9F1-41BC-AD2C-35D9D3CD3903}" dt="2026-09-25T01:27:07.592" v="5676" actId="47"/>
        <pc:sldMkLst>
          <pc:docMk/>
          <pc:sldMk cId="0" sldId="2147474479"/>
        </pc:sldMkLst>
      </pc:sldChg>
      <pc:sldChg chg="delSp modSp new del mod">
        <pc:chgData name="Roy,Dr.,Dooti (MED BDS) BIP-US-R" userId="bc20aed2-934e-4bc3-bf1c-c02ebd9736ab" providerId="ADAL" clId="{9F1753B0-B9F1-41BC-AD2C-35D9D3CD3903}" dt="2026-09-25T01:28:29.715" v="5738" actId="47"/>
        <pc:sldMkLst>
          <pc:docMk/>
          <pc:sldMk cId="3868827834" sldId="2147474484"/>
        </pc:sldMkLst>
      </pc:sldChg>
      <pc:sldChg chg="addSp delSp modSp add del mod modClrScheme chgLayout modNotesTx">
        <pc:chgData name="Roy,Dr.,Dooti (MED BDS) BIP-US-R" userId="bc20aed2-934e-4bc3-bf1c-c02ebd9736ab" providerId="ADAL" clId="{9F1753B0-B9F1-41BC-AD2C-35D9D3CD3903}" dt="2026-09-25T01:26:52.664" v="5673" actId="47"/>
        <pc:sldMkLst>
          <pc:docMk/>
          <pc:sldMk cId="0" sldId="2147474485"/>
        </pc:sldMkLst>
      </pc:sldChg>
      <pc:sldChg chg="delSp modSp add del mod">
        <pc:chgData name="Roy,Dr.,Dooti (MED BDS) BIP-US-R" userId="bc20aed2-934e-4bc3-bf1c-c02ebd9736ab" providerId="ADAL" clId="{9F1753B0-B9F1-41BC-AD2C-35D9D3CD3903}" dt="2026-09-25T01:28:30.953" v="5739" actId="47"/>
        <pc:sldMkLst>
          <pc:docMk/>
          <pc:sldMk cId="3361895436" sldId="2147474486"/>
        </pc:sldMkLst>
      </pc:sldChg>
      <pc:sldChg chg="addSp delSp modSp add del mod modClrScheme chgLayout modNotesTx">
        <pc:chgData name="Roy,Dr.,Dooti (MED BDS) BIP-US-R" userId="bc20aed2-934e-4bc3-bf1c-c02ebd9736ab" providerId="ADAL" clId="{9F1753B0-B9F1-41BC-AD2C-35D9D3CD3903}" dt="2026-09-25T01:27:03.623" v="5674" actId="47"/>
        <pc:sldMkLst>
          <pc:docMk/>
          <pc:sldMk cId="0" sldId="2147474487"/>
        </pc:sldMkLst>
      </pc:sldChg>
      <pc:sldChg chg="delSp modSp new del mod">
        <pc:chgData name="Roy,Dr.,Dooti (MED BDS) BIP-US-R" userId="bc20aed2-934e-4bc3-bf1c-c02ebd9736ab" providerId="ADAL" clId="{9F1753B0-B9F1-41BC-AD2C-35D9D3CD3903}" dt="2026-09-25T01:28:31.987" v="5740" actId="47"/>
        <pc:sldMkLst>
          <pc:docMk/>
          <pc:sldMk cId="949058236" sldId="2147474488"/>
        </pc:sldMkLst>
      </pc:sldChg>
      <pc:sldChg chg="addSp delSp modSp add del mod setBg modClrScheme chgLayout modNotes">
        <pc:chgData name="Roy,Dr.,Dooti (MED BDS) BIP-US-R" userId="bc20aed2-934e-4bc3-bf1c-c02ebd9736ab" providerId="ADAL" clId="{9F1753B0-B9F1-41BC-AD2C-35D9D3CD3903}" dt="2026-09-25T01:27:05.688" v="5675" actId="47"/>
        <pc:sldMkLst>
          <pc:docMk/>
          <pc:sldMk cId="0" sldId="2147474489"/>
        </pc:sldMkLst>
      </pc:sldChg>
      <pc:sldChg chg="addSp delSp modSp add mod modClrScheme chgLayout">
        <pc:chgData name="Roy,Dr.,Dooti (MED BDS) BIP-US-R" userId="bc20aed2-934e-4bc3-bf1c-c02ebd9736ab" providerId="ADAL" clId="{9F1753B0-B9F1-41BC-AD2C-35D9D3CD3903}" dt="2026-09-25T01:35:32.089" v="6065" actId="26606"/>
        <pc:sldMkLst>
          <pc:docMk/>
          <pc:sldMk cId="0" sldId="2147474490"/>
        </pc:sldMkLst>
        <pc:spChg chg="mod">
          <ac:chgData name="Roy,Dr.,Dooti (MED BDS) BIP-US-R" userId="bc20aed2-934e-4bc3-bf1c-c02ebd9736ab" providerId="ADAL" clId="{9F1753B0-B9F1-41BC-AD2C-35D9D3CD3903}" dt="2026-09-25T01:28:23.105" v="5737" actId="20577"/>
          <ac:spMkLst>
            <pc:docMk/>
            <pc:sldMk cId="0" sldId="2147474490"/>
            <ac:spMk id="2" creationId="{00000000-0000-0000-0000-000000000000}"/>
          </ac:spMkLst>
        </pc:spChg>
        <pc:spChg chg="mod">
          <ac:chgData name="Roy,Dr.,Dooti (MED BDS) BIP-US-R" userId="bc20aed2-934e-4bc3-bf1c-c02ebd9736ab" providerId="ADAL" clId="{9F1753B0-B9F1-41BC-AD2C-35D9D3CD3903}" dt="2026-09-16T04:52:08.859" v="5538" actId="403"/>
          <ac:spMkLst>
            <pc:docMk/>
            <pc:sldMk cId="0" sldId="2147474490"/>
            <ac:spMk id="3" creationId="{00000000-0000-0000-0000-000000000000}"/>
          </ac:spMkLst>
        </pc:spChg>
        <pc:spChg chg="mod">
          <ac:chgData name="Roy,Dr.,Dooti (MED BDS) BIP-US-R" userId="bc20aed2-934e-4bc3-bf1c-c02ebd9736ab" providerId="ADAL" clId="{9F1753B0-B9F1-41BC-AD2C-35D9D3CD3903}" dt="2026-09-16T04:47:09.745" v="5536" actId="26606"/>
          <ac:spMkLst>
            <pc:docMk/>
            <pc:sldMk cId="0" sldId="2147474490"/>
            <ac:spMk id="20" creationId="{00000000-0000-0000-0000-000000000000}"/>
          </ac:spMkLst>
        </pc:spChg>
        <pc:spChg chg="mod">
          <ac:chgData name="Roy,Dr.,Dooti (MED BDS) BIP-US-R" userId="bc20aed2-934e-4bc3-bf1c-c02ebd9736ab" providerId="ADAL" clId="{9F1753B0-B9F1-41BC-AD2C-35D9D3CD3903}" dt="2026-09-16T04:53:29.523" v="5552" actId="255"/>
          <ac:spMkLst>
            <pc:docMk/>
            <pc:sldMk cId="0" sldId="2147474490"/>
            <ac:spMk id="23" creationId="{00000000-0000-0000-0000-000000000000}"/>
          </ac:spMkLst>
        </pc:spChg>
        <pc:spChg chg="mod">
          <ac:chgData name="Roy,Dr.,Dooti (MED BDS) BIP-US-R" userId="bc20aed2-934e-4bc3-bf1c-c02ebd9736ab" providerId="ADAL" clId="{9F1753B0-B9F1-41BC-AD2C-35D9D3CD3903}" dt="2026-09-16T04:58:06.482" v="5591" actId="403"/>
          <ac:spMkLst>
            <pc:docMk/>
            <pc:sldMk cId="0" sldId="2147474490"/>
            <ac:spMk id="24" creationId="{00000000-0000-0000-0000-000000000000}"/>
          </ac:spMkLst>
        </pc:spChg>
        <pc:spChg chg="mod">
          <ac:chgData name="Roy,Dr.,Dooti (MED BDS) BIP-US-R" userId="bc20aed2-934e-4bc3-bf1c-c02ebd9736ab" providerId="ADAL" clId="{9F1753B0-B9F1-41BC-AD2C-35D9D3CD3903}" dt="2026-09-16T04:58:19.278" v="5593" actId="1076"/>
          <ac:spMkLst>
            <pc:docMk/>
            <pc:sldMk cId="0" sldId="2147474490"/>
            <ac:spMk id="25" creationId="{00000000-0000-0000-0000-000000000000}"/>
          </ac:spMkLst>
        </pc:spChg>
        <pc:spChg chg="mod">
          <ac:chgData name="Roy,Dr.,Dooti (MED BDS) BIP-US-R" userId="bc20aed2-934e-4bc3-bf1c-c02ebd9736ab" providerId="ADAL" clId="{9F1753B0-B9F1-41BC-AD2C-35D9D3CD3903}" dt="2026-09-16T04:57:17.220" v="5577" actId="403"/>
          <ac:spMkLst>
            <pc:docMk/>
            <pc:sldMk cId="0" sldId="2147474490"/>
            <ac:spMk id="27" creationId="{00000000-0000-0000-0000-000000000000}"/>
          </ac:spMkLst>
        </pc:spChg>
        <pc:spChg chg="mod">
          <ac:chgData name="Roy,Dr.,Dooti (MED BDS) BIP-US-R" userId="bc20aed2-934e-4bc3-bf1c-c02ebd9736ab" providerId="ADAL" clId="{9F1753B0-B9F1-41BC-AD2C-35D9D3CD3903}" dt="2026-09-16T04:58:39.707" v="5596" actId="403"/>
          <ac:spMkLst>
            <pc:docMk/>
            <pc:sldMk cId="0" sldId="2147474490"/>
            <ac:spMk id="28" creationId="{00000000-0000-0000-0000-000000000000}"/>
          </ac:spMkLst>
        </pc:spChg>
        <pc:spChg chg="mod">
          <ac:chgData name="Roy,Dr.,Dooti (MED BDS) BIP-US-R" userId="bc20aed2-934e-4bc3-bf1c-c02ebd9736ab" providerId="ADAL" clId="{9F1753B0-B9F1-41BC-AD2C-35D9D3CD3903}" dt="2026-09-16T04:47:09.745" v="5536" actId="26606"/>
          <ac:spMkLst>
            <pc:docMk/>
            <pc:sldMk cId="0" sldId="2147474490"/>
            <ac:spMk id="31" creationId="{00000000-0000-0000-0000-000000000000}"/>
          </ac:spMkLst>
        </pc:spChg>
        <pc:spChg chg="mod">
          <ac:chgData name="Roy,Dr.,Dooti (MED BDS) BIP-US-R" userId="bc20aed2-934e-4bc3-bf1c-c02ebd9736ab" providerId="ADAL" clId="{9F1753B0-B9F1-41BC-AD2C-35D9D3CD3903}" dt="2026-09-16T04:53:21.387" v="5551" actId="255"/>
          <ac:spMkLst>
            <pc:docMk/>
            <pc:sldMk cId="0" sldId="2147474490"/>
            <ac:spMk id="32" creationId="{00000000-0000-0000-0000-000000000000}"/>
          </ac:spMkLst>
        </pc:spChg>
        <pc:spChg chg="mod">
          <ac:chgData name="Roy,Dr.,Dooti (MED BDS) BIP-US-R" userId="bc20aed2-934e-4bc3-bf1c-c02ebd9736ab" providerId="ADAL" clId="{9F1753B0-B9F1-41BC-AD2C-35D9D3CD3903}" dt="2026-09-16T04:58:06.482" v="5591" actId="403"/>
          <ac:spMkLst>
            <pc:docMk/>
            <pc:sldMk cId="0" sldId="2147474490"/>
            <ac:spMk id="33" creationId="{00000000-0000-0000-0000-000000000000}"/>
          </ac:spMkLst>
        </pc:spChg>
        <pc:spChg chg="mod">
          <ac:chgData name="Roy,Dr.,Dooti (MED BDS) BIP-US-R" userId="bc20aed2-934e-4bc3-bf1c-c02ebd9736ab" providerId="ADAL" clId="{9F1753B0-B9F1-41BC-AD2C-35D9D3CD3903}" dt="2026-09-16T04:47:09.745" v="5536" actId="26606"/>
          <ac:spMkLst>
            <pc:docMk/>
            <pc:sldMk cId="0" sldId="2147474490"/>
            <ac:spMk id="34" creationId="{00000000-0000-0000-0000-000000000000}"/>
          </ac:spMkLst>
        </pc:spChg>
        <pc:spChg chg="mod">
          <ac:chgData name="Roy,Dr.,Dooti (MED BDS) BIP-US-R" userId="bc20aed2-934e-4bc3-bf1c-c02ebd9736ab" providerId="ADAL" clId="{9F1753B0-B9F1-41BC-AD2C-35D9D3CD3903}" dt="2026-09-16T04:47:09.745" v="5536" actId="26606"/>
          <ac:spMkLst>
            <pc:docMk/>
            <pc:sldMk cId="0" sldId="2147474490"/>
            <ac:spMk id="35" creationId="{00000000-0000-0000-0000-000000000000}"/>
          </ac:spMkLst>
        </pc:spChg>
        <pc:spChg chg="mod">
          <ac:chgData name="Roy,Dr.,Dooti (MED BDS) BIP-US-R" userId="bc20aed2-934e-4bc3-bf1c-c02ebd9736ab" providerId="ADAL" clId="{9F1753B0-B9F1-41BC-AD2C-35D9D3CD3903}" dt="2026-09-16T04:57:23.759" v="5581" actId="403"/>
          <ac:spMkLst>
            <pc:docMk/>
            <pc:sldMk cId="0" sldId="2147474490"/>
            <ac:spMk id="36" creationId="{00000000-0000-0000-0000-000000000000}"/>
          </ac:spMkLst>
        </pc:spChg>
        <pc:spChg chg="mod">
          <ac:chgData name="Roy,Dr.,Dooti (MED BDS) BIP-US-R" userId="bc20aed2-934e-4bc3-bf1c-c02ebd9736ab" providerId="ADAL" clId="{9F1753B0-B9F1-41BC-AD2C-35D9D3CD3903}" dt="2026-09-16T04:58:39.707" v="5596" actId="403"/>
          <ac:spMkLst>
            <pc:docMk/>
            <pc:sldMk cId="0" sldId="2147474490"/>
            <ac:spMk id="37" creationId="{00000000-0000-0000-0000-000000000000}"/>
          </ac:spMkLst>
        </pc:spChg>
        <pc:spChg chg="mod">
          <ac:chgData name="Roy,Dr.,Dooti (MED BDS) BIP-US-R" userId="bc20aed2-934e-4bc3-bf1c-c02ebd9736ab" providerId="ADAL" clId="{9F1753B0-B9F1-41BC-AD2C-35D9D3CD3903}" dt="2026-09-16T04:52:54.311" v="5541" actId="404"/>
          <ac:spMkLst>
            <pc:docMk/>
            <pc:sldMk cId="0" sldId="2147474490"/>
            <ac:spMk id="41" creationId="{00000000-0000-0000-0000-000000000000}"/>
          </ac:spMkLst>
        </pc:spChg>
        <pc:spChg chg="mod">
          <ac:chgData name="Roy,Dr.,Dooti (MED BDS) BIP-US-R" userId="bc20aed2-934e-4bc3-bf1c-c02ebd9736ab" providerId="ADAL" clId="{9F1753B0-B9F1-41BC-AD2C-35D9D3CD3903}" dt="2026-09-16T04:58:06.482" v="5591" actId="403"/>
          <ac:spMkLst>
            <pc:docMk/>
            <pc:sldMk cId="0" sldId="2147474490"/>
            <ac:spMk id="42" creationId="{00000000-0000-0000-0000-000000000000}"/>
          </ac:spMkLst>
        </pc:spChg>
        <pc:spChg chg="mod">
          <ac:chgData name="Roy,Dr.,Dooti (MED BDS) BIP-US-R" userId="bc20aed2-934e-4bc3-bf1c-c02ebd9736ab" providerId="ADAL" clId="{9F1753B0-B9F1-41BC-AD2C-35D9D3CD3903}" dt="2026-09-16T04:52:54.311" v="5541" actId="404"/>
          <ac:spMkLst>
            <pc:docMk/>
            <pc:sldMk cId="0" sldId="2147474490"/>
            <ac:spMk id="43" creationId="{00000000-0000-0000-0000-000000000000}"/>
          </ac:spMkLst>
        </pc:spChg>
        <pc:spChg chg="mod">
          <ac:chgData name="Roy,Dr.,Dooti (MED BDS) BIP-US-R" userId="bc20aed2-934e-4bc3-bf1c-c02ebd9736ab" providerId="ADAL" clId="{9F1753B0-B9F1-41BC-AD2C-35D9D3CD3903}" dt="2026-09-16T04:57:29.471" v="5585" actId="403"/>
          <ac:spMkLst>
            <pc:docMk/>
            <pc:sldMk cId="0" sldId="2147474490"/>
            <ac:spMk id="45" creationId="{00000000-0000-0000-0000-000000000000}"/>
          </ac:spMkLst>
        </pc:spChg>
        <pc:spChg chg="mod">
          <ac:chgData name="Roy,Dr.,Dooti (MED BDS) BIP-US-R" userId="bc20aed2-934e-4bc3-bf1c-c02ebd9736ab" providerId="ADAL" clId="{9F1753B0-B9F1-41BC-AD2C-35D9D3CD3903}" dt="2026-09-25T01:35:32.089" v="6065" actId="26606"/>
          <ac:spMkLst>
            <pc:docMk/>
            <pc:sldMk cId="0" sldId="2147474490"/>
            <ac:spMk id="46" creationId="{00000000-0000-0000-0000-000000000000}"/>
          </ac:spMkLst>
        </pc:spChg>
        <pc:spChg chg="mod">
          <ac:chgData name="Roy,Dr.,Dooti (MED BDS) BIP-US-R" userId="bc20aed2-934e-4bc3-bf1c-c02ebd9736ab" providerId="ADAL" clId="{9F1753B0-B9F1-41BC-AD2C-35D9D3CD3903}" dt="2026-09-16T04:58:06.482" v="5591" actId="403"/>
          <ac:spMkLst>
            <pc:docMk/>
            <pc:sldMk cId="0" sldId="2147474490"/>
            <ac:spMk id="203" creationId="{00000000-0000-0000-0000-000000000000}"/>
          </ac:spMkLst>
        </pc:spChg>
        <pc:spChg chg="mod">
          <ac:chgData name="Roy,Dr.,Dooti (MED BDS) BIP-US-R" userId="bc20aed2-934e-4bc3-bf1c-c02ebd9736ab" providerId="ADAL" clId="{9F1753B0-B9F1-41BC-AD2C-35D9D3CD3903}" dt="2026-09-16T04:57:40.259" v="5590" actId="14100"/>
          <ac:spMkLst>
            <pc:docMk/>
            <pc:sldMk cId="0" sldId="2147474490"/>
            <ac:spMk id="205" creationId="{00000000-0000-0000-0000-000000000000}"/>
          </ac:spMkLst>
        </pc:spChg>
        <pc:spChg chg="mod">
          <ac:chgData name="Roy,Dr.,Dooti (MED BDS) BIP-US-R" userId="bc20aed2-934e-4bc3-bf1c-c02ebd9736ab" providerId="ADAL" clId="{9F1753B0-B9F1-41BC-AD2C-35D9D3CD3903}" dt="2026-09-16T04:55:04.061" v="5562" actId="14100"/>
          <ac:spMkLst>
            <pc:docMk/>
            <pc:sldMk cId="0" sldId="2147474490"/>
            <ac:spMk id="300" creationId="{00000000-0000-0000-0000-000000000000}"/>
          </ac:spMkLst>
        </pc:spChg>
        <pc:spChg chg="add mod">
          <ac:chgData name="Roy,Dr.,Dooti (MED BDS) BIP-US-R" userId="bc20aed2-934e-4bc3-bf1c-c02ebd9736ab" providerId="ADAL" clId="{9F1753B0-B9F1-41BC-AD2C-35D9D3CD3903}" dt="2026-09-16T04:57:01.555" v="5573" actId="1035"/>
          <ac:spMkLst>
            <pc:docMk/>
            <pc:sldMk cId="0" sldId="2147474490"/>
            <ac:spMk id="301" creationId="{00000000-0000-0000-0000-000000000000}"/>
          </ac:spMkLst>
        </pc:spChg>
      </pc:sldChg>
      <pc:sldChg chg="addSp delSp modSp new mod">
        <pc:chgData name="Roy,Dr.,Dooti (MED BDS) BIP-US-R" userId="bc20aed2-934e-4bc3-bf1c-c02ebd9736ab" providerId="ADAL" clId="{9F1753B0-B9F1-41BC-AD2C-35D9D3CD3903}" dt="2026-09-25T14:58:06.993" v="6850" actId="20577"/>
        <pc:sldMkLst>
          <pc:docMk/>
          <pc:sldMk cId="2847696642" sldId="2147474491"/>
        </pc:sldMkLst>
        <pc:spChg chg="mod">
          <ac:chgData name="Roy,Dr.,Dooti (MED BDS) BIP-US-R" userId="bc20aed2-934e-4bc3-bf1c-c02ebd9736ab" providerId="ADAL" clId="{9F1753B0-B9F1-41BC-AD2C-35D9D3CD3903}" dt="2026-09-25T01:28:59.442" v="5745"/>
          <ac:spMkLst>
            <pc:docMk/>
            <pc:sldMk cId="2847696642" sldId="2147474491"/>
            <ac:spMk id="2" creationId="{3B1B1392-6087-CCCF-C6E8-069213AB5E4B}"/>
          </ac:spMkLst>
        </pc:spChg>
        <pc:spChg chg="mod">
          <ac:chgData name="Roy,Dr.,Dooti (MED BDS) BIP-US-R" userId="bc20aed2-934e-4bc3-bf1c-c02ebd9736ab" providerId="ADAL" clId="{9F1753B0-B9F1-41BC-AD2C-35D9D3CD3903}" dt="2026-09-25T14:53:51.128" v="6794" actId="20577"/>
          <ac:spMkLst>
            <pc:docMk/>
            <pc:sldMk cId="2847696642" sldId="2147474491"/>
            <ac:spMk id="3" creationId="{F8524B0E-0240-2733-CE06-F1B66A4BAD43}"/>
          </ac:spMkLst>
        </pc:spChg>
        <pc:spChg chg="del">
          <ac:chgData name="Roy,Dr.,Dooti (MED BDS) BIP-US-R" userId="bc20aed2-934e-4bc3-bf1c-c02ebd9736ab" providerId="ADAL" clId="{9F1753B0-B9F1-41BC-AD2C-35D9D3CD3903}" dt="2026-09-25T01:36:15.556" v="6073" actId="478"/>
          <ac:spMkLst>
            <pc:docMk/>
            <pc:sldMk cId="2847696642" sldId="2147474491"/>
            <ac:spMk id="4" creationId="{5444D235-7091-174D-FC1F-82B8CF205531}"/>
          </ac:spMkLst>
        </pc:spChg>
        <pc:graphicFrameChg chg="add modGraphic">
          <ac:chgData name="Roy,Dr.,Dooti (MED BDS) BIP-US-R" userId="bc20aed2-934e-4bc3-bf1c-c02ebd9736ab" providerId="ADAL" clId="{9F1753B0-B9F1-41BC-AD2C-35D9D3CD3903}" dt="2026-09-25T14:58:06.993" v="6850" actId="20577"/>
          <ac:graphicFrameMkLst>
            <pc:docMk/>
            <pc:sldMk cId="2847696642" sldId="2147474491"/>
            <ac:graphicFrameMk id="20" creationId="{00000000-0000-0000-0000-000000000000}"/>
          </ac:graphicFrameMkLst>
        </pc:graphicFrameChg>
      </pc:sldChg>
      <pc:sldChg chg="addSp delSp modSp new mod">
        <pc:chgData name="Roy,Dr.,Dooti (MED BDS) BIP-US-R" userId="bc20aed2-934e-4bc3-bf1c-c02ebd9736ab" providerId="ADAL" clId="{9F1753B0-B9F1-41BC-AD2C-35D9D3CD3903}" dt="2026-09-25T01:46:36.055" v="6538" actId="20577"/>
        <pc:sldMkLst>
          <pc:docMk/>
          <pc:sldMk cId="3407286111" sldId="2147474492"/>
        </pc:sldMkLst>
        <pc:spChg chg="mod">
          <ac:chgData name="Roy,Dr.,Dooti (MED BDS) BIP-US-R" userId="bc20aed2-934e-4bc3-bf1c-c02ebd9736ab" providerId="ADAL" clId="{9F1753B0-B9F1-41BC-AD2C-35D9D3CD3903}" dt="2026-09-25T01:36:39.691" v="6099" actId="20577"/>
          <ac:spMkLst>
            <pc:docMk/>
            <pc:sldMk cId="3407286111" sldId="2147474492"/>
            <ac:spMk id="2" creationId="{13E83911-667D-4F1B-BC2C-3B9438B28631}"/>
          </ac:spMkLst>
        </pc:spChg>
        <pc:spChg chg="mod">
          <ac:chgData name="Roy,Dr.,Dooti (MED BDS) BIP-US-R" userId="bc20aed2-934e-4bc3-bf1c-c02ebd9736ab" providerId="ADAL" clId="{9F1753B0-B9F1-41BC-AD2C-35D9D3CD3903}" dt="2026-09-25T01:46:36.055" v="6538" actId="20577"/>
          <ac:spMkLst>
            <pc:docMk/>
            <pc:sldMk cId="3407286111" sldId="2147474492"/>
            <ac:spMk id="3" creationId="{6F1AEA5B-5F07-117F-7C12-91BB07179702}"/>
          </ac:spMkLst>
        </pc:spChg>
        <pc:spChg chg="del">
          <ac:chgData name="Roy,Dr.,Dooti (MED BDS) BIP-US-R" userId="bc20aed2-934e-4bc3-bf1c-c02ebd9736ab" providerId="ADAL" clId="{9F1753B0-B9F1-41BC-AD2C-35D9D3CD3903}" dt="2026-09-25T01:43:00.255" v="6479" actId="478"/>
          <ac:spMkLst>
            <pc:docMk/>
            <pc:sldMk cId="3407286111" sldId="2147474492"/>
            <ac:spMk id="4" creationId="{4F97C51E-DE9F-4308-4C20-362F102F4B55}"/>
          </ac:spMkLst>
        </pc:spChg>
        <pc:spChg chg="add mod">
          <ac:chgData name="Roy,Dr.,Dooti (MED BDS) BIP-US-R" userId="bc20aed2-934e-4bc3-bf1c-c02ebd9736ab" providerId="ADAL" clId="{9F1753B0-B9F1-41BC-AD2C-35D9D3CD3903}" dt="2026-09-25T01:44:49.213" v="6494" actId="14100"/>
          <ac:spMkLst>
            <pc:docMk/>
            <pc:sldMk cId="3407286111" sldId="2147474492"/>
            <ac:spMk id="20" creationId="{00000000-0000-0000-0000-000000000000}"/>
          </ac:spMkLst>
        </pc:spChg>
        <pc:spChg chg="add">
          <ac:chgData name="Roy,Dr.,Dooti (MED BDS) BIP-US-R" userId="bc20aed2-934e-4bc3-bf1c-c02ebd9736ab" providerId="ADAL" clId="{9F1753B0-B9F1-41BC-AD2C-35D9D3CD3903}" dt="2026-09-25T01:43:43.556" v="6481" actId="26606"/>
          <ac:spMkLst>
            <pc:docMk/>
            <pc:sldMk cId="3407286111" sldId="2147474492"/>
            <ac:spMk id="21" creationId="{00000000-0000-0000-0000-000000000000}"/>
          </ac:spMkLst>
        </pc:spChg>
        <pc:spChg chg="add mod">
          <ac:chgData name="Roy,Dr.,Dooti (MED BDS) BIP-US-R" userId="bc20aed2-934e-4bc3-bf1c-c02ebd9736ab" providerId="ADAL" clId="{9F1753B0-B9F1-41BC-AD2C-35D9D3CD3903}" dt="2026-09-25T01:45:02.733" v="6501" actId="403"/>
          <ac:spMkLst>
            <pc:docMk/>
            <pc:sldMk cId="3407286111" sldId="2147474492"/>
            <ac:spMk id="22" creationId="{00000000-0000-0000-0000-000000000000}"/>
          </ac:spMkLst>
        </pc:spChg>
        <pc:spChg chg="mod">
          <ac:chgData name="Roy,Dr.,Dooti (MED BDS) BIP-US-R" userId="bc20aed2-934e-4bc3-bf1c-c02ebd9736ab" providerId="ADAL" clId="{9F1753B0-B9F1-41BC-AD2C-35D9D3CD3903}" dt="2026-09-25T01:44:49.213" v="6494" actId="14100"/>
          <ac:spMkLst>
            <pc:docMk/>
            <pc:sldMk cId="3407286111" sldId="2147474492"/>
            <ac:spMk id="23" creationId="{00000000-0000-0000-0000-000000000000}"/>
          </ac:spMkLst>
        </pc:spChg>
        <pc:spChg chg="add">
          <ac:chgData name="Roy,Dr.,Dooti (MED BDS) BIP-US-R" userId="bc20aed2-934e-4bc3-bf1c-c02ebd9736ab" providerId="ADAL" clId="{9F1753B0-B9F1-41BC-AD2C-35D9D3CD3903}" dt="2026-09-25T01:43:43.556" v="6481" actId="26606"/>
          <ac:spMkLst>
            <pc:docMk/>
            <pc:sldMk cId="3407286111" sldId="2147474492"/>
            <ac:spMk id="24" creationId="{00000000-0000-0000-0000-000000000000}"/>
          </ac:spMkLst>
        </pc:spChg>
        <pc:spChg chg="mod">
          <ac:chgData name="Roy,Dr.,Dooti (MED BDS) BIP-US-R" userId="bc20aed2-934e-4bc3-bf1c-c02ebd9736ab" providerId="ADAL" clId="{9F1753B0-B9F1-41BC-AD2C-35D9D3CD3903}" dt="2026-09-25T01:45:10.354" v="6505" actId="403"/>
          <ac:spMkLst>
            <pc:docMk/>
            <pc:sldMk cId="3407286111" sldId="2147474492"/>
            <ac:spMk id="25" creationId="{00000000-0000-0000-0000-000000000000}"/>
          </ac:spMkLst>
        </pc:spChg>
        <pc:spChg chg="add mod">
          <ac:chgData name="Roy,Dr.,Dooti (MED BDS) BIP-US-R" userId="bc20aed2-934e-4bc3-bf1c-c02ebd9736ab" providerId="ADAL" clId="{9F1753B0-B9F1-41BC-AD2C-35D9D3CD3903}" dt="2026-09-25T01:44:53.301" v="6499" actId="14100"/>
          <ac:spMkLst>
            <pc:docMk/>
            <pc:sldMk cId="3407286111" sldId="2147474492"/>
            <ac:spMk id="26" creationId="{00000000-0000-0000-0000-000000000000}"/>
          </ac:spMkLst>
        </pc:spChg>
        <pc:spChg chg="add">
          <ac:chgData name="Roy,Dr.,Dooti (MED BDS) BIP-US-R" userId="bc20aed2-934e-4bc3-bf1c-c02ebd9736ab" providerId="ADAL" clId="{9F1753B0-B9F1-41BC-AD2C-35D9D3CD3903}" dt="2026-09-25T01:43:43.556" v="6481" actId="26606"/>
          <ac:spMkLst>
            <pc:docMk/>
            <pc:sldMk cId="3407286111" sldId="2147474492"/>
            <ac:spMk id="27" creationId="{00000000-0000-0000-0000-000000000000}"/>
          </ac:spMkLst>
        </pc:spChg>
        <pc:spChg chg="add mod">
          <ac:chgData name="Roy,Dr.,Dooti (MED BDS) BIP-US-R" userId="bc20aed2-934e-4bc3-bf1c-c02ebd9736ab" providerId="ADAL" clId="{9F1753B0-B9F1-41BC-AD2C-35D9D3CD3903}" dt="2026-09-25T01:45:17.176" v="6511" actId="27636"/>
          <ac:spMkLst>
            <pc:docMk/>
            <pc:sldMk cId="3407286111" sldId="2147474492"/>
            <ac:spMk id="28" creationId="{00000000-0000-0000-0000-000000000000}"/>
          </ac:spMkLst>
        </pc:spChg>
        <pc:spChg chg="add mod">
          <ac:chgData name="Roy,Dr.,Dooti (MED BDS) BIP-US-R" userId="bc20aed2-934e-4bc3-bf1c-c02ebd9736ab" providerId="ADAL" clId="{9F1753B0-B9F1-41BC-AD2C-35D9D3CD3903}" dt="2026-09-25T01:44:49.213" v="6494" actId="14100"/>
          <ac:spMkLst>
            <pc:docMk/>
            <pc:sldMk cId="3407286111" sldId="2147474492"/>
            <ac:spMk id="29" creationId="{00000000-0000-0000-0000-000000000000}"/>
          </ac:spMkLst>
        </pc:spChg>
        <pc:spChg chg="add mod">
          <ac:chgData name="Roy,Dr.,Dooti (MED BDS) BIP-US-R" userId="bc20aed2-934e-4bc3-bf1c-c02ebd9736ab" providerId="ADAL" clId="{9F1753B0-B9F1-41BC-AD2C-35D9D3CD3903}" dt="2026-09-25T01:45:53.224" v="6526" actId="20577"/>
          <ac:spMkLst>
            <pc:docMk/>
            <pc:sldMk cId="3407286111" sldId="2147474492"/>
            <ac:spMk id="31" creationId="{00000000-0000-0000-0000-000000000000}"/>
          </ac:spMkLst>
        </pc:spChg>
      </pc:sldChg>
      <pc:sldMasterChg chg="addSldLayout delSldLayout modSldLayout">
        <pc:chgData name="Roy,Dr.,Dooti (MED BDS) BIP-US-R" userId="bc20aed2-934e-4bc3-bf1c-c02ebd9736ab" providerId="ADAL" clId="{9F1753B0-B9F1-41BC-AD2C-35D9D3CD3903}" dt="2026-09-25T01:43:43.556" v="6481" actId="26606"/>
        <pc:sldMasterMkLst>
          <pc:docMk/>
          <pc:sldMasterMk cId="2536109598" sldId="2147483771"/>
        </pc:sldMasterMkLst>
        <pc:sldLayoutChg chg="add">
          <pc:chgData name="Roy,Dr.,Dooti (MED BDS) BIP-US-R" userId="bc20aed2-934e-4bc3-bf1c-c02ebd9736ab" providerId="ADAL" clId="{9F1753B0-B9F1-41BC-AD2C-35D9D3CD3903}" dt="2026-09-25T01:43:43.556" v="6481" actId="26606"/>
          <pc:sldLayoutMkLst>
            <pc:docMk/>
            <pc:sldMasterMk cId="2536109598" sldId="2147483771"/>
            <pc:sldLayoutMk cId="2813264588" sldId="2147483814"/>
          </pc:sldLayoutMkLst>
        </pc:sldLayoutChg>
        <pc:sldLayoutChg chg="add">
          <pc:chgData name="Roy,Dr.,Dooti (MED BDS) BIP-US-R" userId="bc20aed2-934e-4bc3-bf1c-c02ebd9736ab" providerId="ADAL" clId="{9F1753B0-B9F1-41BC-AD2C-35D9D3CD3903}" dt="2026-09-25T01:43:43.556" v="6481" actId="26606"/>
          <pc:sldLayoutMkLst>
            <pc:docMk/>
            <pc:sldMasterMk cId="2536109598" sldId="2147483771"/>
            <pc:sldLayoutMk cId="3063366098" sldId="2147483815"/>
          </pc:sldLayoutMkLst>
        </pc:sldLayoutChg>
        <pc:sldLayoutChg chg="del replId">
          <pc:chgData name="Roy,Dr.,Dooti (MED BDS) BIP-US-R" userId="bc20aed2-934e-4bc3-bf1c-c02ebd9736ab" providerId="ADAL" clId="{9F1753B0-B9F1-41BC-AD2C-35D9D3CD3903}" dt="2026-09-25T01:35:32.089" v="6065" actId="26606"/>
          <pc:sldLayoutMkLst>
            <pc:docMk/>
            <pc:sldMasterMk cId="2536109598" sldId="2147483771"/>
            <pc:sldLayoutMk cId="2813264588" sldId="2147483817"/>
          </pc:sldLayoutMkLst>
        </pc:sldLayoutChg>
        <pc:sldLayoutChg chg="add del replId">
          <pc:chgData name="Roy,Dr.,Dooti (MED BDS) BIP-US-R" userId="bc20aed2-934e-4bc3-bf1c-c02ebd9736ab" providerId="ADAL" clId="{9F1753B0-B9F1-41BC-AD2C-35D9D3CD3903}" dt="2026-09-25T01:43:43.556" v="6481" actId="26606"/>
          <pc:sldLayoutMkLst>
            <pc:docMk/>
            <pc:sldMasterMk cId="2536109598" sldId="2147483771"/>
            <pc:sldLayoutMk cId="2813264588" sldId="2147483817"/>
          </pc:sldLayoutMkLst>
        </pc:sldLayoutChg>
        <pc:sldLayoutChg chg="add del replId">
          <pc:chgData name="Roy,Dr.,Dooti (MED BDS) BIP-US-R" userId="bc20aed2-934e-4bc3-bf1c-c02ebd9736ab" providerId="ADAL" clId="{9F1753B0-B9F1-41BC-AD2C-35D9D3CD3903}" dt="2026-09-25T01:43:43.556" v="6481" actId="26606"/>
          <pc:sldLayoutMkLst>
            <pc:docMk/>
            <pc:sldMasterMk cId="2536109598" sldId="2147483771"/>
            <pc:sldLayoutMk cId="3063366098" sldId="2147483818"/>
          </pc:sldLayoutMkLst>
        </pc:sldLayoutChg>
        <pc:sldLayoutChg chg="del replId">
          <pc:chgData name="Roy,Dr.,Dooti (MED BDS) BIP-US-R" userId="bc20aed2-934e-4bc3-bf1c-c02ebd9736ab" providerId="ADAL" clId="{9F1753B0-B9F1-41BC-AD2C-35D9D3CD3903}" dt="2026-09-25T01:35:32.089" v="6065" actId="26606"/>
          <pc:sldLayoutMkLst>
            <pc:docMk/>
            <pc:sldMasterMk cId="2536109598" sldId="2147483771"/>
            <pc:sldLayoutMk cId="3063366098" sldId="2147483818"/>
          </pc:sldLayoutMkLst>
        </pc:sldLayoutChg>
      </pc:sldMasterChg>
    </pc:docChg>
  </pc:docChgLst>
</pc:chgInfo>
</file>

<file path=ppt/diagrams/_rels/data1.xml.rels><?xml version="1.0" encoding="UTF-8" standalone="yes"?>
<Relationships xmlns="http://schemas.openxmlformats.org/package/2006/relationships"><Relationship Id="rId8" Type="http://schemas.openxmlformats.org/officeDocument/2006/relationships/image" Target="../media/image21.jpg"/><Relationship Id="rId3" Type="http://schemas.openxmlformats.org/officeDocument/2006/relationships/image" Target="../media/image16.jpg"/><Relationship Id="rId7" Type="http://schemas.openxmlformats.org/officeDocument/2006/relationships/image" Target="../media/image20.png"/><Relationship Id="rId2" Type="http://schemas.openxmlformats.org/officeDocument/2006/relationships/image" Target="../media/image15.jpg"/><Relationship Id="rId1" Type="http://schemas.openxmlformats.org/officeDocument/2006/relationships/image" Target="../media/image14.jpg"/><Relationship Id="rId6" Type="http://schemas.openxmlformats.org/officeDocument/2006/relationships/image" Target="../media/image19.png"/><Relationship Id="rId5" Type="http://schemas.openxmlformats.org/officeDocument/2006/relationships/image" Target="../media/image18.jpg"/><Relationship Id="rId10" Type="http://schemas.openxmlformats.org/officeDocument/2006/relationships/image" Target="../media/image23.jpg"/><Relationship Id="rId4" Type="http://schemas.openxmlformats.org/officeDocument/2006/relationships/image" Target="../media/image17.JPG"/><Relationship Id="rId9" Type="http://schemas.openxmlformats.org/officeDocument/2006/relationships/image" Target="../media/image22.jpeg"/></Relationships>
</file>

<file path=ppt/diagrams/_rels/drawing1.xml.rels><?xml version="1.0" encoding="UTF-8" standalone="yes"?>
<Relationships xmlns="http://schemas.openxmlformats.org/package/2006/relationships"><Relationship Id="rId8" Type="http://schemas.openxmlformats.org/officeDocument/2006/relationships/image" Target="../media/image21.jpg"/><Relationship Id="rId3" Type="http://schemas.openxmlformats.org/officeDocument/2006/relationships/image" Target="../media/image16.jpg"/><Relationship Id="rId7" Type="http://schemas.openxmlformats.org/officeDocument/2006/relationships/image" Target="../media/image20.png"/><Relationship Id="rId2" Type="http://schemas.openxmlformats.org/officeDocument/2006/relationships/image" Target="../media/image15.jpg"/><Relationship Id="rId1" Type="http://schemas.openxmlformats.org/officeDocument/2006/relationships/image" Target="../media/image14.jpg"/><Relationship Id="rId6" Type="http://schemas.openxmlformats.org/officeDocument/2006/relationships/image" Target="../media/image19.png"/><Relationship Id="rId5" Type="http://schemas.openxmlformats.org/officeDocument/2006/relationships/image" Target="../media/image18.jpg"/><Relationship Id="rId10" Type="http://schemas.openxmlformats.org/officeDocument/2006/relationships/image" Target="../media/image23.jpg"/><Relationship Id="rId4" Type="http://schemas.openxmlformats.org/officeDocument/2006/relationships/image" Target="../media/image17.JPG"/><Relationship Id="rId9" Type="http://schemas.openxmlformats.org/officeDocument/2006/relationships/image" Target="../media/image22.jpeg"/></Relationships>
</file>

<file path=ppt/diagrams/colors1.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E680406-C00F-4736-B7D2-DC5FFE8F4E67}" type="doc">
      <dgm:prSet loTypeId="urn:microsoft.com/office/officeart/2008/layout/BendingPictureCaption" loCatId="picture" qsTypeId="urn:microsoft.com/office/officeart/2005/8/quickstyle/simple1#1" qsCatId="simple" csTypeId="urn:microsoft.com/office/officeart/2005/8/colors/accent1_2#1" csCatId="accent1" phldr="1"/>
      <dgm:spPr/>
      <dgm:t>
        <a:bodyPr/>
        <a:lstStyle/>
        <a:p>
          <a:endParaRPr lang="en-US"/>
        </a:p>
      </dgm:t>
    </dgm:pt>
    <dgm:pt modelId="{61688296-A02E-43E2-B9FF-F922ACAFCCC8}">
      <dgm:prSet phldrT="[Text]"/>
      <dgm:spPr/>
      <dgm:t>
        <a:bodyPr/>
        <a:lstStyle/>
        <a:p>
          <a:r>
            <a:rPr lang="en-US" dirty="0"/>
            <a:t>Dooti Roy </a:t>
          </a:r>
        </a:p>
        <a:p>
          <a:r>
            <a:rPr lang="en-US" dirty="0"/>
            <a:t>(Statistician, Boehringer Ingelheim)</a:t>
          </a:r>
        </a:p>
      </dgm:t>
    </dgm:pt>
    <dgm:pt modelId="{76A33434-8AB5-4397-9AC2-F4FEF01D53C2}" type="parTrans" cxnId="{5958B8D7-B8D8-4C71-8F9B-7D133D24B7EB}">
      <dgm:prSet/>
      <dgm:spPr/>
      <dgm:t>
        <a:bodyPr/>
        <a:lstStyle/>
        <a:p>
          <a:endParaRPr lang="en-US"/>
        </a:p>
      </dgm:t>
    </dgm:pt>
    <dgm:pt modelId="{590E45B2-077C-4FA9-BF33-DD42623E79DD}" type="sibTrans" cxnId="{5958B8D7-B8D8-4C71-8F9B-7D133D24B7EB}">
      <dgm:prSet/>
      <dgm:spPr/>
      <dgm:t>
        <a:bodyPr/>
        <a:lstStyle/>
        <a:p>
          <a:endParaRPr lang="en-US"/>
        </a:p>
      </dgm:t>
    </dgm:pt>
    <dgm:pt modelId="{D7A5D8A1-ABFE-4B9A-8275-8F18CA98BE55}">
      <dgm:prSet phldrT="[Text]" phldr="0"/>
      <dgm:spPr/>
      <dgm:t>
        <a:bodyPr/>
        <a:lstStyle/>
        <a:p>
          <a:r>
            <a:rPr lang="en-US" dirty="0"/>
            <a:t>Richard Shu</a:t>
          </a:r>
        </a:p>
        <a:p>
          <a:r>
            <a:rPr lang="en-US" dirty="0"/>
            <a:t>(Statistician, Genentech)</a:t>
          </a:r>
        </a:p>
      </dgm:t>
    </dgm:pt>
    <dgm:pt modelId="{C23E359E-CBEE-4C90-8A7A-1BDEFD894135}" type="parTrans" cxnId="{1416BCC4-CD95-45F6-B6B9-236C5DAB2901}">
      <dgm:prSet/>
      <dgm:spPr/>
      <dgm:t>
        <a:bodyPr/>
        <a:lstStyle/>
        <a:p>
          <a:endParaRPr lang="en-US"/>
        </a:p>
      </dgm:t>
    </dgm:pt>
    <dgm:pt modelId="{7326693A-3931-46EE-855F-9599FCE5F111}" type="sibTrans" cxnId="{1416BCC4-CD95-45F6-B6B9-236C5DAB2901}">
      <dgm:prSet/>
      <dgm:spPr/>
      <dgm:t>
        <a:bodyPr/>
        <a:lstStyle/>
        <a:p>
          <a:endParaRPr lang="en-US"/>
        </a:p>
      </dgm:t>
    </dgm:pt>
    <dgm:pt modelId="{F0182782-8AFD-4CEA-8508-7489FE6A810D}">
      <dgm:prSet/>
      <dgm:spPr/>
      <dgm:t>
        <a:bodyPr/>
        <a:lstStyle/>
        <a:p>
          <a:r>
            <a:rPr lang="en-US" dirty="0"/>
            <a:t>Angela Zhu </a:t>
          </a:r>
        </a:p>
        <a:p>
          <a:r>
            <a:rPr lang="en-US" dirty="0"/>
            <a:t>(Statistician, Boehringer Ingelheim)</a:t>
          </a:r>
        </a:p>
      </dgm:t>
    </dgm:pt>
    <dgm:pt modelId="{1AED4F19-346F-4C89-83DF-40A32781F241}" type="parTrans" cxnId="{3CD7560A-A549-4143-8FEA-84FDFA3697D6}">
      <dgm:prSet/>
      <dgm:spPr/>
      <dgm:t>
        <a:bodyPr/>
        <a:lstStyle/>
        <a:p>
          <a:endParaRPr lang="en-US"/>
        </a:p>
      </dgm:t>
    </dgm:pt>
    <dgm:pt modelId="{0CA6AB02-E9C6-41D9-9BDA-DCF1F978471C}" type="sibTrans" cxnId="{3CD7560A-A549-4143-8FEA-84FDFA3697D6}">
      <dgm:prSet/>
      <dgm:spPr/>
      <dgm:t>
        <a:bodyPr/>
        <a:lstStyle/>
        <a:p>
          <a:endParaRPr lang="en-US"/>
        </a:p>
      </dgm:t>
    </dgm:pt>
    <dgm:pt modelId="{3A06F735-0750-43B1-ADDE-33E39DB0BAB8}">
      <dgm:prSet/>
      <dgm:spPr/>
      <dgm:t>
        <a:bodyPr/>
        <a:lstStyle/>
        <a:p>
          <a:r>
            <a:rPr lang="en-US" dirty="0"/>
            <a:t>Kristen Daniels </a:t>
          </a:r>
        </a:p>
        <a:p>
          <a:r>
            <a:rPr lang="en-US" dirty="0"/>
            <a:t>(Early Asset Lead, Boehringer Ingelheim)</a:t>
          </a:r>
        </a:p>
      </dgm:t>
    </dgm:pt>
    <dgm:pt modelId="{072F06D6-5A50-42DC-97FB-2F078FBCB272}" type="parTrans" cxnId="{A9A06B72-3D6A-4641-A0C4-F911099BE176}">
      <dgm:prSet/>
      <dgm:spPr/>
      <dgm:t>
        <a:bodyPr/>
        <a:lstStyle/>
        <a:p>
          <a:endParaRPr lang="en-US"/>
        </a:p>
      </dgm:t>
    </dgm:pt>
    <dgm:pt modelId="{25ADB745-966F-4FC7-AE68-19DA1C37EB39}" type="sibTrans" cxnId="{A9A06B72-3D6A-4641-A0C4-F911099BE176}">
      <dgm:prSet/>
      <dgm:spPr/>
      <dgm:t>
        <a:bodyPr/>
        <a:lstStyle/>
        <a:p>
          <a:endParaRPr lang="en-US"/>
        </a:p>
      </dgm:t>
    </dgm:pt>
    <dgm:pt modelId="{DD0AAF50-FC17-4C9C-911D-D0BB976BE82A}">
      <dgm:prSet/>
      <dgm:spPr/>
      <dgm:t>
        <a:bodyPr/>
        <a:lstStyle/>
        <a:p>
          <a:r>
            <a:rPr lang="en-US" dirty="0"/>
            <a:t>Haoyu Wang </a:t>
          </a:r>
        </a:p>
        <a:p>
          <a:r>
            <a:rPr lang="en-US" dirty="0"/>
            <a:t>(Statistician, BMS)</a:t>
          </a:r>
        </a:p>
      </dgm:t>
    </dgm:pt>
    <dgm:pt modelId="{5EABD8FE-542B-47A7-A4D2-0E8D0C087A5B}" type="parTrans" cxnId="{ABA2F3A7-94BE-4338-95A5-4B20822C6049}">
      <dgm:prSet/>
      <dgm:spPr/>
      <dgm:t>
        <a:bodyPr/>
        <a:lstStyle/>
        <a:p>
          <a:endParaRPr lang="en-US"/>
        </a:p>
      </dgm:t>
    </dgm:pt>
    <dgm:pt modelId="{0154C6D4-A1EF-466C-B6B7-50161137493F}" type="sibTrans" cxnId="{ABA2F3A7-94BE-4338-95A5-4B20822C6049}">
      <dgm:prSet/>
      <dgm:spPr/>
      <dgm:t>
        <a:bodyPr/>
        <a:lstStyle/>
        <a:p>
          <a:endParaRPr lang="en-US"/>
        </a:p>
      </dgm:t>
    </dgm:pt>
    <dgm:pt modelId="{79C5B145-F8F8-486F-82D0-27856B5BBCAB}">
      <dgm:prSet/>
      <dgm:spPr/>
      <dgm:t>
        <a:bodyPr/>
        <a:lstStyle/>
        <a:p>
          <a:r>
            <a:rPr lang="en-US" dirty="0"/>
            <a:t>Jessica Cannon-Hill </a:t>
          </a:r>
        </a:p>
        <a:p>
          <a:r>
            <a:rPr lang="en-US" dirty="0"/>
            <a:t>(Statistician, Devices, J&amp;J)</a:t>
          </a:r>
        </a:p>
      </dgm:t>
    </dgm:pt>
    <dgm:pt modelId="{3FAEE30C-20CD-4F45-AC67-BDCDE6836C51}" type="parTrans" cxnId="{E2B53C6C-B58F-4E06-A5EE-6D2A2B5ABE0F}">
      <dgm:prSet/>
      <dgm:spPr/>
      <dgm:t>
        <a:bodyPr/>
        <a:lstStyle/>
        <a:p>
          <a:endParaRPr lang="en-US"/>
        </a:p>
      </dgm:t>
    </dgm:pt>
    <dgm:pt modelId="{AF0C7C13-B982-4A00-8D0D-87D31499392E}" type="sibTrans" cxnId="{E2B53C6C-B58F-4E06-A5EE-6D2A2B5ABE0F}">
      <dgm:prSet/>
      <dgm:spPr/>
      <dgm:t>
        <a:bodyPr/>
        <a:lstStyle/>
        <a:p>
          <a:endParaRPr lang="en-US"/>
        </a:p>
      </dgm:t>
    </dgm:pt>
    <dgm:pt modelId="{7E139BDD-C5DC-4B7A-A587-E40AF66BEBE4}">
      <dgm:prSet/>
      <dgm:spPr/>
      <dgm:t>
        <a:bodyPr/>
        <a:lstStyle/>
        <a:p>
          <a:r>
            <a:rPr lang="en-US" dirty="0"/>
            <a:t>Kristen Leraas </a:t>
          </a:r>
        </a:p>
        <a:p>
          <a:r>
            <a:rPr lang="en-US" dirty="0"/>
            <a:t>(Clinical Operations, J&amp;J)</a:t>
          </a:r>
        </a:p>
      </dgm:t>
    </dgm:pt>
    <dgm:pt modelId="{9CB29C93-16F1-4A5E-AF43-EC68609802A0}" type="parTrans" cxnId="{0E2BFE3F-EFDA-4C8D-9E49-2137EFC51830}">
      <dgm:prSet/>
      <dgm:spPr/>
      <dgm:t>
        <a:bodyPr/>
        <a:lstStyle/>
        <a:p>
          <a:endParaRPr lang="en-US"/>
        </a:p>
      </dgm:t>
    </dgm:pt>
    <dgm:pt modelId="{C2070B2B-07C3-4808-B27D-1EE306197B40}" type="sibTrans" cxnId="{0E2BFE3F-EFDA-4C8D-9E49-2137EFC51830}">
      <dgm:prSet/>
      <dgm:spPr/>
      <dgm:t>
        <a:bodyPr/>
        <a:lstStyle/>
        <a:p>
          <a:endParaRPr lang="en-US"/>
        </a:p>
      </dgm:t>
    </dgm:pt>
    <dgm:pt modelId="{27A96B5D-0623-4F88-8C6D-4CF37A5FDF51}">
      <dgm:prSet/>
      <dgm:spPr/>
      <dgm:t>
        <a:bodyPr/>
        <a:lstStyle/>
        <a:p>
          <a:r>
            <a:rPr lang="en-US" dirty="0"/>
            <a:t>Vlad Anisimov </a:t>
          </a:r>
        </a:p>
        <a:p>
          <a:r>
            <a:rPr lang="en-US" dirty="0"/>
            <a:t>(Statistician, Amgen)</a:t>
          </a:r>
        </a:p>
      </dgm:t>
    </dgm:pt>
    <dgm:pt modelId="{5D89AAAC-A20A-4023-8BDD-AC924AB8E44B}" type="parTrans" cxnId="{EC304174-4422-4A40-A8D3-3E6470F4FCD7}">
      <dgm:prSet/>
      <dgm:spPr/>
      <dgm:t>
        <a:bodyPr/>
        <a:lstStyle/>
        <a:p>
          <a:endParaRPr lang="en-US"/>
        </a:p>
      </dgm:t>
    </dgm:pt>
    <dgm:pt modelId="{F07AFA12-D4A5-4F8A-B2BD-98393BB4AB1F}" type="sibTrans" cxnId="{EC304174-4422-4A40-A8D3-3E6470F4FCD7}">
      <dgm:prSet/>
      <dgm:spPr/>
      <dgm:t>
        <a:bodyPr/>
        <a:lstStyle/>
        <a:p>
          <a:endParaRPr lang="en-US"/>
        </a:p>
      </dgm:t>
    </dgm:pt>
    <dgm:pt modelId="{E61A1EE3-1BBB-4E63-B7AE-654BE5A588FF}">
      <dgm:prSet phldrT="[Text]" phldr="0"/>
      <dgm:spPr/>
      <dgm:t>
        <a:bodyPr/>
        <a:lstStyle/>
        <a:p>
          <a:r>
            <a:rPr lang="en-US" dirty="0"/>
            <a:t>Nusrat Harun </a:t>
          </a:r>
        </a:p>
        <a:p>
          <a:r>
            <a:rPr lang="en-US" dirty="0"/>
            <a:t>(Statistician, Cytel)</a:t>
          </a:r>
        </a:p>
      </dgm:t>
    </dgm:pt>
    <dgm:pt modelId="{DE03E107-715A-4E49-8C1B-2F633A71EF5B}" type="parTrans" cxnId="{41AE9E74-4405-459B-B7E5-C7ADE4330A6F}">
      <dgm:prSet/>
      <dgm:spPr/>
      <dgm:t>
        <a:bodyPr/>
        <a:lstStyle/>
        <a:p>
          <a:endParaRPr lang="en-US"/>
        </a:p>
      </dgm:t>
    </dgm:pt>
    <dgm:pt modelId="{CB59B4C7-3ADA-4C6D-B640-4AF89AA58EE1}" type="sibTrans" cxnId="{41AE9E74-4405-459B-B7E5-C7ADE4330A6F}">
      <dgm:prSet/>
      <dgm:spPr/>
      <dgm:t>
        <a:bodyPr/>
        <a:lstStyle/>
        <a:p>
          <a:endParaRPr lang="en-US"/>
        </a:p>
      </dgm:t>
    </dgm:pt>
    <dgm:pt modelId="{AE16C49E-E0B1-4B7A-A8B0-8268AF907A59}">
      <dgm:prSet phldrT="[Text]" phldr="0"/>
      <dgm:spPr/>
      <dgm:t>
        <a:bodyPr/>
        <a:lstStyle/>
        <a:p>
          <a:r>
            <a:rPr lang="en-US" dirty="0"/>
            <a:t>Mary Alice Norrison </a:t>
          </a:r>
        </a:p>
        <a:p>
          <a:r>
            <a:rPr lang="en-US" dirty="0"/>
            <a:t>(IRT Management, Boehringer Ingelheim)</a:t>
          </a:r>
        </a:p>
      </dgm:t>
    </dgm:pt>
    <dgm:pt modelId="{D6A56C17-CBA8-4628-8FB3-3F6804000061}" type="parTrans" cxnId="{735E0BA2-3152-418C-AEC6-445CDDBC5F71}">
      <dgm:prSet/>
      <dgm:spPr/>
      <dgm:t>
        <a:bodyPr/>
        <a:lstStyle/>
        <a:p>
          <a:endParaRPr lang="en-US"/>
        </a:p>
      </dgm:t>
    </dgm:pt>
    <dgm:pt modelId="{66AE1F79-5A0F-4B87-BC48-64727AA10A4F}" type="sibTrans" cxnId="{735E0BA2-3152-418C-AEC6-445CDDBC5F71}">
      <dgm:prSet/>
      <dgm:spPr/>
      <dgm:t>
        <a:bodyPr/>
        <a:lstStyle/>
        <a:p>
          <a:endParaRPr lang="en-US"/>
        </a:p>
      </dgm:t>
    </dgm:pt>
    <dgm:pt modelId="{F248F2EA-ED3E-4E11-AC08-429E931D5C68}" type="pres">
      <dgm:prSet presAssocID="{EE680406-C00F-4736-B7D2-DC5FFE8F4E67}" presName="diagram" presStyleCnt="0">
        <dgm:presLayoutVars>
          <dgm:dir/>
        </dgm:presLayoutVars>
      </dgm:prSet>
      <dgm:spPr/>
    </dgm:pt>
    <dgm:pt modelId="{244F9FF1-0156-4897-9AC4-3BD9406FCA02}" type="pres">
      <dgm:prSet presAssocID="{61688296-A02E-43E2-B9FF-F922ACAFCCC8}" presName="composite" presStyleCnt="0"/>
      <dgm:spPr/>
    </dgm:pt>
    <dgm:pt modelId="{A9877D89-1524-4089-BD71-501D2A69F1A7}" type="pres">
      <dgm:prSet presAssocID="{61688296-A02E-43E2-B9FF-F922ACAFCCC8}" presName="Image" presStyleLbl="bgShp" presStyleIdx="0" presStyleCnt="10" custScaleX="82645" custScaleY="82645"/>
      <dgm:spPr>
        <a:blipFill>
          <a:blip xmlns:r="http://schemas.openxmlformats.org/officeDocument/2006/relationships" r:embed="rId1"/>
          <a:srcRect/>
          <a:stretch>
            <a:fillRect t="-18000" b="-18000"/>
          </a:stretch>
        </a:blipFill>
      </dgm:spPr>
    </dgm:pt>
    <dgm:pt modelId="{C1DF3220-2803-41CB-A35F-CBFE3A3FC83B}" type="pres">
      <dgm:prSet presAssocID="{61688296-A02E-43E2-B9FF-F922ACAFCCC8}" presName="Parent" presStyleLbl="node0" presStyleIdx="0" presStyleCnt="10">
        <dgm:presLayoutVars>
          <dgm:bulletEnabled val="1"/>
        </dgm:presLayoutVars>
      </dgm:prSet>
      <dgm:spPr/>
    </dgm:pt>
    <dgm:pt modelId="{C9C7599E-E326-4E9D-9B49-48D29E221EA2}" type="pres">
      <dgm:prSet presAssocID="{590E45B2-077C-4FA9-BF33-DD42623E79DD}" presName="sibTrans" presStyleCnt="0"/>
      <dgm:spPr/>
    </dgm:pt>
    <dgm:pt modelId="{78A7C0A9-D7A6-4DE5-AF14-53249D8BE09B}" type="pres">
      <dgm:prSet presAssocID="{F0182782-8AFD-4CEA-8508-7489FE6A810D}" presName="composite" presStyleCnt="0"/>
      <dgm:spPr/>
    </dgm:pt>
    <dgm:pt modelId="{04F8061A-A8EC-450D-877F-090898D8C094}" type="pres">
      <dgm:prSet presAssocID="{F0182782-8AFD-4CEA-8508-7489FE6A810D}" presName="Image" presStyleLbl="bgShp" presStyleIdx="1" presStyleCnt="10"/>
      <dgm:spPr>
        <a:blipFill>
          <a:blip xmlns:r="http://schemas.openxmlformats.org/officeDocument/2006/relationships" r:embed="rId2"/>
          <a:srcRect/>
          <a:stretch>
            <a:fillRect t="-24000" b="-24000"/>
          </a:stretch>
        </a:blipFill>
      </dgm:spPr>
    </dgm:pt>
    <dgm:pt modelId="{B5CD5580-6596-4C87-AFA1-C0F1A4DF95CF}" type="pres">
      <dgm:prSet presAssocID="{F0182782-8AFD-4CEA-8508-7489FE6A810D}" presName="Parent" presStyleLbl="node0" presStyleIdx="1" presStyleCnt="10">
        <dgm:presLayoutVars>
          <dgm:bulletEnabled val="1"/>
        </dgm:presLayoutVars>
      </dgm:prSet>
      <dgm:spPr/>
    </dgm:pt>
    <dgm:pt modelId="{9C3AAC0B-1131-4782-AF81-0201EBB599A4}" type="pres">
      <dgm:prSet presAssocID="{0CA6AB02-E9C6-41D9-9BDA-DCF1F978471C}" presName="sibTrans" presStyleCnt="0"/>
      <dgm:spPr/>
    </dgm:pt>
    <dgm:pt modelId="{883F101C-FD9D-475E-942E-E0F45EB34F42}" type="pres">
      <dgm:prSet presAssocID="{3A06F735-0750-43B1-ADDE-33E39DB0BAB8}" presName="composite" presStyleCnt="0"/>
      <dgm:spPr/>
    </dgm:pt>
    <dgm:pt modelId="{6BC2A13E-3FF4-49D0-B6D8-A9629A6CFC2A}" type="pres">
      <dgm:prSet presAssocID="{3A06F735-0750-43B1-ADDE-33E39DB0BAB8}" presName="Image" presStyleLbl="bgShp" presStyleIdx="2" presStyleCnt="10"/>
      <dgm:spPr>
        <a:blipFill rotWithShape="1">
          <a:blip xmlns:r="http://schemas.openxmlformats.org/officeDocument/2006/relationships" r:embed="rId3"/>
          <a:srcRect/>
          <a:stretch>
            <a:fillRect t="-26000" b="-26000"/>
          </a:stretch>
        </a:blipFill>
      </dgm:spPr>
    </dgm:pt>
    <dgm:pt modelId="{C83D1445-1BBD-41CA-BA56-17DDA6522B56}" type="pres">
      <dgm:prSet presAssocID="{3A06F735-0750-43B1-ADDE-33E39DB0BAB8}" presName="Parent" presStyleLbl="node0" presStyleIdx="2" presStyleCnt="10">
        <dgm:presLayoutVars>
          <dgm:bulletEnabled val="1"/>
        </dgm:presLayoutVars>
      </dgm:prSet>
      <dgm:spPr/>
    </dgm:pt>
    <dgm:pt modelId="{A4BB5EC6-42C0-46F8-B0FC-AC2341CF89BF}" type="pres">
      <dgm:prSet presAssocID="{25ADB745-966F-4FC7-AE68-19DA1C37EB39}" presName="sibTrans" presStyleCnt="0"/>
      <dgm:spPr/>
    </dgm:pt>
    <dgm:pt modelId="{E88AC866-F4EC-49A2-B3C5-344A606C97B1}" type="pres">
      <dgm:prSet presAssocID="{DD0AAF50-FC17-4C9C-911D-D0BB976BE82A}" presName="composite" presStyleCnt="0"/>
      <dgm:spPr/>
    </dgm:pt>
    <dgm:pt modelId="{ADA501D6-3F70-4F57-98A9-570E789E83B8}" type="pres">
      <dgm:prSet presAssocID="{DD0AAF50-FC17-4C9C-911D-D0BB976BE82A}" presName="Image" presStyleLbl="bgShp" presStyleIdx="3" presStyleCnt="10"/>
      <dgm:spPr>
        <a:blipFill rotWithShape="1">
          <a:blip xmlns:r="http://schemas.openxmlformats.org/officeDocument/2006/relationships" r:embed="rId4"/>
          <a:srcRect/>
          <a:stretch>
            <a:fillRect t="-18000" b="-18000"/>
          </a:stretch>
        </a:blipFill>
      </dgm:spPr>
    </dgm:pt>
    <dgm:pt modelId="{B5B9A1BC-7668-4136-9C03-FDCB9F034911}" type="pres">
      <dgm:prSet presAssocID="{DD0AAF50-FC17-4C9C-911D-D0BB976BE82A}" presName="Parent" presStyleLbl="node0" presStyleIdx="3" presStyleCnt="10">
        <dgm:presLayoutVars>
          <dgm:bulletEnabled val="1"/>
        </dgm:presLayoutVars>
      </dgm:prSet>
      <dgm:spPr/>
    </dgm:pt>
    <dgm:pt modelId="{E7AA8F56-4A93-4AF6-9DA2-AE399A92D5AE}" type="pres">
      <dgm:prSet presAssocID="{0154C6D4-A1EF-466C-B6B7-50161137493F}" presName="sibTrans" presStyleCnt="0"/>
      <dgm:spPr/>
    </dgm:pt>
    <dgm:pt modelId="{DF09069D-B285-4D6B-80E0-638FB475D8B5}" type="pres">
      <dgm:prSet presAssocID="{79C5B145-F8F8-486F-82D0-27856B5BBCAB}" presName="composite" presStyleCnt="0"/>
      <dgm:spPr/>
    </dgm:pt>
    <dgm:pt modelId="{CFC8823B-04DB-46BF-8AE6-E88C05101283}" type="pres">
      <dgm:prSet presAssocID="{79C5B145-F8F8-486F-82D0-27856B5BBCAB}" presName="Image" presStyleLbl="bgShp" presStyleIdx="4" presStyleCnt="10"/>
      <dgm:spPr>
        <a:blipFill>
          <a:blip xmlns:r="http://schemas.openxmlformats.org/officeDocument/2006/relationships" r:embed="rId5"/>
          <a:srcRect/>
          <a:stretch>
            <a:fillRect t="-18000" b="-18000"/>
          </a:stretch>
        </a:blipFill>
      </dgm:spPr>
    </dgm:pt>
    <dgm:pt modelId="{85FCD599-62B0-4100-A9C6-FB056B111A2F}" type="pres">
      <dgm:prSet presAssocID="{79C5B145-F8F8-486F-82D0-27856B5BBCAB}" presName="Parent" presStyleLbl="node0" presStyleIdx="4" presStyleCnt="10">
        <dgm:presLayoutVars>
          <dgm:bulletEnabled val="1"/>
        </dgm:presLayoutVars>
      </dgm:prSet>
      <dgm:spPr/>
    </dgm:pt>
    <dgm:pt modelId="{B0B271E3-5544-4A24-B1BA-C3A18B4A66E5}" type="pres">
      <dgm:prSet presAssocID="{AF0C7C13-B982-4A00-8D0D-87D31499392E}" presName="sibTrans" presStyleCnt="0"/>
      <dgm:spPr/>
    </dgm:pt>
    <dgm:pt modelId="{336067A7-8A96-4054-A6F4-52DEE3B588FC}" type="pres">
      <dgm:prSet presAssocID="{7E139BDD-C5DC-4B7A-A587-E40AF66BEBE4}" presName="composite" presStyleCnt="0"/>
      <dgm:spPr/>
    </dgm:pt>
    <dgm:pt modelId="{C772C196-BF79-456B-BC3D-8EEE141DF55E}" type="pres">
      <dgm:prSet presAssocID="{7E139BDD-C5DC-4B7A-A587-E40AF66BEBE4}" presName="Image" presStyleLbl="bgShp" presStyleIdx="5" presStyleCnt="10" custLinFactNeighborX="-5793" custLinFactNeighborY="3226"/>
      <dgm:spPr>
        <a:blipFill>
          <a:blip xmlns:r="http://schemas.openxmlformats.org/officeDocument/2006/relationships" r:embed="rId6"/>
          <a:srcRect/>
          <a:stretch>
            <a:fillRect t="-18000" b="-18000"/>
          </a:stretch>
        </a:blipFill>
      </dgm:spPr>
    </dgm:pt>
    <dgm:pt modelId="{006F0E5C-700A-496C-AFF0-DC78FA6C1981}" type="pres">
      <dgm:prSet presAssocID="{7E139BDD-C5DC-4B7A-A587-E40AF66BEBE4}" presName="Parent" presStyleLbl="node0" presStyleIdx="5" presStyleCnt="10">
        <dgm:presLayoutVars>
          <dgm:bulletEnabled val="1"/>
        </dgm:presLayoutVars>
      </dgm:prSet>
      <dgm:spPr/>
    </dgm:pt>
    <dgm:pt modelId="{D3E88BEA-AFA9-4D8F-B89D-9E5EEB82F8A1}" type="pres">
      <dgm:prSet presAssocID="{C2070B2B-07C3-4808-B27D-1EE306197B40}" presName="sibTrans" presStyleCnt="0"/>
      <dgm:spPr/>
    </dgm:pt>
    <dgm:pt modelId="{E6AA376E-1B34-4DBF-AC77-1295597573EA}" type="pres">
      <dgm:prSet presAssocID="{27A96B5D-0623-4F88-8C6D-4CF37A5FDF51}" presName="composite" presStyleCnt="0"/>
      <dgm:spPr/>
    </dgm:pt>
    <dgm:pt modelId="{648CAD26-3422-432B-8ACE-25E0E1B5458D}" type="pres">
      <dgm:prSet presAssocID="{27A96B5D-0623-4F88-8C6D-4CF37A5FDF51}" presName="Image" presStyleLbl="bgShp" presStyleIdx="6" presStyleCnt="10"/>
      <dgm:spPr>
        <a:blipFill rotWithShape="1">
          <a:blip xmlns:r="http://schemas.openxmlformats.org/officeDocument/2006/relationships" r:embed="rId7"/>
          <a:srcRect/>
          <a:stretch>
            <a:fillRect t="-15000" b="-15000"/>
          </a:stretch>
        </a:blipFill>
      </dgm:spPr>
    </dgm:pt>
    <dgm:pt modelId="{CC92E106-7212-4C8E-8EDB-A0F5572C2835}" type="pres">
      <dgm:prSet presAssocID="{27A96B5D-0623-4F88-8C6D-4CF37A5FDF51}" presName="Parent" presStyleLbl="node0" presStyleIdx="6" presStyleCnt="10">
        <dgm:presLayoutVars>
          <dgm:bulletEnabled val="1"/>
        </dgm:presLayoutVars>
      </dgm:prSet>
      <dgm:spPr/>
    </dgm:pt>
    <dgm:pt modelId="{3E4E633C-F895-49D4-86D7-3B8D2275E36C}" type="pres">
      <dgm:prSet presAssocID="{F07AFA12-D4A5-4F8A-B2BD-98393BB4AB1F}" presName="sibTrans" presStyleCnt="0"/>
      <dgm:spPr/>
    </dgm:pt>
    <dgm:pt modelId="{23321327-05C8-4038-AF52-A5813DD6949B}" type="pres">
      <dgm:prSet presAssocID="{D7A5D8A1-ABFE-4B9A-8275-8F18CA98BE55}" presName="composite" presStyleCnt="0"/>
      <dgm:spPr/>
    </dgm:pt>
    <dgm:pt modelId="{602E84C9-841D-48CB-AB06-A38BDA2E6D00}" type="pres">
      <dgm:prSet presAssocID="{D7A5D8A1-ABFE-4B9A-8275-8F18CA98BE55}" presName="Image" presStyleLbl="bgShp" presStyleIdx="7" presStyleCnt="10"/>
      <dgm:spPr>
        <a:blipFill>
          <a:blip xmlns:r="http://schemas.openxmlformats.org/officeDocument/2006/relationships" r:embed="rId8"/>
          <a:srcRect/>
          <a:stretch>
            <a:fillRect t="-18000" b="-18000"/>
          </a:stretch>
        </a:blipFill>
      </dgm:spPr>
    </dgm:pt>
    <dgm:pt modelId="{D184C926-BEA7-4C37-B096-D18E2E73E88B}" type="pres">
      <dgm:prSet presAssocID="{D7A5D8A1-ABFE-4B9A-8275-8F18CA98BE55}" presName="Parent" presStyleLbl="node0" presStyleIdx="7" presStyleCnt="10">
        <dgm:presLayoutVars>
          <dgm:bulletEnabled val="1"/>
        </dgm:presLayoutVars>
      </dgm:prSet>
      <dgm:spPr/>
    </dgm:pt>
    <dgm:pt modelId="{B48C5AC9-0F1D-4B9A-B2AC-0273D1B07F1E}" type="pres">
      <dgm:prSet presAssocID="{7326693A-3931-46EE-855F-9599FCE5F111}" presName="sibTrans" presStyleCnt="0"/>
      <dgm:spPr/>
    </dgm:pt>
    <dgm:pt modelId="{050D33BC-A612-4710-94F3-BE15A7843290}" type="pres">
      <dgm:prSet presAssocID="{E61A1EE3-1BBB-4E63-B7AE-654BE5A588FF}" presName="composite" presStyleCnt="0"/>
      <dgm:spPr/>
    </dgm:pt>
    <dgm:pt modelId="{0FFCA28E-1EE3-4F26-A8F4-89063B809C71}" type="pres">
      <dgm:prSet presAssocID="{E61A1EE3-1BBB-4E63-B7AE-654BE5A588FF}" presName="Image" presStyleLbl="bgShp" presStyleIdx="8" presStyleCnt="10"/>
      <dgm:spPr>
        <a:blipFill>
          <a:blip xmlns:r="http://schemas.openxmlformats.org/officeDocument/2006/relationships" r:embed="rId9"/>
          <a:srcRect/>
          <a:stretch>
            <a:fillRect t="-29000" b="-29000"/>
          </a:stretch>
        </a:blipFill>
      </dgm:spPr>
    </dgm:pt>
    <dgm:pt modelId="{C36FE836-1BDC-455A-B803-6C9FBD57E292}" type="pres">
      <dgm:prSet presAssocID="{E61A1EE3-1BBB-4E63-B7AE-654BE5A588FF}" presName="Parent" presStyleLbl="node0" presStyleIdx="8" presStyleCnt="10">
        <dgm:presLayoutVars>
          <dgm:bulletEnabled val="1"/>
        </dgm:presLayoutVars>
      </dgm:prSet>
      <dgm:spPr/>
    </dgm:pt>
    <dgm:pt modelId="{A4E4F78C-1205-481D-AB1B-AEF170918BA4}" type="pres">
      <dgm:prSet presAssocID="{CB59B4C7-3ADA-4C6D-B640-4AF89AA58EE1}" presName="sibTrans" presStyleCnt="0"/>
      <dgm:spPr/>
    </dgm:pt>
    <dgm:pt modelId="{D1C724B4-5799-4FB6-8223-AD14AB82432E}" type="pres">
      <dgm:prSet presAssocID="{AE16C49E-E0B1-4B7A-A8B0-8268AF907A59}" presName="composite" presStyleCnt="0"/>
      <dgm:spPr/>
    </dgm:pt>
    <dgm:pt modelId="{9656830A-1B59-4241-ABCB-602AA1CE5107}" type="pres">
      <dgm:prSet presAssocID="{AE16C49E-E0B1-4B7A-A8B0-8268AF907A59}" presName="Image" presStyleLbl="bgShp" presStyleIdx="9" presStyleCnt="10"/>
      <dgm:spPr>
        <a:blipFill>
          <a:blip xmlns:r="http://schemas.openxmlformats.org/officeDocument/2006/relationships" r:embed="rId10"/>
          <a:srcRect/>
          <a:stretch>
            <a:fillRect l="-16000" r="-16000"/>
          </a:stretch>
        </a:blipFill>
      </dgm:spPr>
      <dgm:extLst>
        <a:ext uri="{E40237B7-FDA0-4F09-8148-C483321AD2D9}">
          <dgm14:cNvPr xmlns:dgm14="http://schemas.microsoft.com/office/drawing/2010/diagram" id="0" name="" descr="Person holding smiling emoji"/>
        </a:ext>
      </dgm:extLst>
    </dgm:pt>
    <dgm:pt modelId="{C82A5BB1-08C7-494B-991E-BBA7AC28B462}" type="pres">
      <dgm:prSet presAssocID="{AE16C49E-E0B1-4B7A-A8B0-8268AF907A59}" presName="Parent" presStyleLbl="node0" presStyleIdx="9" presStyleCnt="10">
        <dgm:presLayoutVars>
          <dgm:bulletEnabled val="1"/>
        </dgm:presLayoutVars>
      </dgm:prSet>
      <dgm:spPr/>
    </dgm:pt>
  </dgm:ptLst>
  <dgm:cxnLst>
    <dgm:cxn modelId="{3CD7560A-A549-4143-8FEA-84FDFA3697D6}" srcId="{EE680406-C00F-4736-B7D2-DC5FFE8F4E67}" destId="{F0182782-8AFD-4CEA-8508-7489FE6A810D}" srcOrd="1" destOrd="0" parTransId="{1AED4F19-346F-4C89-83DF-40A32781F241}" sibTransId="{0CA6AB02-E9C6-41D9-9BDA-DCF1F978471C}"/>
    <dgm:cxn modelId="{A326EE25-147D-4BE9-8F96-5431C18B0958}" type="presOf" srcId="{61688296-A02E-43E2-B9FF-F922ACAFCCC8}" destId="{C1DF3220-2803-41CB-A35F-CBFE3A3FC83B}" srcOrd="0" destOrd="0" presId="urn:microsoft.com/office/officeart/2008/layout/BendingPictureCaption"/>
    <dgm:cxn modelId="{0E2BFE3F-EFDA-4C8D-9E49-2137EFC51830}" srcId="{EE680406-C00F-4736-B7D2-DC5FFE8F4E67}" destId="{7E139BDD-C5DC-4B7A-A587-E40AF66BEBE4}" srcOrd="5" destOrd="0" parTransId="{9CB29C93-16F1-4A5E-AF43-EC68609802A0}" sibTransId="{C2070B2B-07C3-4808-B27D-1EE306197B40}"/>
    <dgm:cxn modelId="{E2B53C6C-B58F-4E06-A5EE-6D2A2B5ABE0F}" srcId="{EE680406-C00F-4736-B7D2-DC5FFE8F4E67}" destId="{79C5B145-F8F8-486F-82D0-27856B5BBCAB}" srcOrd="4" destOrd="0" parTransId="{3FAEE30C-20CD-4F45-AC67-BDCDE6836C51}" sibTransId="{AF0C7C13-B982-4A00-8D0D-87D31499392E}"/>
    <dgm:cxn modelId="{72F9936E-80F0-4128-B735-C972B21DB636}" type="presOf" srcId="{EE680406-C00F-4736-B7D2-DC5FFE8F4E67}" destId="{F248F2EA-ED3E-4E11-AC08-429E931D5C68}" srcOrd="0" destOrd="0" presId="urn:microsoft.com/office/officeart/2008/layout/BendingPictureCaption"/>
    <dgm:cxn modelId="{A9A06B72-3D6A-4641-A0C4-F911099BE176}" srcId="{EE680406-C00F-4736-B7D2-DC5FFE8F4E67}" destId="{3A06F735-0750-43B1-ADDE-33E39DB0BAB8}" srcOrd="2" destOrd="0" parTransId="{072F06D6-5A50-42DC-97FB-2F078FBCB272}" sibTransId="{25ADB745-966F-4FC7-AE68-19DA1C37EB39}"/>
    <dgm:cxn modelId="{EC304174-4422-4A40-A8D3-3E6470F4FCD7}" srcId="{EE680406-C00F-4736-B7D2-DC5FFE8F4E67}" destId="{27A96B5D-0623-4F88-8C6D-4CF37A5FDF51}" srcOrd="6" destOrd="0" parTransId="{5D89AAAC-A20A-4023-8BDD-AC924AB8E44B}" sibTransId="{F07AFA12-D4A5-4F8A-B2BD-98393BB4AB1F}"/>
    <dgm:cxn modelId="{41AE9E74-4405-459B-B7E5-C7ADE4330A6F}" srcId="{EE680406-C00F-4736-B7D2-DC5FFE8F4E67}" destId="{E61A1EE3-1BBB-4E63-B7AE-654BE5A588FF}" srcOrd="8" destOrd="0" parTransId="{DE03E107-715A-4E49-8C1B-2F633A71EF5B}" sibTransId="{CB59B4C7-3ADA-4C6D-B640-4AF89AA58EE1}"/>
    <dgm:cxn modelId="{B2D3D474-FAB5-4E56-AD66-1255E99C300B}" type="presOf" srcId="{3A06F735-0750-43B1-ADDE-33E39DB0BAB8}" destId="{C83D1445-1BBD-41CA-BA56-17DDA6522B56}" srcOrd="0" destOrd="0" presId="urn:microsoft.com/office/officeart/2008/layout/BendingPictureCaption"/>
    <dgm:cxn modelId="{FE4B3083-2C31-4107-B0BD-17EADBF3EBE0}" type="presOf" srcId="{DD0AAF50-FC17-4C9C-911D-D0BB976BE82A}" destId="{B5B9A1BC-7668-4136-9C03-FDCB9F034911}" srcOrd="0" destOrd="0" presId="urn:microsoft.com/office/officeart/2008/layout/BendingPictureCaption"/>
    <dgm:cxn modelId="{9883858A-679E-42EF-A8C7-686CE987603A}" type="presOf" srcId="{E61A1EE3-1BBB-4E63-B7AE-654BE5A588FF}" destId="{C36FE836-1BDC-455A-B803-6C9FBD57E292}" srcOrd="0" destOrd="0" presId="urn:microsoft.com/office/officeart/2008/layout/BendingPictureCaption"/>
    <dgm:cxn modelId="{93CAA291-ECFF-4B27-BE72-FA5828BCD793}" type="presOf" srcId="{7E139BDD-C5DC-4B7A-A587-E40AF66BEBE4}" destId="{006F0E5C-700A-496C-AFF0-DC78FA6C1981}" srcOrd="0" destOrd="0" presId="urn:microsoft.com/office/officeart/2008/layout/BendingPictureCaption"/>
    <dgm:cxn modelId="{735E0BA2-3152-418C-AEC6-445CDDBC5F71}" srcId="{EE680406-C00F-4736-B7D2-DC5FFE8F4E67}" destId="{AE16C49E-E0B1-4B7A-A8B0-8268AF907A59}" srcOrd="9" destOrd="0" parTransId="{D6A56C17-CBA8-4628-8FB3-3F6804000061}" sibTransId="{66AE1F79-5A0F-4B87-BC48-64727AA10A4F}"/>
    <dgm:cxn modelId="{ABA2F3A7-94BE-4338-95A5-4B20822C6049}" srcId="{EE680406-C00F-4736-B7D2-DC5FFE8F4E67}" destId="{DD0AAF50-FC17-4C9C-911D-D0BB976BE82A}" srcOrd="3" destOrd="0" parTransId="{5EABD8FE-542B-47A7-A4D2-0E8D0C087A5B}" sibTransId="{0154C6D4-A1EF-466C-B6B7-50161137493F}"/>
    <dgm:cxn modelId="{FDFFE0AF-E3F0-4DD3-A44E-11B37CAD3CC4}" type="presOf" srcId="{D7A5D8A1-ABFE-4B9A-8275-8F18CA98BE55}" destId="{D184C926-BEA7-4C37-B096-D18E2E73E88B}" srcOrd="0" destOrd="0" presId="urn:microsoft.com/office/officeart/2008/layout/BendingPictureCaption"/>
    <dgm:cxn modelId="{78A84AB4-49B9-4ADD-8810-CFBD5DF41BFF}" type="presOf" srcId="{27A96B5D-0623-4F88-8C6D-4CF37A5FDF51}" destId="{CC92E106-7212-4C8E-8EDB-A0F5572C2835}" srcOrd="0" destOrd="0" presId="urn:microsoft.com/office/officeart/2008/layout/BendingPictureCaption"/>
    <dgm:cxn modelId="{B7A9E4BC-945C-4174-9C63-B398739B2F1C}" type="presOf" srcId="{F0182782-8AFD-4CEA-8508-7489FE6A810D}" destId="{B5CD5580-6596-4C87-AFA1-C0F1A4DF95CF}" srcOrd="0" destOrd="0" presId="urn:microsoft.com/office/officeart/2008/layout/BendingPictureCaption"/>
    <dgm:cxn modelId="{4A6FF7BC-C1FE-4003-ADBE-FBEB2A32A072}" type="presOf" srcId="{AE16C49E-E0B1-4B7A-A8B0-8268AF907A59}" destId="{C82A5BB1-08C7-494B-991E-BBA7AC28B462}" srcOrd="0" destOrd="0" presId="urn:microsoft.com/office/officeart/2008/layout/BendingPictureCaption"/>
    <dgm:cxn modelId="{1416BCC4-CD95-45F6-B6B9-236C5DAB2901}" srcId="{EE680406-C00F-4736-B7D2-DC5FFE8F4E67}" destId="{D7A5D8A1-ABFE-4B9A-8275-8F18CA98BE55}" srcOrd="7" destOrd="0" parTransId="{C23E359E-CBEE-4C90-8A7A-1BDEFD894135}" sibTransId="{7326693A-3931-46EE-855F-9599FCE5F111}"/>
    <dgm:cxn modelId="{78EDAAC8-5D1B-47FD-A7F6-689203EDCDA0}" type="presOf" srcId="{79C5B145-F8F8-486F-82D0-27856B5BBCAB}" destId="{85FCD599-62B0-4100-A9C6-FB056B111A2F}" srcOrd="0" destOrd="0" presId="urn:microsoft.com/office/officeart/2008/layout/BendingPictureCaption"/>
    <dgm:cxn modelId="{5958B8D7-B8D8-4C71-8F9B-7D133D24B7EB}" srcId="{EE680406-C00F-4736-B7D2-DC5FFE8F4E67}" destId="{61688296-A02E-43E2-B9FF-F922ACAFCCC8}" srcOrd="0" destOrd="0" parTransId="{76A33434-8AB5-4397-9AC2-F4FEF01D53C2}" sibTransId="{590E45B2-077C-4FA9-BF33-DD42623E79DD}"/>
    <dgm:cxn modelId="{AC4735CF-4DBF-4025-9A5A-861CDD59B3A5}" type="presParOf" srcId="{F248F2EA-ED3E-4E11-AC08-429E931D5C68}" destId="{244F9FF1-0156-4897-9AC4-3BD9406FCA02}" srcOrd="0" destOrd="0" presId="urn:microsoft.com/office/officeart/2008/layout/BendingPictureCaption"/>
    <dgm:cxn modelId="{61E19010-D5FB-48B3-BE32-FFA508B1DB3F}" type="presParOf" srcId="{244F9FF1-0156-4897-9AC4-3BD9406FCA02}" destId="{A9877D89-1524-4089-BD71-501D2A69F1A7}" srcOrd="0" destOrd="0" presId="urn:microsoft.com/office/officeart/2008/layout/BendingPictureCaption"/>
    <dgm:cxn modelId="{722240CF-EFE9-42A1-AF72-42B6DDF9CBEA}" type="presParOf" srcId="{244F9FF1-0156-4897-9AC4-3BD9406FCA02}" destId="{C1DF3220-2803-41CB-A35F-CBFE3A3FC83B}" srcOrd="1" destOrd="0" presId="urn:microsoft.com/office/officeart/2008/layout/BendingPictureCaption"/>
    <dgm:cxn modelId="{07857526-E1FF-49DB-951E-51BDB59AC7C9}" type="presParOf" srcId="{F248F2EA-ED3E-4E11-AC08-429E931D5C68}" destId="{C9C7599E-E326-4E9D-9B49-48D29E221EA2}" srcOrd="1" destOrd="0" presId="urn:microsoft.com/office/officeart/2008/layout/BendingPictureCaption"/>
    <dgm:cxn modelId="{9AE8A95D-F01A-464F-B71F-54978F36BAAE}" type="presParOf" srcId="{F248F2EA-ED3E-4E11-AC08-429E931D5C68}" destId="{78A7C0A9-D7A6-4DE5-AF14-53249D8BE09B}" srcOrd="2" destOrd="0" presId="urn:microsoft.com/office/officeart/2008/layout/BendingPictureCaption"/>
    <dgm:cxn modelId="{D81AFC7C-5E69-4E1D-86C6-6F9229F5BD23}" type="presParOf" srcId="{78A7C0A9-D7A6-4DE5-AF14-53249D8BE09B}" destId="{04F8061A-A8EC-450D-877F-090898D8C094}" srcOrd="0" destOrd="0" presId="urn:microsoft.com/office/officeart/2008/layout/BendingPictureCaption"/>
    <dgm:cxn modelId="{83C7CA92-D7D0-4D9D-B609-B4611071E329}" type="presParOf" srcId="{78A7C0A9-D7A6-4DE5-AF14-53249D8BE09B}" destId="{B5CD5580-6596-4C87-AFA1-C0F1A4DF95CF}" srcOrd="1" destOrd="0" presId="urn:microsoft.com/office/officeart/2008/layout/BendingPictureCaption"/>
    <dgm:cxn modelId="{70CDAE9B-1CCE-4C62-8144-698B8B9468A3}" type="presParOf" srcId="{F248F2EA-ED3E-4E11-AC08-429E931D5C68}" destId="{9C3AAC0B-1131-4782-AF81-0201EBB599A4}" srcOrd="3" destOrd="0" presId="urn:microsoft.com/office/officeart/2008/layout/BendingPictureCaption"/>
    <dgm:cxn modelId="{4E4CAFE2-FAF1-4326-8EA7-457311857501}" type="presParOf" srcId="{F248F2EA-ED3E-4E11-AC08-429E931D5C68}" destId="{883F101C-FD9D-475E-942E-E0F45EB34F42}" srcOrd="4" destOrd="0" presId="urn:microsoft.com/office/officeart/2008/layout/BendingPictureCaption"/>
    <dgm:cxn modelId="{1A4CC3DF-D34C-42CC-ABEB-EA958CA8299A}" type="presParOf" srcId="{883F101C-FD9D-475E-942E-E0F45EB34F42}" destId="{6BC2A13E-3FF4-49D0-B6D8-A9629A6CFC2A}" srcOrd="0" destOrd="0" presId="urn:microsoft.com/office/officeart/2008/layout/BendingPictureCaption"/>
    <dgm:cxn modelId="{6802419D-8F2A-4BCB-961E-3814891D8BD8}" type="presParOf" srcId="{883F101C-FD9D-475E-942E-E0F45EB34F42}" destId="{C83D1445-1BBD-41CA-BA56-17DDA6522B56}" srcOrd="1" destOrd="0" presId="urn:microsoft.com/office/officeart/2008/layout/BendingPictureCaption"/>
    <dgm:cxn modelId="{07445BCA-AB0F-419C-8818-01A6E8A4F940}" type="presParOf" srcId="{F248F2EA-ED3E-4E11-AC08-429E931D5C68}" destId="{A4BB5EC6-42C0-46F8-B0FC-AC2341CF89BF}" srcOrd="5" destOrd="0" presId="urn:microsoft.com/office/officeart/2008/layout/BendingPictureCaption"/>
    <dgm:cxn modelId="{BE22D423-22DE-414E-A033-4DBE70C3D3A1}" type="presParOf" srcId="{F248F2EA-ED3E-4E11-AC08-429E931D5C68}" destId="{E88AC866-F4EC-49A2-B3C5-344A606C97B1}" srcOrd="6" destOrd="0" presId="urn:microsoft.com/office/officeart/2008/layout/BendingPictureCaption"/>
    <dgm:cxn modelId="{5903A551-C2F5-491C-A20E-38C80F6C8B50}" type="presParOf" srcId="{E88AC866-F4EC-49A2-B3C5-344A606C97B1}" destId="{ADA501D6-3F70-4F57-98A9-570E789E83B8}" srcOrd="0" destOrd="0" presId="urn:microsoft.com/office/officeart/2008/layout/BendingPictureCaption"/>
    <dgm:cxn modelId="{B3E3CA1F-540D-462B-902A-08B2E546FD1C}" type="presParOf" srcId="{E88AC866-F4EC-49A2-B3C5-344A606C97B1}" destId="{B5B9A1BC-7668-4136-9C03-FDCB9F034911}" srcOrd="1" destOrd="0" presId="urn:microsoft.com/office/officeart/2008/layout/BendingPictureCaption"/>
    <dgm:cxn modelId="{866094A6-44FF-47F1-B3B7-259517891FC9}" type="presParOf" srcId="{F248F2EA-ED3E-4E11-AC08-429E931D5C68}" destId="{E7AA8F56-4A93-4AF6-9DA2-AE399A92D5AE}" srcOrd="7" destOrd="0" presId="urn:microsoft.com/office/officeart/2008/layout/BendingPictureCaption"/>
    <dgm:cxn modelId="{B455219A-11A9-4FC8-A7B0-133346790052}" type="presParOf" srcId="{F248F2EA-ED3E-4E11-AC08-429E931D5C68}" destId="{DF09069D-B285-4D6B-80E0-638FB475D8B5}" srcOrd="8" destOrd="0" presId="urn:microsoft.com/office/officeart/2008/layout/BendingPictureCaption"/>
    <dgm:cxn modelId="{087DD342-E6F1-416C-8E61-27832799AC08}" type="presParOf" srcId="{DF09069D-B285-4D6B-80E0-638FB475D8B5}" destId="{CFC8823B-04DB-46BF-8AE6-E88C05101283}" srcOrd="0" destOrd="0" presId="urn:microsoft.com/office/officeart/2008/layout/BendingPictureCaption"/>
    <dgm:cxn modelId="{AF16FE0C-9994-45AB-A699-8063315FF5C6}" type="presParOf" srcId="{DF09069D-B285-4D6B-80E0-638FB475D8B5}" destId="{85FCD599-62B0-4100-A9C6-FB056B111A2F}" srcOrd="1" destOrd="0" presId="urn:microsoft.com/office/officeart/2008/layout/BendingPictureCaption"/>
    <dgm:cxn modelId="{4AAF37F8-D7D7-426D-880E-BEAB1CA4AF70}" type="presParOf" srcId="{F248F2EA-ED3E-4E11-AC08-429E931D5C68}" destId="{B0B271E3-5544-4A24-B1BA-C3A18B4A66E5}" srcOrd="9" destOrd="0" presId="urn:microsoft.com/office/officeart/2008/layout/BendingPictureCaption"/>
    <dgm:cxn modelId="{F190E644-8EE3-4EAF-A3E1-B6097DC4F5CA}" type="presParOf" srcId="{F248F2EA-ED3E-4E11-AC08-429E931D5C68}" destId="{336067A7-8A96-4054-A6F4-52DEE3B588FC}" srcOrd="10" destOrd="0" presId="urn:microsoft.com/office/officeart/2008/layout/BendingPictureCaption"/>
    <dgm:cxn modelId="{9BBD8993-2C16-485F-B25A-B6BC34E3FAB9}" type="presParOf" srcId="{336067A7-8A96-4054-A6F4-52DEE3B588FC}" destId="{C772C196-BF79-456B-BC3D-8EEE141DF55E}" srcOrd="0" destOrd="0" presId="urn:microsoft.com/office/officeart/2008/layout/BendingPictureCaption"/>
    <dgm:cxn modelId="{43B43778-FCC0-4BCD-B6DB-A26BFB39159F}" type="presParOf" srcId="{336067A7-8A96-4054-A6F4-52DEE3B588FC}" destId="{006F0E5C-700A-496C-AFF0-DC78FA6C1981}" srcOrd="1" destOrd="0" presId="urn:microsoft.com/office/officeart/2008/layout/BendingPictureCaption"/>
    <dgm:cxn modelId="{958BB5CF-9F9E-4404-B311-E39752C8C37F}" type="presParOf" srcId="{F248F2EA-ED3E-4E11-AC08-429E931D5C68}" destId="{D3E88BEA-AFA9-4D8F-B89D-9E5EEB82F8A1}" srcOrd="11" destOrd="0" presId="urn:microsoft.com/office/officeart/2008/layout/BendingPictureCaption"/>
    <dgm:cxn modelId="{8F72D010-DE8A-40D4-844E-07B1116B3BD0}" type="presParOf" srcId="{F248F2EA-ED3E-4E11-AC08-429E931D5C68}" destId="{E6AA376E-1B34-4DBF-AC77-1295597573EA}" srcOrd="12" destOrd="0" presId="urn:microsoft.com/office/officeart/2008/layout/BendingPictureCaption"/>
    <dgm:cxn modelId="{679D63F2-563F-40C7-8B43-5D4E4BD679F9}" type="presParOf" srcId="{E6AA376E-1B34-4DBF-AC77-1295597573EA}" destId="{648CAD26-3422-432B-8ACE-25E0E1B5458D}" srcOrd="0" destOrd="0" presId="urn:microsoft.com/office/officeart/2008/layout/BendingPictureCaption"/>
    <dgm:cxn modelId="{03A1A6A0-2817-463D-83D7-0850228F6E7C}" type="presParOf" srcId="{E6AA376E-1B34-4DBF-AC77-1295597573EA}" destId="{CC92E106-7212-4C8E-8EDB-A0F5572C2835}" srcOrd="1" destOrd="0" presId="urn:microsoft.com/office/officeart/2008/layout/BendingPictureCaption"/>
    <dgm:cxn modelId="{7A575930-8E85-4E76-B1CA-9B3ACE36D755}" type="presParOf" srcId="{F248F2EA-ED3E-4E11-AC08-429E931D5C68}" destId="{3E4E633C-F895-49D4-86D7-3B8D2275E36C}" srcOrd="13" destOrd="0" presId="urn:microsoft.com/office/officeart/2008/layout/BendingPictureCaption"/>
    <dgm:cxn modelId="{01DB51C4-DC50-4C98-A920-4211F5E18D97}" type="presParOf" srcId="{F248F2EA-ED3E-4E11-AC08-429E931D5C68}" destId="{23321327-05C8-4038-AF52-A5813DD6949B}" srcOrd="14" destOrd="0" presId="urn:microsoft.com/office/officeart/2008/layout/BendingPictureCaption"/>
    <dgm:cxn modelId="{113472DC-D338-494E-B83C-031764CE94FA}" type="presParOf" srcId="{23321327-05C8-4038-AF52-A5813DD6949B}" destId="{602E84C9-841D-48CB-AB06-A38BDA2E6D00}" srcOrd="0" destOrd="0" presId="urn:microsoft.com/office/officeart/2008/layout/BendingPictureCaption"/>
    <dgm:cxn modelId="{8E80540D-B337-412E-A7B1-726C7B0714D1}" type="presParOf" srcId="{23321327-05C8-4038-AF52-A5813DD6949B}" destId="{D184C926-BEA7-4C37-B096-D18E2E73E88B}" srcOrd="1" destOrd="0" presId="urn:microsoft.com/office/officeart/2008/layout/BendingPictureCaption"/>
    <dgm:cxn modelId="{32208715-D3F4-40B7-B65C-0F48E51E5920}" type="presParOf" srcId="{F248F2EA-ED3E-4E11-AC08-429E931D5C68}" destId="{B48C5AC9-0F1D-4B9A-B2AC-0273D1B07F1E}" srcOrd="15" destOrd="0" presId="urn:microsoft.com/office/officeart/2008/layout/BendingPictureCaption"/>
    <dgm:cxn modelId="{495C8FDD-F54C-456B-8DF0-640304487752}" type="presParOf" srcId="{F248F2EA-ED3E-4E11-AC08-429E931D5C68}" destId="{050D33BC-A612-4710-94F3-BE15A7843290}" srcOrd="16" destOrd="0" presId="urn:microsoft.com/office/officeart/2008/layout/BendingPictureCaption"/>
    <dgm:cxn modelId="{9B8DB0A8-B4D2-4B37-8048-47F88993FAF7}" type="presParOf" srcId="{050D33BC-A612-4710-94F3-BE15A7843290}" destId="{0FFCA28E-1EE3-4F26-A8F4-89063B809C71}" srcOrd="0" destOrd="0" presId="urn:microsoft.com/office/officeart/2008/layout/BendingPictureCaption"/>
    <dgm:cxn modelId="{B6E80B5E-76A4-41B2-A51D-C745C0B7D179}" type="presParOf" srcId="{050D33BC-A612-4710-94F3-BE15A7843290}" destId="{C36FE836-1BDC-455A-B803-6C9FBD57E292}" srcOrd="1" destOrd="0" presId="urn:microsoft.com/office/officeart/2008/layout/BendingPictureCaption"/>
    <dgm:cxn modelId="{94038112-C41E-4238-B429-593AA245FA12}" type="presParOf" srcId="{F248F2EA-ED3E-4E11-AC08-429E931D5C68}" destId="{A4E4F78C-1205-481D-AB1B-AEF170918BA4}" srcOrd="17" destOrd="0" presId="urn:microsoft.com/office/officeart/2008/layout/BendingPictureCaption"/>
    <dgm:cxn modelId="{25837159-B973-480E-BD07-84AADD163B37}" type="presParOf" srcId="{F248F2EA-ED3E-4E11-AC08-429E931D5C68}" destId="{D1C724B4-5799-4FB6-8223-AD14AB82432E}" srcOrd="18" destOrd="0" presId="urn:microsoft.com/office/officeart/2008/layout/BendingPictureCaption"/>
    <dgm:cxn modelId="{54C115C1-327C-4DBC-9EF0-A63637A03DCD}" type="presParOf" srcId="{D1C724B4-5799-4FB6-8223-AD14AB82432E}" destId="{9656830A-1B59-4241-ABCB-602AA1CE5107}" srcOrd="0" destOrd="0" presId="urn:microsoft.com/office/officeart/2008/layout/BendingPictureCaption"/>
    <dgm:cxn modelId="{50063115-D0E4-4F46-92F7-103EB4DA6B25}" type="presParOf" srcId="{D1C724B4-5799-4FB6-8223-AD14AB82432E}" destId="{C82A5BB1-08C7-494B-991E-BBA7AC28B462}" srcOrd="1" destOrd="0" presId="urn:microsoft.com/office/officeart/2008/layout/BendingPictureCaption"/>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9877D89-1524-4089-BD71-501D2A69F1A7}">
      <dsp:nvSpPr>
        <dsp:cNvPr id="0" name=""/>
        <dsp:cNvSpPr/>
      </dsp:nvSpPr>
      <dsp:spPr>
        <a:xfrm>
          <a:off x="83935" y="675668"/>
          <a:ext cx="1508296" cy="1114625"/>
        </a:xfrm>
        <a:prstGeom prst="rect">
          <a:avLst/>
        </a:prstGeom>
        <a:blipFill>
          <a:blip xmlns:r="http://schemas.openxmlformats.org/officeDocument/2006/relationships" r:embed="rId1"/>
          <a:srcRect/>
          <a:stretch>
            <a:fillRect t="-18000" b="-18000"/>
          </a:stretch>
        </a:blipFill>
        <a:ln>
          <a:noFill/>
        </a:ln>
        <a:effectLst/>
      </dsp:spPr>
      <dsp:style>
        <a:lnRef idx="0">
          <a:scrgbClr r="0" g="0" b="0"/>
        </a:lnRef>
        <a:fillRef idx="1">
          <a:scrgbClr r="0" g="0" b="0"/>
        </a:fillRef>
        <a:effectRef idx="0">
          <a:scrgbClr r="0" g="0" b="0"/>
        </a:effectRef>
        <a:fontRef idx="minor"/>
      </dsp:style>
    </dsp:sp>
    <dsp:sp modelId="{C1DF3220-2803-41CB-A35F-CBFE3A3FC83B}">
      <dsp:nvSpPr>
        <dsp:cNvPr id="0" name=""/>
        <dsp:cNvSpPr/>
      </dsp:nvSpPr>
      <dsp:spPr>
        <a:xfrm>
          <a:off x="294457" y="1662784"/>
          <a:ext cx="1572632" cy="37792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ctr" defTabSz="311150">
            <a:lnSpc>
              <a:spcPct val="90000"/>
            </a:lnSpc>
            <a:spcBef>
              <a:spcPct val="0"/>
            </a:spcBef>
            <a:spcAft>
              <a:spcPct val="5000"/>
            </a:spcAft>
            <a:buNone/>
          </a:pPr>
          <a:r>
            <a:rPr lang="en-US" sz="700" kern="1200" dirty="0"/>
            <a:t>Dooti Roy </a:t>
          </a:r>
        </a:p>
        <a:p>
          <a:pPr marL="0" lvl="0" indent="0" algn="ctr" defTabSz="311150">
            <a:lnSpc>
              <a:spcPct val="90000"/>
            </a:lnSpc>
            <a:spcBef>
              <a:spcPct val="0"/>
            </a:spcBef>
            <a:spcAft>
              <a:spcPct val="5000"/>
            </a:spcAft>
            <a:buNone/>
          </a:pPr>
          <a:r>
            <a:rPr lang="en-US" sz="700" kern="1200" dirty="0"/>
            <a:t>(Statistician, Boehringer Ingelheim)</a:t>
          </a:r>
        </a:p>
      </dsp:txBody>
      <dsp:txXfrm>
        <a:off x="294457" y="1662784"/>
        <a:ext cx="1572632" cy="377929"/>
      </dsp:txXfrm>
    </dsp:sp>
    <dsp:sp modelId="{04F8061A-A8EC-450D-877F-090898D8C094}">
      <dsp:nvSpPr>
        <dsp:cNvPr id="0" name=""/>
        <dsp:cNvSpPr/>
      </dsp:nvSpPr>
      <dsp:spPr>
        <a:xfrm>
          <a:off x="2246099" y="617152"/>
          <a:ext cx="1825030" cy="1348690"/>
        </a:xfrm>
        <a:prstGeom prst="rect">
          <a:avLst/>
        </a:prstGeom>
        <a:blipFill>
          <a:blip xmlns:r="http://schemas.openxmlformats.org/officeDocument/2006/relationships" r:embed="rId2"/>
          <a:srcRect/>
          <a:stretch>
            <a:fillRect t="-24000" b="-24000"/>
          </a:stretch>
        </a:blipFill>
        <a:ln>
          <a:noFill/>
        </a:ln>
        <a:effectLst/>
      </dsp:spPr>
      <dsp:style>
        <a:lnRef idx="0">
          <a:scrgbClr r="0" g="0" b="0"/>
        </a:lnRef>
        <a:fillRef idx="1">
          <a:scrgbClr r="0" g="0" b="0"/>
        </a:fillRef>
        <a:effectRef idx="0">
          <a:scrgbClr r="0" g="0" b="0"/>
        </a:effectRef>
        <a:fontRef idx="minor"/>
      </dsp:style>
    </dsp:sp>
    <dsp:sp modelId="{B5CD5580-6596-4C87-AFA1-C0F1A4DF95CF}">
      <dsp:nvSpPr>
        <dsp:cNvPr id="0" name=""/>
        <dsp:cNvSpPr/>
      </dsp:nvSpPr>
      <dsp:spPr>
        <a:xfrm>
          <a:off x="2614988" y="1721300"/>
          <a:ext cx="1572632" cy="37792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ctr" defTabSz="311150">
            <a:lnSpc>
              <a:spcPct val="90000"/>
            </a:lnSpc>
            <a:spcBef>
              <a:spcPct val="0"/>
            </a:spcBef>
            <a:spcAft>
              <a:spcPct val="5000"/>
            </a:spcAft>
            <a:buNone/>
          </a:pPr>
          <a:r>
            <a:rPr lang="en-US" sz="700" kern="1200" dirty="0"/>
            <a:t>Angela Zhu </a:t>
          </a:r>
        </a:p>
        <a:p>
          <a:pPr marL="0" lvl="0" indent="0" algn="ctr" defTabSz="311150">
            <a:lnSpc>
              <a:spcPct val="90000"/>
            </a:lnSpc>
            <a:spcBef>
              <a:spcPct val="0"/>
            </a:spcBef>
            <a:spcAft>
              <a:spcPct val="5000"/>
            </a:spcAft>
            <a:buNone/>
          </a:pPr>
          <a:r>
            <a:rPr lang="en-US" sz="700" kern="1200" dirty="0"/>
            <a:t>(Statistician, Boehringer Ingelheim)</a:t>
          </a:r>
        </a:p>
      </dsp:txBody>
      <dsp:txXfrm>
        <a:off x="2614988" y="1721300"/>
        <a:ext cx="1572632" cy="377929"/>
      </dsp:txXfrm>
    </dsp:sp>
    <dsp:sp modelId="{6BC2A13E-3FF4-49D0-B6D8-A9629A6CFC2A}">
      <dsp:nvSpPr>
        <dsp:cNvPr id="0" name=""/>
        <dsp:cNvSpPr/>
      </dsp:nvSpPr>
      <dsp:spPr>
        <a:xfrm>
          <a:off x="4566630" y="617152"/>
          <a:ext cx="1825030" cy="1348690"/>
        </a:xfrm>
        <a:prstGeom prst="rect">
          <a:avLst/>
        </a:prstGeom>
        <a:blipFill rotWithShape="1">
          <a:blip xmlns:r="http://schemas.openxmlformats.org/officeDocument/2006/relationships" r:embed="rId3"/>
          <a:srcRect/>
          <a:stretch>
            <a:fillRect t="-26000" b="-26000"/>
          </a:stretch>
        </a:blipFill>
        <a:ln>
          <a:noFill/>
        </a:ln>
        <a:effectLst/>
      </dsp:spPr>
      <dsp:style>
        <a:lnRef idx="0">
          <a:scrgbClr r="0" g="0" b="0"/>
        </a:lnRef>
        <a:fillRef idx="1">
          <a:scrgbClr r="0" g="0" b="0"/>
        </a:fillRef>
        <a:effectRef idx="0">
          <a:scrgbClr r="0" g="0" b="0"/>
        </a:effectRef>
        <a:fontRef idx="minor"/>
      </dsp:style>
    </dsp:sp>
    <dsp:sp modelId="{C83D1445-1BBD-41CA-BA56-17DDA6522B56}">
      <dsp:nvSpPr>
        <dsp:cNvPr id="0" name=""/>
        <dsp:cNvSpPr/>
      </dsp:nvSpPr>
      <dsp:spPr>
        <a:xfrm>
          <a:off x="4935519" y="1721300"/>
          <a:ext cx="1572632" cy="37792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ctr" defTabSz="311150">
            <a:lnSpc>
              <a:spcPct val="90000"/>
            </a:lnSpc>
            <a:spcBef>
              <a:spcPct val="0"/>
            </a:spcBef>
            <a:spcAft>
              <a:spcPct val="5000"/>
            </a:spcAft>
            <a:buNone/>
          </a:pPr>
          <a:r>
            <a:rPr lang="en-US" sz="700" kern="1200" dirty="0"/>
            <a:t>Kristen Daniels </a:t>
          </a:r>
        </a:p>
        <a:p>
          <a:pPr marL="0" lvl="0" indent="0" algn="ctr" defTabSz="311150">
            <a:lnSpc>
              <a:spcPct val="90000"/>
            </a:lnSpc>
            <a:spcBef>
              <a:spcPct val="0"/>
            </a:spcBef>
            <a:spcAft>
              <a:spcPct val="5000"/>
            </a:spcAft>
            <a:buNone/>
          </a:pPr>
          <a:r>
            <a:rPr lang="en-US" sz="700" kern="1200" dirty="0"/>
            <a:t>(Early Asset Lead, Boehringer Ingelheim)</a:t>
          </a:r>
        </a:p>
      </dsp:txBody>
      <dsp:txXfrm>
        <a:off x="4935519" y="1721300"/>
        <a:ext cx="1572632" cy="377929"/>
      </dsp:txXfrm>
    </dsp:sp>
    <dsp:sp modelId="{ADA501D6-3F70-4F57-98A9-570E789E83B8}">
      <dsp:nvSpPr>
        <dsp:cNvPr id="0" name=""/>
        <dsp:cNvSpPr/>
      </dsp:nvSpPr>
      <dsp:spPr>
        <a:xfrm>
          <a:off x="6887161" y="617152"/>
          <a:ext cx="1825030" cy="1348690"/>
        </a:xfrm>
        <a:prstGeom prst="rect">
          <a:avLst/>
        </a:prstGeom>
        <a:blipFill rotWithShape="1">
          <a:blip xmlns:r="http://schemas.openxmlformats.org/officeDocument/2006/relationships" r:embed="rId4"/>
          <a:srcRect/>
          <a:stretch>
            <a:fillRect t="-18000" b="-18000"/>
          </a:stretch>
        </a:blipFill>
        <a:ln>
          <a:noFill/>
        </a:ln>
        <a:effectLst/>
      </dsp:spPr>
      <dsp:style>
        <a:lnRef idx="0">
          <a:scrgbClr r="0" g="0" b="0"/>
        </a:lnRef>
        <a:fillRef idx="1">
          <a:scrgbClr r="0" g="0" b="0"/>
        </a:fillRef>
        <a:effectRef idx="0">
          <a:scrgbClr r="0" g="0" b="0"/>
        </a:effectRef>
        <a:fontRef idx="minor"/>
      </dsp:style>
    </dsp:sp>
    <dsp:sp modelId="{B5B9A1BC-7668-4136-9C03-FDCB9F034911}">
      <dsp:nvSpPr>
        <dsp:cNvPr id="0" name=""/>
        <dsp:cNvSpPr/>
      </dsp:nvSpPr>
      <dsp:spPr>
        <a:xfrm>
          <a:off x="7256050" y="1721300"/>
          <a:ext cx="1572632" cy="37792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ctr" defTabSz="311150">
            <a:lnSpc>
              <a:spcPct val="90000"/>
            </a:lnSpc>
            <a:spcBef>
              <a:spcPct val="0"/>
            </a:spcBef>
            <a:spcAft>
              <a:spcPct val="5000"/>
            </a:spcAft>
            <a:buNone/>
          </a:pPr>
          <a:r>
            <a:rPr lang="en-US" sz="700" kern="1200" dirty="0"/>
            <a:t>Haoyu Wang </a:t>
          </a:r>
        </a:p>
        <a:p>
          <a:pPr marL="0" lvl="0" indent="0" algn="ctr" defTabSz="311150">
            <a:lnSpc>
              <a:spcPct val="90000"/>
            </a:lnSpc>
            <a:spcBef>
              <a:spcPct val="0"/>
            </a:spcBef>
            <a:spcAft>
              <a:spcPct val="5000"/>
            </a:spcAft>
            <a:buNone/>
          </a:pPr>
          <a:r>
            <a:rPr lang="en-US" sz="700" kern="1200" dirty="0"/>
            <a:t>(Statistician, BMS)</a:t>
          </a:r>
        </a:p>
      </dsp:txBody>
      <dsp:txXfrm>
        <a:off x="7256050" y="1721300"/>
        <a:ext cx="1572632" cy="377929"/>
      </dsp:txXfrm>
    </dsp:sp>
    <dsp:sp modelId="{CFC8823B-04DB-46BF-8AE6-E88C05101283}">
      <dsp:nvSpPr>
        <dsp:cNvPr id="0" name=""/>
        <dsp:cNvSpPr/>
      </dsp:nvSpPr>
      <dsp:spPr>
        <a:xfrm>
          <a:off x="9207692" y="617152"/>
          <a:ext cx="1825030" cy="1348690"/>
        </a:xfrm>
        <a:prstGeom prst="rect">
          <a:avLst/>
        </a:prstGeom>
        <a:blipFill>
          <a:blip xmlns:r="http://schemas.openxmlformats.org/officeDocument/2006/relationships" r:embed="rId5"/>
          <a:srcRect/>
          <a:stretch>
            <a:fillRect t="-18000" b="-18000"/>
          </a:stretch>
        </a:blipFill>
        <a:ln>
          <a:noFill/>
        </a:ln>
        <a:effectLst/>
      </dsp:spPr>
      <dsp:style>
        <a:lnRef idx="0">
          <a:scrgbClr r="0" g="0" b="0"/>
        </a:lnRef>
        <a:fillRef idx="1">
          <a:scrgbClr r="0" g="0" b="0"/>
        </a:fillRef>
        <a:effectRef idx="0">
          <a:scrgbClr r="0" g="0" b="0"/>
        </a:effectRef>
        <a:fontRef idx="minor"/>
      </dsp:style>
    </dsp:sp>
    <dsp:sp modelId="{85FCD599-62B0-4100-A9C6-FB056B111A2F}">
      <dsp:nvSpPr>
        <dsp:cNvPr id="0" name=""/>
        <dsp:cNvSpPr/>
      </dsp:nvSpPr>
      <dsp:spPr>
        <a:xfrm>
          <a:off x="9576582" y="1721300"/>
          <a:ext cx="1572632" cy="37792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ctr" defTabSz="311150">
            <a:lnSpc>
              <a:spcPct val="90000"/>
            </a:lnSpc>
            <a:spcBef>
              <a:spcPct val="0"/>
            </a:spcBef>
            <a:spcAft>
              <a:spcPct val="5000"/>
            </a:spcAft>
            <a:buNone/>
          </a:pPr>
          <a:r>
            <a:rPr lang="en-US" sz="700" kern="1200" dirty="0"/>
            <a:t>Jessica Cannon-Hill </a:t>
          </a:r>
        </a:p>
        <a:p>
          <a:pPr marL="0" lvl="0" indent="0" algn="ctr" defTabSz="311150">
            <a:lnSpc>
              <a:spcPct val="90000"/>
            </a:lnSpc>
            <a:spcBef>
              <a:spcPct val="0"/>
            </a:spcBef>
            <a:spcAft>
              <a:spcPct val="5000"/>
            </a:spcAft>
            <a:buNone/>
          </a:pPr>
          <a:r>
            <a:rPr lang="en-US" sz="700" kern="1200" dirty="0"/>
            <a:t>(Statistician, Devices, J&amp;J)</a:t>
          </a:r>
        </a:p>
      </dsp:txBody>
      <dsp:txXfrm>
        <a:off x="9576582" y="1721300"/>
        <a:ext cx="1572632" cy="377929"/>
      </dsp:txXfrm>
    </dsp:sp>
    <dsp:sp modelId="{C772C196-BF79-456B-BC3D-8EEE141DF55E}">
      <dsp:nvSpPr>
        <dsp:cNvPr id="0" name=""/>
        <dsp:cNvSpPr/>
      </dsp:nvSpPr>
      <dsp:spPr>
        <a:xfrm>
          <a:off x="0" y="2336891"/>
          <a:ext cx="1825030" cy="1348690"/>
        </a:xfrm>
        <a:prstGeom prst="rect">
          <a:avLst/>
        </a:prstGeom>
        <a:blipFill>
          <a:blip xmlns:r="http://schemas.openxmlformats.org/officeDocument/2006/relationships" r:embed="rId6"/>
          <a:srcRect/>
          <a:stretch>
            <a:fillRect t="-18000" b="-18000"/>
          </a:stretch>
        </a:blipFill>
        <a:ln>
          <a:noFill/>
        </a:ln>
        <a:effectLst/>
      </dsp:spPr>
      <dsp:style>
        <a:lnRef idx="0">
          <a:scrgbClr r="0" g="0" b="0"/>
        </a:lnRef>
        <a:fillRef idx="1">
          <a:scrgbClr r="0" g="0" b="0"/>
        </a:fillRef>
        <a:effectRef idx="0">
          <a:scrgbClr r="0" g="0" b="0"/>
        </a:effectRef>
        <a:fontRef idx="minor"/>
      </dsp:style>
    </dsp:sp>
    <dsp:sp modelId="{006F0E5C-700A-496C-AFF0-DC78FA6C1981}">
      <dsp:nvSpPr>
        <dsp:cNvPr id="0" name=""/>
        <dsp:cNvSpPr/>
      </dsp:nvSpPr>
      <dsp:spPr>
        <a:xfrm>
          <a:off x="373640" y="3397530"/>
          <a:ext cx="1572632" cy="37792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ctr" defTabSz="311150">
            <a:lnSpc>
              <a:spcPct val="90000"/>
            </a:lnSpc>
            <a:spcBef>
              <a:spcPct val="0"/>
            </a:spcBef>
            <a:spcAft>
              <a:spcPct val="5000"/>
            </a:spcAft>
            <a:buNone/>
          </a:pPr>
          <a:r>
            <a:rPr lang="en-US" sz="700" kern="1200" dirty="0"/>
            <a:t>Kristen Leraas </a:t>
          </a:r>
        </a:p>
        <a:p>
          <a:pPr marL="0" lvl="0" indent="0" algn="ctr" defTabSz="311150">
            <a:lnSpc>
              <a:spcPct val="90000"/>
            </a:lnSpc>
            <a:spcBef>
              <a:spcPct val="0"/>
            </a:spcBef>
            <a:spcAft>
              <a:spcPct val="5000"/>
            </a:spcAft>
            <a:buNone/>
          </a:pPr>
          <a:r>
            <a:rPr lang="en-US" sz="700" kern="1200" dirty="0"/>
            <a:t>(Clinical Operations, J&amp;J)</a:t>
          </a:r>
        </a:p>
      </dsp:txBody>
      <dsp:txXfrm>
        <a:off x="373640" y="3397530"/>
        <a:ext cx="1572632" cy="377929"/>
      </dsp:txXfrm>
    </dsp:sp>
    <dsp:sp modelId="{648CAD26-3422-432B-8ACE-25E0E1B5458D}">
      <dsp:nvSpPr>
        <dsp:cNvPr id="0" name=""/>
        <dsp:cNvSpPr/>
      </dsp:nvSpPr>
      <dsp:spPr>
        <a:xfrm>
          <a:off x="2325282" y="2293382"/>
          <a:ext cx="1825030" cy="1348690"/>
        </a:xfrm>
        <a:prstGeom prst="rect">
          <a:avLst/>
        </a:prstGeom>
        <a:blipFill rotWithShape="1">
          <a:blip xmlns:r="http://schemas.openxmlformats.org/officeDocument/2006/relationships" r:embed="rId7"/>
          <a:srcRect/>
          <a:stretch>
            <a:fillRect t="-15000" b="-15000"/>
          </a:stretch>
        </a:blipFill>
        <a:ln>
          <a:noFill/>
        </a:ln>
        <a:effectLst/>
      </dsp:spPr>
      <dsp:style>
        <a:lnRef idx="0">
          <a:scrgbClr r="0" g="0" b="0"/>
        </a:lnRef>
        <a:fillRef idx="1">
          <a:scrgbClr r="0" g="0" b="0"/>
        </a:fillRef>
        <a:effectRef idx="0">
          <a:scrgbClr r="0" g="0" b="0"/>
        </a:effectRef>
        <a:fontRef idx="minor"/>
      </dsp:style>
    </dsp:sp>
    <dsp:sp modelId="{CC92E106-7212-4C8E-8EDB-A0F5572C2835}">
      <dsp:nvSpPr>
        <dsp:cNvPr id="0" name=""/>
        <dsp:cNvSpPr/>
      </dsp:nvSpPr>
      <dsp:spPr>
        <a:xfrm>
          <a:off x="2694171" y="3397530"/>
          <a:ext cx="1572632" cy="37792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ctr" defTabSz="311150">
            <a:lnSpc>
              <a:spcPct val="90000"/>
            </a:lnSpc>
            <a:spcBef>
              <a:spcPct val="0"/>
            </a:spcBef>
            <a:spcAft>
              <a:spcPct val="5000"/>
            </a:spcAft>
            <a:buNone/>
          </a:pPr>
          <a:r>
            <a:rPr lang="en-US" sz="700" kern="1200" dirty="0"/>
            <a:t>Vlad Anisimov </a:t>
          </a:r>
        </a:p>
        <a:p>
          <a:pPr marL="0" lvl="0" indent="0" algn="ctr" defTabSz="311150">
            <a:lnSpc>
              <a:spcPct val="90000"/>
            </a:lnSpc>
            <a:spcBef>
              <a:spcPct val="0"/>
            </a:spcBef>
            <a:spcAft>
              <a:spcPct val="5000"/>
            </a:spcAft>
            <a:buNone/>
          </a:pPr>
          <a:r>
            <a:rPr lang="en-US" sz="700" kern="1200" dirty="0"/>
            <a:t>(Statistician, Amgen)</a:t>
          </a:r>
        </a:p>
      </dsp:txBody>
      <dsp:txXfrm>
        <a:off x="2694171" y="3397530"/>
        <a:ext cx="1572632" cy="377929"/>
      </dsp:txXfrm>
    </dsp:sp>
    <dsp:sp modelId="{602E84C9-841D-48CB-AB06-A38BDA2E6D00}">
      <dsp:nvSpPr>
        <dsp:cNvPr id="0" name=""/>
        <dsp:cNvSpPr/>
      </dsp:nvSpPr>
      <dsp:spPr>
        <a:xfrm>
          <a:off x="4645813" y="2293382"/>
          <a:ext cx="1825030" cy="1348690"/>
        </a:xfrm>
        <a:prstGeom prst="rect">
          <a:avLst/>
        </a:prstGeom>
        <a:blipFill>
          <a:blip xmlns:r="http://schemas.openxmlformats.org/officeDocument/2006/relationships" r:embed="rId8"/>
          <a:srcRect/>
          <a:stretch>
            <a:fillRect t="-18000" b="-18000"/>
          </a:stretch>
        </a:blipFill>
        <a:ln>
          <a:noFill/>
        </a:ln>
        <a:effectLst/>
      </dsp:spPr>
      <dsp:style>
        <a:lnRef idx="0">
          <a:scrgbClr r="0" g="0" b="0"/>
        </a:lnRef>
        <a:fillRef idx="1">
          <a:scrgbClr r="0" g="0" b="0"/>
        </a:fillRef>
        <a:effectRef idx="0">
          <a:scrgbClr r="0" g="0" b="0"/>
        </a:effectRef>
        <a:fontRef idx="minor"/>
      </dsp:style>
    </dsp:sp>
    <dsp:sp modelId="{D184C926-BEA7-4C37-B096-D18E2E73E88B}">
      <dsp:nvSpPr>
        <dsp:cNvPr id="0" name=""/>
        <dsp:cNvSpPr/>
      </dsp:nvSpPr>
      <dsp:spPr>
        <a:xfrm>
          <a:off x="5014703" y="3397530"/>
          <a:ext cx="1572632" cy="37792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ctr" defTabSz="311150">
            <a:lnSpc>
              <a:spcPct val="90000"/>
            </a:lnSpc>
            <a:spcBef>
              <a:spcPct val="0"/>
            </a:spcBef>
            <a:spcAft>
              <a:spcPct val="5000"/>
            </a:spcAft>
            <a:buNone/>
          </a:pPr>
          <a:r>
            <a:rPr lang="en-US" sz="700" kern="1200" dirty="0"/>
            <a:t>Richard Shu</a:t>
          </a:r>
        </a:p>
        <a:p>
          <a:pPr marL="0" lvl="0" indent="0" algn="ctr" defTabSz="311150">
            <a:lnSpc>
              <a:spcPct val="90000"/>
            </a:lnSpc>
            <a:spcBef>
              <a:spcPct val="0"/>
            </a:spcBef>
            <a:spcAft>
              <a:spcPct val="5000"/>
            </a:spcAft>
            <a:buNone/>
          </a:pPr>
          <a:r>
            <a:rPr lang="en-US" sz="700" kern="1200" dirty="0"/>
            <a:t>(Statistician, Genentech)</a:t>
          </a:r>
        </a:p>
      </dsp:txBody>
      <dsp:txXfrm>
        <a:off x="5014703" y="3397530"/>
        <a:ext cx="1572632" cy="377929"/>
      </dsp:txXfrm>
    </dsp:sp>
    <dsp:sp modelId="{0FFCA28E-1EE3-4F26-A8F4-89063B809C71}">
      <dsp:nvSpPr>
        <dsp:cNvPr id="0" name=""/>
        <dsp:cNvSpPr/>
      </dsp:nvSpPr>
      <dsp:spPr>
        <a:xfrm>
          <a:off x="6966345" y="2293382"/>
          <a:ext cx="1825030" cy="1348690"/>
        </a:xfrm>
        <a:prstGeom prst="rect">
          <a:avLst/>
        </a:prstGeom>
        <a:blipFill>
          <a:blip xmlns:r="http://schemas.openxmlformats.org/officeDocument/2006/relationships" r:embed="rId9"/>
          <a:srcRect/>
          <a:stretch>
            <a:fillRect t="-29000" b="-29000"/>
          </a:stretch>
        </a:blipFill>
        <a:ln>
          <a:noFill/>
        </a:ln>
        <a:effectLst/>
      </dsp:spPr>
      <dsp:style>
        <a:lnRef idx="0">
          <a:scrgbClr r="0" g="0" b="0"/>
        </a:lnRef>
        <a:fillRef idx="1">
          <a:scrgbClr r="0" g="0" b="0"/>
        </a:fillRef>
        <a:effectRef idx="0">
          <a:scrgbClr r="0" g="0" b="0"/>
        </a:effectRef>
        <a:fontRef idx="minor"/>
      </dsp:style>
    </dsp:sp>
    <dsp:sp modelId="{C36FE836-1BDC-455A-B803-6C9FBD57E292}">
      <dsp:nvSpPr>
        <dsp:cNvPr id="0" name=""/>
        <dsp:cNvSpPr/>
      </dsp:nvSpPr>
      <dsp:spPr>
        <a:xfrm>
          <a:off x="7335234" y="3397530"/>
          <a:ext cx="1572632" cy="37792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ctr" defTabSz="311150">
            <a:lnSpc>
              <a:spcPct val="90000"/>
            </a:lnSpc>
            <a:spcBef>
              <a:spcPct val="0"/>
            </a:spcBef>
            <a:spcAft>
              <a:spcPct val="5000"/>
            </a:spcAft>
            <a:buNone/>
          </a:pPr>
          <a:r>
            <a:rPr lang="en-US" sz="700" kern="1200" dirty="0"/>
            <a:t>Nusrat Harun </a:t>
          </a:r>
        </a:p>
        <a:p>
          <a:pPr marL="0" lvl="0" indent="0" algn="ctr" defTabSz="311150">
            <a:lnSpc>
              <a:spcPct val="90000"/>
            </a:lnSpc>
            <a:spcBef>
              <a:spcPct val="0"/>
            </a:spcBef>
            <a:spcAft>
              <a:spcPct val="5000"/>
            </a:spcAft>
            <a:buNone/>
          </a:pPr>
          <a:r>
            <a:rPr lang="en-US" sz="700" kern="1200" dirty="0"/>
            <a:t>(Statistician, Cytel)</a:t>
          </a:r>
        </a:p>
      </dsp:txBody>
      <dsp:txXfrm>
        <a:off x="7335234" y="3397530"/>
        <a:ext cx="1572632" cy="377929"/>
      </dsp:txXfrm>
    </dsp:sp>
    <dsp:sp modelId="{9656830A-1B59-4241-ABCB-602AA1CE5107}">
      <dsp:nvSpPr>
        <dsp:cNvPr id="0" name=""/>
        <dsp:cNvSpPr/>
      </dsp:nvSpPr>
      <dsp:spPr>
        <a:xfrm>
          <a:off x="9286876" y="2293382"/>
          <a:ext cx="1825030" cy="1348690"/>
        </a:xfrm>
        <a:prstGeom prst="rect">
          <a:avLst/>
        </a:prstGeom>
        <a:blipFill>
          <a:blip xmlns:r="http://schemas.openxmlformats.org/officeDocument/2006/relationships" r:embed="rId10"/>
          <a:srcRect/>
          <a:stretch>
            <a:fillRect l="-16000" r="-16000"/>
          </a:stretch>
        </a:blipFill>
        <a:ln>
          <a:noFill/>
        </a:ln>
        <a:effectLst/>
      </dsp:spPr>
      <dsp:style>
        <a:lnRef idx="0">
          <a:scrgbClr r="0" g="0" b="0"/>
        </a:lnRef>
        <a:fillRef idx="1">
          <a:scrgbClr r="0" g="0" b="0"/>
        </a:fillRef>
        <a:effectRef idx="0">
          <a:scrgbClr r="0" g="0" b="0"/>
        </a:effectRef>
        <a:fontRef idx="minor"/>
      </dsp:style>
    </dsp:sp>
    <dsp:sp modelId="{C82A5BB1-08C7-494B-991E-BBA7AC28B462}">
      <dsp:nvSpPr>
        <dsp:cNvPr id="0" name=""/>
        <dsp:cNvSpPr/>
      </dsp:nvSpPr>
      <dsp:spPr>
        <a:xfrm>
          <a:off x="9655765" y="3397530"/>
          <a:ext cx="1572632" cy="37792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ctr" defTabSz="311150">
            <a:lnSpc>
              <a:spcPct val="90000"/>
            </a:lnSpc>
            <a:spcBef>
              <a:spcPct val="0"/>
            </a:spcBef>
            <a:spcAft>
              <a:spcPct val="5000"/>
            </a:spcAft>
            <a:buNone/>
          </a:pPr>
          <a:r>
            <a:rPr lang="en-US" sz="700" kern="1200" dirty="0"/>
            <a:t>Mary Alice Norrison </a:t>
          </a:r>
        </a:p>
        <a:p>
          <a:pPr marL="0" lvl="0" indent="0" algn="ctr" defTabSz="311150">
            <a:lnSpc>
              <a:spcPct val="90000"/>
            </a:lnSpc>
            <a:spcBef>
              <a:spcPct val="0"/>
            </a:spcBef>
            <a:spcAft>
              <a:spcPct val="5000"/>
            </a:spcAft>
            <a:buNone/>
          </a:pPr>
          <a:r>
            <a:rPr lang="en-US" sz="700" kern="1200" dirty="0"/>
            <a:t>(IRT Management, Boehringer Ingelheim)</a:t>
          </a:r>
        </a:p>
      </dsp:txBody>
      <dsp:txXfrm>
        <a:off x="9655765" y="3397530"/>
        <a:ext cx="1572632" cy="377929"/>
      </dsp:txXfrm>
    </dsp:sp>
  </dsp:spTree>
</dsp:drawing>
</file>

<file path=ppt/diagrams/layout1.xml><?xml version="1.0" encoding="utf-8"?>
<dgm:layoutDef xmlns:dgm="http://schemas.openxmlformats.org/drawingml/2006/diagram" xmlns:a="http://schemas.openxmlformats.org/drawingml/2006/main" uniqueId="urn:microsoft.com/office/officeart/2008/layout/BendingPictureCaption">
  <dgm:title val=""/>
  <dgm:desc val=""/>
  <dgm:catLst>
    <dgm:cat type="picture" pri="6000"/>
    <dgm:cat type="pictureconvert" pri="6000"/>
  </dgm:catLst>
  <dgm:sampData>
    <dgm:dataModel>
      <dgm:ptLst>
        <dgm:pt modelId="0" type="doc"/>
        <dgm:pt modelId="1">
          <dgm:prSet phldr="1"/>
        </dgm:pt>
        <dgm:pt modelId="2">
          <dgm:prSet phldr="1"/>
        </dgm:pt>
      </dgm:ptLst>
      <dgm:cxnLst>
        <dgm:cxn modelId="7" srcId="0" destId="1" srcOrd="0" destOrd="0"/>
        <dgm:cxn modelId="8" srcId="0" destId="2" srcOrd="1"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diagram">
    <dgm:varLst>
      <dgm:dir/>
    </dgm:varLst>
    <dgm:choose name="Name0">
      <dgm:if name="Name1" func="var" arg="dir" op="equ" val="norm">
        <dgm:alg type="snake">
          <dgm:param type="off" val="ctr"/>
        </dgm:alg>
      </dgm:if>
      <dgm:else name="Name2">
        <dgm:alg type="snake">
          <dgm:param type="grDir" val="tR"/>
          <dgm:param type="off" val="ctr"/>
        </dgm:alg>
      </dgm:else>
    </dgm:choose>
    <dgm:shape xmlns:r="http://schemas.openxmlformats.org/officeDocument/2006/relationships" r:blip="">
      <dgm:adjLst/>
    </dgm:shape>
    <dgm:constrLst>
      <dgm:constr type="primFontSz" for="des" ptType="node" op="equ" val="65"/>
      <dgm:constr type="w" for="ch" forName="composite" refType="w"/>
      <dgm:constr type="h" for="ch" forName="composite" refType="h"/>
      <dgm:constr type="sp" refType="w" refFor="ch" refForName="composite" op="equ" fact="0.1"/>
      <dgm:constr type="w" for="ch" forName="sibTrans" refType="w" refFor="ch" refForName="composite" op="equ" fact="0.1"/>
      <dgm:constr type="h" for="ch" forName="sibTrans" refType="w" refFor="ch" refForName="sibTrans" op="equ"/>
    </dgm:constrLst>
    <dgm:forEach name="nodesForEach" axis="ch" ptType="node">
      <dgm:layoutNode name="composite">
        <dgm:alg type="composite">
          <dgm:param type="ar" val="1.31"/>
        </dgm:alg>
        <dgm:shape xmlns:r="http://schemas.openxmlformats.org/officeDocument/2006/relationships" r:blip="">
          <dgm:adjLst/>
        </dgm:shape>
        <dgm:choose name="Name3">
          <dgm:if name="Name4" func="var" arg="dir" op="equ" val="norm">
            <dgm:constrLst>
              <dgm:constr type="l" for="ch" forName="Image" refType="w" fact="0"/>
              <dgm:constr type="t" for="ch" forName="Image" refType="h" fact="0"/>
              <dgm:constr type="w" for="ch" forName="Image" refType="w" fact="0.94"/>
              <dgm:constr type="h" for="ch" forName="Image" refType="h" fact="0.91"/>
              <dgm:constr type="l" for="ch" forName="Parent" refType="w" fact="0.19"/>
              <dgm:constr type="t" for="ch" forName="Parent" refType="h" fact="0.745"/>
              <dgm:constr type="w" for="ch" forName="Parent" refType="w" fact="0.81"/>
              <dgm:constr type="h" for="ch" forName="Parent" refType="h" fact="0.255"/>
            </dgm:constrLst>
          </dgm:if>
          <dgm:else name="Name5">
            <dgm:constrLst>
              <dgm:constr type="l" for="ch" forName="Image" refType="w" fact="0.06"/>
              <dgm:constr type="t" for="ch" forName="Image" refType="h" fact="0"/>
              <dgm:constr type="w" for="ch" forName="Image" refType="w" fact="0.94"/>
              <dgm:constr type="h" for="ch" forName="Image" refType="h" fact="0.91"/>
              <dgm:constr type="l" for="ch" forName="Parent" refType="w" fact="0"/>
              <dgm:constr type="t" for="ch" forName="Parent" refType="h" fact="0.745"/>
              <dgm:constr type="w" for="ch" forName="Parent" refType="w" fact="0.81"/>
              <dgm:constr type="h" for="ch" forName="Parent" refType="h" fact="0.255"/>
            </dgm:constrLst>
          </dgm:else>
        </dgm:choose>
        <dgm:layoutNode name="Image" styleLbl="bgShp">
          <dgm:alg type="sp"/>
          <dgm:shape xmlns:r="http://schemas.openxmlformats.org/officeDocument/2006/relationships" type="rect" r:blip="" blipPhldr="1">
            <dgm:adjLst/>
          </dgm:shape>
          <dgm:presOf/>
        </dgm:layoutNode>
        <dgm:layoutNode name="Parent" styleLbl="node0">
          <dgm:varLst>
            <dgm:bulletEnabled val="1"/>
          </dgm:varLst>
          <dgm:alg type="tx">
            <dgm:param type="txAnchorVertCh" val="mid"/>
            <dgm:param type="shpTxRTLAlignCh" val="r"/>
            <dgm:param type="lnSpAfParP" val="5"/>
          </dgm:alg>
          <dgm:shape xmlns:r="http://schemas.openxmlformats.org/officeDocument/2006/relationships" type="rect" r:blip="">
            <dgm:adjLst/>
          </dgm:shape>
          <dgm:presOf axis="desOrSelf" ptType="nod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F6208414-63E5-4F02-90C1-1083AB123697}"/>
              </a:ext>
            </a:extLst>
          </p:cNvPr>
          <p:cNvSpPr>
            <a:spLocks noGrp="1"/>
          </p:cNvSpPr>
          <p:nvPr>
            <p:ph type="ftr" sz="quarter" idx="2"/>
          </p:nvPr>
        </p:nvSpPr>
        <p:spPr>
          <a:xfrm>
            <a:off x="483022" y="8640452"/>
            <a:ext cx="5148000" cy="216000"/>
          </a:xfrm>
          <a:prstGeom prst="rect">
            <a:avLst/>
          </a:prstGeom>
        </p:spPr>
        <p:txBody>
          <a:bodyPr vert="horz" lIns="0" tIns="0" rIns="0" bIns="0" rtlCol="0" anchor="b">
            <a:noAutofit/>
          </a:bodyPr>
          <a:lstStyle>
            <a:lvl1pPr algn="l">
              <a:defRPr sz="1200"/>
            </a:lvl1pPr>
          </a:lstStyle>
          <a:p>
            <a:r>
              <a:rPr lang="en-US" sz="800" dirty="0">
                <a:solidFill>
                  <a:schemeClr val="bg2"/>
                </a:solidFill>
                <a:latin typeface="Boehringer Forward Text" panose="02000500000000020000" pitchFamily="2" charset="0"/>
              </a:rPr>
              <a:t>Presentation title    |    ONLY FOR INTERNAL USE</a:t>
            </a:r>
          </a:p>
        </p:txBody>
      </p:sp>
      <p:sp>
        <p:nvSpPr>
          <p:cNvPr id="5" name="Slide Number Placeholder 4">
            <a:extLst>
              <a:ext uri="{FF2B5EF4-FFF2-40B4-BE49-F238E27FC236}">
                <a16:creationId xmlns:a16="http://schemas.microsoft.com/office/drawing/2014/main" id="{63298000-5EC0-49A7-A832-DD2DED39A0D1}"/>
              </a:ext>
            </a:extLst>
          </p:cNvPr>
          <p:cNvSpPr>
            <a:spLocks noGrp="1"/>
          </p:cNvSpPr>
          <p:nvPr>
            <p:ph type="sldNum" sz="quarter" idx="3"/>
          </p:nvPr>
        </p:nvSpPr>
        <p:spPr>
          <a:xfrm>
            <a:off x="6026812" y="8640452"/>
            <a:ext cx="360040" cy="216000"/>
          </a:xfrm>
          <a:prstGeom prst="rect">
            <a:avLst/>
          </a:prstGeom>
        </p:spPr>
        <p:txBody>
          <a:bodyPr vert="horz" lIns="0" tIns="0" rIns="0" bIns="0" rtlCol="0" anchor="b">
            <a:noAutofit/>
          </a:bodyPr>
          <a:lstStyle>
            <a:lvl1pPr algn="r">
              <a:defRPr sz="1200"/>
            </a:lvl1pPr>
          </a:lstStyle>
          <a:p>
            <a:fld id="{D388EF01-4040-4B6C-80FD-9D313BD6F632}" type="slidenum">
              <a:rPr lang="en-US" sz="800" smtClean="0">
                <a:solidFill>
                  <a:schemeClr val="bg2"/>
                </a:solidFill>
                <a:latin typeface="Boehringer Forward Text" panose="02000500000000020000" pitchFamily="2" charset="0"/>
              </a:rPr>
              <a:pPr/>
              <a:t>‹#›</a:t>
            </a:fld>
            <a:endParaRPr lang="en-US" sz="800" dirty="0">
              <a:solidFill>
                <a:schemeClr val="bg2"/>
              </a:solidFill>
              <a:latin typeface="Boehringer Forward Text" panose="02000500000000020000" pitchFamily="2" charset="0"/>
            </a:endParaRPr>
          </a:p>
        </p:txBody>
      </p:sp>
    </p:spTree>
    <p:extLst>
      <p:ext uri="{BB962C8B-B14F-4D97-AF65-F5344CB8AC3E}">
        <p14:creationId xmlns:p14="http://schemas.microsoft.com/office/powerpoint/2010/main" val="4013944680"/>
      </p:ext>
    </p:extLst>
  </p:cSld>
  <p:clrMap bg1="lt1" tx1="dk1" bg2="lt2" tx2="dk2" accent1="accent1" accent2="accent2" accent3="accent3" accent4="accent4" accent5="accent5" accent6="accent6" hlink="hlink" folHlink="folHlink"/>
  <p:hf hdr="0" dt="0"/>
  <p:extLst>
    <p:ext uri="{56416CCD-93CA-4268-BC5B-53C4BB910035}">
      <p15:sldGuideLst xmlns:p15="http://schemas.microsoft.com/office/powerpoint/2012/main">
        <p15:guide id="1" pos="302" userDrawn="1">
          <p15:clr>
            <a:srgbClr val="F26B43"/>
          </p15:clr>
        </p15:guide>
        <p15:guide id="2" pos="4021"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475566" y="611560"/>
            <a:ext cx="5904000" cy="3321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479425" y="4103948"/>
            <a:ext cx="5903913" cy="3897052"/>
          </a:xfrm>
          <a:prstGeom prst="rect">
            <a:avLst/>
          </a:prstGeom>
        </p:spPr>
        <p:txBody>
          <a:bodyPr vert="horz" lIns="0" tIns="0" rIns="0" bIns="0"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Nineth level</a:t>
            </a:r>
          </a:p>
        </p:txBody>
      </p:sp>
      <p:sp>
        <p:nvSpPr>
          <p:cNvPr id="8" name="Footer Placeholder 3">
            <a:extLst>
              <a:ext uri="{FF2B5EF4-FFF2-40B4-BE49-F238E27FC236}">
                <a16:creationId xmlns:a16="http://schemas.microsoft.com/office/drawing/2014/main" id="{5B82265E-FCCE-3032-9319-779A0A3FC97F}"/>
              </a:ext>
            </a:extLst>
          </p:cNvPr>
          <p:cNvSpPr>
            <a:spLocks noGrp="1"/>
          </p:cNvSpPr>
          <p:nvPr>
            <p:ph type="ftr" sz="quarter" idx="4"/>
          </p:nvPr>
        </p:nvSpPr>
        <p:spPr>
          <a:xfrm>
            <a:off x="483022" y="8640452"/>
            <a:ext cx="5148000" cy="216000"/>
          </a:xfrm>
          <a:prstGeom prst="rect">
            <a:avLst/>
          </a:prstGeom>
        </p:spPr>
        <p:txBody>
          <a:bodyPr vert="horz" lIns="0" tIns="0" rIns="0" bIns="0" rtlCol="0" anchor="b">
            <a:noAutofit/>
          </a:bodyPr>
          <a:lstStyle>
            <a:lvl1pPr algn="l">
              <a:defRPr sz="1200">
                <a:latin typeface="Boehringer Forward Text" panose="02000500000000020000" pitchFamily="2" charset="0"/>
              </a:defRPr>
            </a:lvl1pPr>
          </a:lstStyle>
          <a:p>
            <a:r>
              <a:rPr lang="en-US" sz="800" dirty="0">
                <a:solidFill>
                  <a:schemeClr val="bg2"/>
                </a:solidFill>
              </a:rPr>
              <a:t>Presentation title    |    ONLY FOR INTERNAL USE</a:t>
            </a:r>
          </a:p>
        </p:txBody>
      </p:sp>
      <p:sp>
        <p:nvSpPr>
          <p:cNvPr id="9" name="Slide Number Placeholder 4">
            <a:extLst>
              <a:ext uri="{FF2B5EF4-FFF2-40B4-BE49-F238E27FC236}">
                <a16:creationId xmlns:a16="http://schemas.microsoft.com/office/drawing/2014/main" id="{73E0AC08-0105-C885-9273-72FE8FC54C80}"/>
              </a:ext>
            </a:extLst>
          </p:cNvPr>
          <p:cNvSpPr>
            <a:spLocks noGrp="1"/>
          </p:cNvSpPr>
          <p:nvPr>
            <p:ph type="sldNum" sz="quarter" idx="5"/>
          </p:nvPr>
        </p:nvSpPr>
        <p:spPr>
          <a:xfrm>
            <a:off x="6026812" y="8640452"/>
            <a:ext cx="360040" cy="216000"/>
          </a:xfrm>
          <a:prstGeom prst="rect">
            <a:avLst/>
          </a:prstGeom>
        </p:spPr>
        <p:txBody>
          <a:bodyPr vert="horz" lIns="0" tIns="0" rIns="0" bIns="0" rtlCol="0" anchor="b">
            <a:noAutofit/>
          </a:bodyPr>
          <a:lstStyle>
            <a:lvl1pPr algn="r">
              <a:defRPr sz="1200">
                <a:latin typeface="Boehringer Forward Text" panose="02000500000000020000" pitchFamily="2" charset="0"/>
              </a:defRPr>
            </a:lvl1pPr>
          </a:lstStyle>
          <a:p>
            <a:fld id="{D388EF01-4040-4B6C-80FD-9D313BD6F632}" type="slidenum">
              <a:rPr lang="en-US" sz="800" smtClean="0">
                <a:solidFill>
                  <a:schemeClr val="bg2"/>
                </a:solidFill>
              </a:rPr>
              <a:pPr/>
              <a:t>‹#›</a:t>
            </a:fld>
            <a:endParaRPr lang="en-US" sz="800" dirty="0">
              <a:solidFill>
                <a:schemeClr val="bg2"/>
              </a:solidFill>
            </a:endParaRPr>
          </a:p>
        </p:txBody>
      </p:sp>
    </p:spTree>
    <p:extLst>
      <p:ext uri="{BB962C8B-B14F-4D97-AF65-F5344CB8AC3E}">
        <p14:creationId xmlns:p14="http://schemas.microsoft.com/office/powerpoint/2010/main" val="122120379"/>
      </p:ext>
    </p:extLst>
  </p:cSld>
  <p:clrMap bg1="lt1" tx1="dk1" bg2="lt2" tx2="dk2" accent1="accent1" accent2="accent2" accent3="accent3" accent4="accent4" accent5="accent5" accent6="accent6" hlink="hlink" folHlink="folHlink"/>
  <p:hf hdr="0" dt="0"/>
  <p:notesStyle>
    <a:lvl1pPr marL="144000" indent="-144000" algn="l" defTabSz="914400" rtl="0" eaLnBrk="1" latinLnBrk="0" hangingPunct="1">
      <a:lnSpc>
        <a:spcPct val="110000"/>
      </a:lnSpc>
      <a:buFont typeface="Arial" panose="020B0604020202020204" pitchFamily="34" charset="0"/>
      <a:buChar char="•"/>
      <a:defRPr sz="1200" kern="1200">
        <a:solidFill>
          <a:schemeClr val="tx1"/>
        </a:solidFill>
        <a:latin typeface="Boehringer Forward Text" panose="02000500000000020000" pitchFamily="2" charset="0"/>
        <a:ea typeface="+mn-ea"/>
        <a:cs typeface="+mn-cs"/>
      </a:defRPr>
    </a:lvl1pPr>
    <a:lvl2pPr marL="288000" indent="-144000" algn="l" defTabSz="914400" rtl="0" eaLnBrk="1" latinLnBrk="0" hangingPunct="1">
      <a:lnSpc>
        <a:spcPct val="110000"/>
      </a:lnSpc>
      <a:buFont typeface="Arial" panose="020B0604020202020204" pitchFamily="34" charset="0"/>
      <a:buChar char="•"/>
      <a:defRPr sz="1200" kern="1200">
        <a:solidFill>
          <a:schemeClr val="tx1"/>
        </a:solidFill>
        <a:latin typeface="Boehringer Forward Text" panose="02000500000000020000" pitchFamily="2" charset="0"/>
        <a:ea typeface="+mn-ea"/>
        <a:cs typeface="+mn-cs"/>
      </a:defRPr>
    </a:lvl2pPr>
    <a:lvl3pPr marL="432000" indent="-144000" algn="l" defTabSz="914400" rtl="0" eaLnBrk="1" latinLnBrk="0" hangingPunct="1">
      <a:lnSpc>
        <a:spcPct val="110000"/>
      </a:lnSpc>
      <a:buFont typeface="Arial" panose="020B0604020202020204" pitchFamily="34" charset="0"/>
      <a:buChar char="•"/>
      <a:defRPr sz="1200" kern="1200">
        <a:solidFill>
          <a:schemeClr val="tx1"/>
        </a:solidFill>
        <a:latin typeface="Boehringer Forward Text" panose="02000500000000020000" pitchFamily="2" charset="0"/>
        <a:ea typeface="+mn-ea"/>
        <a:cs typeface="+mn-cs"/>
      </a:defRPr>
    </a:lvl3pPr>
    <a:lvl4pPr marL="576000" indent="-144000" algn="l" defTabSz="914400" rtl="0" eaLnBrk="1" latinLnBrk="0" hangingPunct="1">
      <a:lnSpc>
        <a:spcPct val="110000"/>
      </a:lnSpc>
      <a:buFont typeface="Arial" panose="020B0604020202020204" pitchFamily="34" charset="0"/>
      <a:buChar char="•"/>
      <a:defRPr sz="1200" kern="1200">
        <a:solidFill>
          <a:schemeClr val="tx1"/>
        </a:solidFill>
        <a:latin typeface="Boehringer Forward Text" panose="02000500000000020000" pitchFamily="2" charset="0"/>
        <a:ea typeface="+mn-ea"/>
        <a:cs typeface="+mn-cs"/>
      </a:defRPr>
    </a:lvl4pPr>
    <a:lvl5pPr marL="720000" indent="-144000" algn="l" defTabSz="914400" rtl="0" eaLnBrk="1" latinLnBrk="0" hangingPunct="1">
      <a:lnSpc>
        <a:spcPct val="110000"/>
      </a:lnSpc>
      <a:buFont typeface="Arial" panose="020B0604020202020204" pitchFamily="34" charset="0"/>
      <a:buChar char="•"/>
      <a:defRPr sz="1200" kern="1200">
        <a:solidFill>
          <a:schemeClr val="tx1"/>
        </a:solidFill>
        <a:latin typeface="Boehringer Forward Text" panose="02000500000000020000" pitchFamily="2" charset="0"/>
        <a:ea typeface="+mn-ea"/>
        <a:cs typeface="+mn-cs"/>
      </a:defRPr>
    </a:lvl5pPr>
    <a:lvl6pPr marL="720000" indent="-144000" algn="l" defTabSz="914400" rtl="0" eaLnBrk="1" latinLnBrk="0" hangingPunct="1">
      <a:lnSpc>
        <a:spcPct val="110000"/>
      </a:lnSpc>
      <a:buFont typeface="Arial" panose="020B0604020202020204" pitchFamily="34" charset="0"/>
      <a:buChar char="•"/>
      <a:defRPr sz="1200" kern="1200">
        <a:solidFill>
          <a:schemeClr val="tx1"/>
        </a:solidFill>
        <a:latin typeface="Boehringer Forward Text" panose="02000500000000020000" pitchFamily="2" charset="0"/>
        <a:ea typeface="+mn-ea"/>
        <a:cs typeface="+mn-cs"/>
      </a:defRPr>
    </a:lvl6pPr>
    <a:lvl7pPr marL="720000" indent="-144000" algn="l" defTabSz="914400" rtl="0" eaLnBrk="1" latinLnBrk="0" hangingPunct="1">
      <a:lnSpc>
        <a:spcPct val="110000"/>
      </a:lnSpc>
      <a:buFont typeface="Arial" panose="020B0604020202020204" pitchFamily="34" charset="0"/>
      <a:buChar char="•"/>
      <a:defRPr sz="1200" kern="1200">
        <a:solidFill>
          <a:schemeClr val="tx1"/>
        </a:solidFill>
        <a:latin typeface="Boehringer Forward Text" panose="02000500000000020000" pitchFamily="2" charset="0"/>
        <a:ea typeface="+mn-ea"/>
        <a:cs typeface="+mn-cs"/>
      </a:defRPr>
    </a:lvl7pPr>
    <a:lvl8pPr marL="720000" indent="-144000" algn="l" defTabSz="914400" rtl="0" eaLnBrk="1" latinLnBrk="0" hangingPunct="1">
      <a:lnSpc>
        <a:spcPct val="110000"/>
      </a:lnSpc>
      <a:buFont typeface="Arial" panose="020B0604020202020204" pitchFamily="34" charset="0"/>
      <a:buChar char="•"/>
      <a:defRPr sz="1200" kern="1200">
        <a:solidFill>
          <a:schemeClr val="tx1"/>
        </a:solidFill>
        <a:latin typeface="Boehringer Forward Text" panose="02000500000000020000" pitchFamily="2" charset="0"/>
        <a:ea typeface="+mn-ea"/>
        <a:cs typeface="+mn-cs"/>
      </a:defRPr>
    </a:lvl8pPr>
    <a:lvl9pPr marL="720000" indent="-144000" algn="l" defTabSz="914400" rtl="0" eaLnBrk="1" latinLnBrk="0" hangingPunct="1">
      <a:lnSpc>
        <a:spcPct val="110000"/>
      </a:lnSpc>
      <a:buFont typeface="Arial" panose="020B0604020202020204" pitchFamily="34" charset="0"/>
      <a:buChar char="•"/>
      <a:defRPr sz="1200" kern="1200">
        <a:solidFill>
          <a:schemeClr val="tx1"/>
        </a:solidFill>
        <a:latin typeface="Boehringer Forward Text" panose="02000500000000020000" pitchFamily="2" charset="0"/>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302" userDrawn="1">
          <p15:clr>
            <a:srgbClr val="F26B43"/>
          </p15:clr>
        </p15:guide>
        <p15:guide id="3" pos="4021"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519C27-4DDC-30A1-6C64-22F5ADADB3C4}"/>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50E54862-6779-18CD-A82F-AABEFD9ABA81}"/>
              </a:ext>
            </a:extLst>
          </p:cNvPr>
          <p:cNvSpPr>
            <a:spLocks noGrp="1" noRot="1" noChangeAspect="1"/>
          </p:cNvSpPr>
          <p:nvPr>
            <p:ph type="sldImg"/>
          </p:nvPr>
        </p:nvSpPr>
        <p:spPr>
          <a:xfrm>
            <a:off x="476250" y="611188"/>
            <a:ext cx="5903913" cy="3321050"/>
          </a:xfrm>
        </p:spPr>
        <p:txBody>
          <a:bodyPr/>
          <a:lstStyle/>
          <a:p>
            <a:endParaRPr lang="en-US"/>
          </a:p>
        </p:txBody>
      </p:sp>
      <p:sp>
        <p:nvSpPr>
          <p:cNvPr id="3" name="Notizenplatzhalter 2">
            <a:extLst>
              <a:ext uri="{FF2B5EF4-FFF2-40B4-BE49-F238E27FC236}">
                <a16:creationId xmlns:a16="http://schemas.microsoft.com/office/drawing/2014/main" id="{C4F5C441-EB90-011B-AD5F-FD559AAB05AB}"/>
              </a:ext>
            </a:extLst>
          </p:cNvPr>
          <p:cNvSpPr>
            <a:spLocks noGrp="1"/>
          </p:cNvSpPr>
          <p:nvPr>
            <p:ph type="body" idx="1"/>
          </p:nvPr>
        </p:nvSpPr>
        <p:spPr/>
        <p:txBody>
          <a:bodyPr/>
          <a:lstStyle/>
          <a:p>
            <a:endParaRPr lang="de-DE"/>
          </a:p>
        </p:txBody>
      </p:sp>
      <p:sp>
        <p:nvSpPr>
          <p:cNvPr id="4" name="Fußzeilenplatzhalter 3">
            <a:extLst>
              <a:ext uri="{FF2B5EF4-FFF2-40B4-BE49-F238E27FC236}">
                <a16:creationId xmlns:a16="http://schemas.microsoft.com/office/drawing/2014/main" id="{AB892CA8-D90B-65E9-41D4-829846A495CF}"/>
              </a:ext>
            </a:extLst>
          </p:cNvPr>
          <p:cNvSpPr>
            <a:spLocks noGrp="1"/>
          </p:cNvSpPr>
          <p:nvPr>
            <p:ph type="ftr" sz="quarter" idx="4"/>
          </p:nvPr>
        </p:nvSpPr>
        <p:spPr/>
        <p:txBody>
          <a:bodyPr/>
          <a:lstStyle/>
          <a:p>
            <a:r>
              <a:rPr lang="en-US" sz="800">
                <a:solidFill>
                  <a:schemeClr val="bg2"/>
                </a:solidFill>
              </a:rPr>
              <a:t>Presentation title    |    ONLY FOR INTERNAL USE</a:t>
            </a:r>
            <a:endParaRPr lang="en-US" sz="800" dirty="0">
              <a:solidFill>
                <a:schemeClr val="bg2"/>
              </a:solidFill>
            </a:endParaRPr>
          </a:p>
        </p:txBody>
      </p:sp>
      <p:sp>
        <p:nvSpPr>
          <p:cNvPr id="5" name="Foliennummernplatzhalter 4">
            <a:extLst>
              <a:ext uri="{FF2B5EF4-FFF2-40B4-BE49-F238E27FC236}">
                <a16:creationId xmlns:a16="http://schemas.microsoft.com/office/drawing/2014/main" id="{2FD2250F-90F4-7D6F-53DC-07AD4ED8AB91}"/>
              </a:ext>
            </a:extLst>
          </p:cNvPr>
          <p:cNvSpPr>
            <a:spLocks noGrp="1"/>
          </p:cNvSpPr>
          <p:nvPr>
            <p:ph type="sldNum" sz="quarter" idx="5"/>
          </p:nvPr>
        </p:nvSpPr>
        <p:spPr/>
        <p:txBody>
          <a:bodyPr/>
          <a:lstStyle/>
          <a:p>
            <a:fld id="{D388EF01-4040-4B6C-80FD-9D313BD6F632}" type="slidenum">
              <a:rPr lang="en-US" sz="800" smtClean="0">
                <a:solidFill>
                  <a:schemeClr val="bg2"/>
                </a:solidFill>
              </a:rPr>
              <a:pPr/>
              <a:t>1</a:t>
            </a:fld>
            <a:endParaRPr lang="en-US" sz="800" dirty="0">
              <a:solidFill>
                <a:schemeClr val="bg2"/>
              </a:solidFill>
            </a:endParaRPr>
          </a:p>
        </p:txBody>
      </p:sp>
    </p:spTree>
    <p:extLst>
      <p:ext uri="{BB962C8B-B14F-4D97-AF65-F5344CB8AC3E}">
        <p14:creationId xmlns:p14="http://schemas.microsoft.com/office/powerpoint/2010/main" val="34367913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76250" y="611188"/>
            <a:ext cx="5903913" cy="3321050"/>
          </a:xfrm>
        </p:spPr>
      </p:sp>
      <p:sp>
        <p:nvSpPr>
          <p:cNvPr id="3" name="Notes Placeholder 2"/>
          <p:cNvSpPr>
            <a:spLocks noGrp="1"/>
          </p:cNvSpPr>
          <p:nvPr>
            <p:ph type="body" idx="1"/>
          </p:nvPr>
        </p:nvSpPr>
        <p:spPr/>
        <p:txBody>
          <a:bodyPr/>
          <a:lstStyle/>
          <a:p>
            <a:r>
              <a:rPr lang="en-US" dirty="0"/>
              <a:t>
[Sources]
- Strategy, sequencing and survey objectives are based on user-provided working-group plans in this conversation.
- Visual on this slide was generated with Microsoft Copilot.
[/Sources]
Speaker cue: The first stage creates a common cross-functional vocabulary. The broad survey then establishes the landscape of familiarity and experience across willing organizations. The focused second survey deliberately moves from prevalence to mechanism, working with experienced colleagues to reconstruct information flows and identify operational constraints, trade-offs and opportunities. The intended product is an operational-readiness map and an actionable research agenda, not only a survey report.
</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sv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sv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svg"/><Relationship Id="rId1" Type="http://schemas.openxmlformats.org/officeDocument/2006/relationships/slideMaster" Target="../slideMasters/slideMaster1.xml"/><Relationship Id="rId4" Type="http://schemas.openxmlformats.org/officeDocument/2006/relationships/image" Target="../media/image1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bright)">
    <p:bg bwMode="gray">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bg2"/>
                </a:solidFill>
                <a:latin typeface="+mj-lt"/>
              </a:defRPr>
            </a:lvl1pPr>
          </a:lstStyle>
          <a:p>
            <a:r>
              <a:rPr lang="en-US" dirty="0"/>
              <a:t>Presentation title</a:t>
            </a:r>
          </a:p>
        </p:txBody>
      </p:sp>
      <p:sp>
        <p:nvSpPr>
          <p:cNvPr id="3" name="Untertitel 2"/>
          <p:cNvSpPr>
            <a:spLocks noGrp="1"/>
          </p:cNvSpPr>
          <p:nvPr>
            <p:ph type="subTitle" idx="1" hasCustomPrompt="1"/>
          </p:nvPr>
        </p:nvSpPr>
        <p:spPr bwMode="gray">
          <a:xfrm>
            <a:off x="479425"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dirty="0"/>
              <a:t>Subtitle of the presentation</a:t>
            </a:r>
          </a:p>
          <a:p>
            <a:pPr lvl="1"/>
            <a:r>
              <a:rPr lang="en-US" dirty="0"/>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bwMode="gray">
          <a:xfrm>
            <a:off x="10094400" y="6166372"/>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p:spPr>
        <p:txBody>
          <a:bodyPr/>
          <a:lstStyle>
            <a:lvl1pPr algn="l">
              <a:defRPr/>
            </a:lvl1pPr>
          </a:lstStyle>
          <a:p>
            <a:r>
              <a:rPr lang="en-US"/>
              <a:t>RISW 2026</a:t>
            </a:r>
            <a:endParaRPr lang="en-US" dirty="0"/>
          </a:p>
        </p:txBody>
      </p:sp>
    </p:spTree>
    <p:extLst>
      <p:ext uri="{BB962C8B-B14F-4D97-AF65-F5344CB8AC3E}">
        <p14:creationId xmlns:p14="http://schemas.microsoft.com/office/powerpoint/2010/main" val="9992260"/>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dark)">
    <p:bg bwMode="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tx2"/>
                </a:solidFill>
                <a:latin typeface="+mj-lt"/>
              </a:defRPr>
            </a:lvl1pPr>
          </a:lstStyle>
          <a:p>
            <a:r>
              <a:rPr lang="en-US" dirty="0"/>
              <a:t>Presentation title</a:t>
            </a:r>
          </a:p>
        </p:txBody>
      </p:sp>
      <p:sp>
        <p:nvSpPr>
          <p:cNvPr id="3" name="Untertitel 2"/>
          <p:cNvSpPr>
            <a:spLocks noGrp="1"/>
          </p:cNvSpPr>
          <p:nvPr>
            <p:ph type="subTitle" idx="1" hasCustomPrompt="1"/>
          </p:nvPr>
        </p:nvSpPr>
        <p:spPr bwMode="gray">
          <a:xfrm>
            <a:off x="479425"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dirty="0"/>
              <a:t>Subtitle of the presentation</a:t>
            </a:r>
          </a:p>
          <a:p>
            <a:pPr lvl="1"/>
            <a:r>
              <a:rPr lang="en-US" dirty="0"/>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bwMode="gray">
          <a:xfrm>
            <a:off x="10094400" y="6166372"/>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t>RISW 2026</a:t>
            </a:r>
            <a:endParaRPr lang="en-US" dirty="0"/>
          </a:p>
        </p:txBody>
      </p:sp>
    </p:spTree>
    <p:extLst>
      <p:ext uri="{BB962C8B-B14F-4D97-AF65-F5344CB8AC3E}">
        <p14:creationId xmlns:p14="http://schemas.microsoft.com/office/powerpoint/2010/main" val="3150964928"/>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image (dark)">
    <p:bg>
      <p:bgPr>
        <a:solidFill>
          <a:schemeClr val="bg2"/>
        </a:solidFill>
        <a:effectLst/>
      </p:bgPr>
    </p:bg>
    <p:spTree>
      <p:nvGrpSpPr>
        <p:cNvPr id="1" name=""/>
        <p:cNvGrpSpPr/>
        <p:nvPr/>
      </p:nvGrpSpPr>
      <p:grpSpPr>
        <a:xfrm>
          <a:off x="0" y="0"/>
          <a:ext cx="0" cy="0"/>
          <a:chOff x="0" y="0"/>
          <a:chExt cx="0" cy="0"/>
        </a:xfrm>
      </p:grpSpPr>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lt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r>
              <a:rPr lang="en-US" dirty="0"/>
              <a:t>Add picture</a:t>
            </a:r>
          </a:p>
        </p:txBody>
      </p:sp>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bg1"/>
                </a:solidFill>
                <a:latin typeface="+mj-lt"/>
              </a:defRPr>
            </a:lvl1pPr>
          </a:lstStyle>
          <a:p>
            <a:r>
              <a:rPr lang="en-US" dirty="0"/>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dirty="0"/>
              <a:t>Subtitle of the presentation</a:t>
            </a:r>
          </a:p>
          <a:p>
            <a:pPr lvl="1"/>
            <a:r>
              <a:rPr lang="en-US" dirty="0"/>
              <a:t>Author | Date | Place</a:t>
            </a:r>
          </a:p>
        </p:txBody>
      </p:sp>
      <p:sp>
        <p:nvSpPr>
          <p:cNvPr id="4" name="Fußzeilenplatzhalter 3">
            <a:extLst>
              <a:ext uri="{FF2B5EF4-FFF2-40B4-BE49-F238E27FC236}">
                <a16:creationId xmlns:a16="http://schemas.microsoft.com/office/drawing/2014/main" id="{65B23BDB-375D-448C-7262-11E792AC8FAE}"/>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t>RISW 2026</a:t>
            </a:r>
            <a:endParaRPr lang="en-US" dirty="0"/>
          </a:p>
        </p:txBody>
      </p:sp>
      <p:sp>
        <p:nvSpPr>
          <p:cNvPr id="5" name="Text Placeholder 8">
            <a:extLst>
              <a:ext uri="{FF2B5EF4-FFF2-40B4-BE49-F238E27FC236}">
                <a16:creationId xmlns:a16="http://schemas.microsoft.com/office/drawing/2014/main" id="{A9A75F8B-7A38-F1DD-491D-3E0B998BD203}"/>
              </a:ext>
            </a:extLst>
          </p:cNvPr>
          <p:cNvSpPr>
            <a:spLocks noGrp="1"/>
          </p:cNvSpPr>
          <p:nvPr>
            <p:ph type="body" sz="quarter" idx="30"/>
          </p:nvPr>
        </p:nvSpPr>
        <p:spPr bwMode="gray">
          <a:xfrm>
            <a:off x="478800" y="476672"/>
            <a:ext cx="1645200" cy="496800"/>
          </a:xfrm>
          <a:blipFill>
            <a:blip>
              <a:extLst>
                <a:ext uri="{96DAC541-7B7A-43D3-8B79-37D633B846F1}">
                  <asvg:svgBlip xmlns:asvg="http://schemas.microsoft.com/office/drawing/2016/SVG/main" r:embed="rId2"/>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sp>
        <p:nvSpPr>
          <p:cNvPr id="6" name="Text Placeholder 8">
            <a:extLst>
              <a:ext uri="{FF2B5EF4-FFF2-40B4-BE49-F238E27FC236}">
                <a16:creationId xmlns:a16="http://schemas.microsoft.com/office/drawing/2014/main" id="{0EDBEA77-ABD0-D5A8-255C-A067BF57DCC4}"/>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a:extLst>
                <a:ext uri="{96DAC541-7B7A-43D3-8B79-37D633B846F1}">
                  <asvg:svgBlip xmlns:asvg="http://schemas.microsoft.com/office/drawing/2016/SVG/main" r:embed="rId3"/>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7" name="Group 6">
            <a:extLst>
              <a:ext uri="{FF2B5EF4-FFF2-40B4-BE49-F238E27FC236}">
                <a16:creationId xmlns:a16="http://schemas.microsoft.com/office/drawing/2014/main" id="{BA669BE9-DB05-2F9E-3096-174AF48C01E0}"/>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8" name="TextBox 7">
              <a:extLst>
                <a:ext uri="{FF2B5EF4-FFF2-40B4-BE49-F238E27FC236}">
                  <a16:creationId xmlns:a16="http://schemas.microsoft.com/office/drawing/2014/main" id="{F9C57377-EFE2-3B36-0F2F-944FECFDEFE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dirty="0">
                  <a:solidFill>
                    <a:schemeClr val="tx1"/>
                  </a:solidFill>
                  <a:effectLst/>
                  <a:latin typeface="+mj-lt"/>
                </a:rPr>
                <a:t>To insert a picture:</a:t>
              </a:r>
            </a:p>
            <a:p>
              <a:pPr marL="144000" indent="-144000">
                <a:lnSpc>
                  <a:spcPct val="120000"/>
                </a:lnSpc>
                <a:spcAft>
                  <a:spcPts val="600"/>
                </a:spcAft>
                <a:buFont typeface="+mj-lt"/>
                <a:buAutoNum type="arabicPeriod"/>
              </a:pPr>
              <a:r>
                <a:rPr lang="en-US" sz="900" dirty="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dirty="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dirty="0">
                  <a:solidFill>
                    <a:schemeClr val="tx1"/>
                  </a:solidFill>
                  <a:effectLst/>
                  <a:latin typeface="+mn-lt"/>
                </a:rPr>
                <a:t>Choose “Pictures” and then the corresponding source where the image </a:t>
              </a:r>
              <a:r>
                <a:rPr lang="en-US" sz="900">
                  <a:solidFill>
                    <a:schemeClr val="tx1"/>
                  </a:solidFill>
                  <a:effectLst/>
                  <a:latin typeface="+mn-lt"/>
                </a:rPr>
                <a:t>is located</a:t>
              </a:r>
              <a:endParaRPr lang="en-US" sz="900" dirty="0">
                <a:solidFill>
                  <a:schemeClr val="tx1"/>
                </a:solidFill>
                <a:latin typeface="+mn-lt"/>
              </a:endParaRPr>
            </a:p>
          </p:txBody>
        </p:sp>
        <p:pic>
          <p:nvPicPr>
            <p:cNvPr id="9" name="Picture 8">
              <a:extLst>
                <a:ext uri="{FF2B5EF4-FFF2-40B4-BE49-F238E27FC236}">
                  <a16:creationId xmlns:a16="http://schemas.microsoft.com/office/drawing/2014/main" id="{63372E67-EC64-72AB-4F31-68412C617ADF}"/>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0" name="TextBox 9">
              <a:extLst>
                <a:ext uri="{FF2B5EF4-FFF2-40B4-BE49-F238E27FC236}">
                  <a16:creationId xmlns:a16="http://schemas.microsoft.com/office/drawing/2014/main" id="{C8EB2689-F775-778E-97D3-0EFCF23014E1}"/>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dirty="0">
                <a:solidFill>
                  <a:schemeClr val="tx1"/>
                </a:solidFill>
                <a:latin typeface="+mn-lt"/>
              </a:endParaRPr>
            </a:p>
          </p:txBody>
        </p:sp>
      </p:grpSp>
    </p:spTree>
    <p:extLst>
      <p:ext uri="{BB962C8B-B14F-4D97-AF65-F5344CB8AC3E}">
        <p14:creationId xmlns:p14="http://schemas.microsoft.com/office/powerpoint/2010/main" val="3997630460"/>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image (bright)">
    <p:bg>
      <p:bgPr>
        <a:solidFill>
          <a:schemeClr val="bg1"/>
        </a:solidFill>
        <a:effectLst/>
      </p:bgPr>
    </p:bg>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2DAC9A8-F395-3F0C-869E-1EF7B1AD07A5}"/>
              </a:ext>
              <a:ext uri="{C183D7F6-B498-43B3-948B-1728B52AA6E4}">
                <adec:decorative xmlns:adec="http://schemas.microsoft.com/office/drawing/2017/decorative" val="1"/>
              </a:ext>
            </a:extLst>
          </p:cNvPr>
          <p:cNvSpPr/>
          <p:nvPr userDrawn="1"/>
        </p:nvSpPr>
        <p:spPr bwMode="gray">
          <a:xfrm>
            <a:off x="0" y="0"/>
            <a:ext cx="12196800" cy="6858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dirty="0"/>
              <a:t>Add picture</a:t>
            </a:r>
          </a:p>
        </p:txBody>
      </p:sp>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bg2"/>
                </a:solidFill>
                <a:latin typeface="+mj-lt"/>
              </a:defRPr>
            </a:lvl1pPr>
          </a:lstStyle>
          <a:p>
            <a:r>
              <a:rPr lang="en-US" dirty="0"/>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dirty="0"/>
              <a:t>Subtitle of the presentation</a:t>
            </a:r>
          </a:p>
          <a:p>
            <a:pPr lvl="1"/>
            <a:r>
              <a:rPr lang="en-US" dirty="0"/>
              <a:t>Author | Date | Place</a:t>
            </a:r>
          </a:p>
        </p:txBody>
      </p:sp>
      <p:sp>
        <p:nvSpPr>
          <p:cNvPr id="5" name="Fußzeilenplatzhalter 3">
            <a:extLst>
              <a:ext uri="{FF2B5EF4-FFF2-40B4-BE49-F238E27FC236}">
                <a16:creationId xmlns:a16="http://schemas.microsoft.com/office/drawing/2014/main" id="{5D14FE30-3C4E-F754-2D41-93EF7194D6C4}"/>
              </a:ext>
            </a:extLst>
          </p:cNvPr>
          <p:cNvSpPr>
            <a:spLocks noGrp="1"/>
          </p:cNvSpPr>
          <p:nvPr>
            <p:ph type="ftr" sz="quarter" idx="19"/>
          </p:nvPr>
        </p:nvSpPr>
        <p:spPr bwMode="gray">
          <a:xfrm>
            <a:off x="479936" y="6165328"/>
            <a:ext cx="5040000" cy="216000"/>
          </a:xfrm>
        </p:spPr>
        <p:txBody>
          <a:bodyPr/>
          <a:lstStyle>
            <a:lvl1pPr algn="l">
              <a:defRPr/>
            </a:lvl1pPr>
          </a:lstStyle>
          <a:p>
            <a:r>
              <a:rPr lang="en-US"/>
              <a:t>RISW 2026</a:t>
            </a:r>
            <a:endParaRPr lang="en-US" dirty="0"/>
          </a:p>
        </p:txBody>
      </p:sp>
      <p:sp>
        <p:nvSpPr>
          <p:cNvPr id="9" name="Text Placeholder 8">
            <a:extLst>
              <a:ext uri="{FF2B5EF4-FFF2-40B4-BE49-F238E27FC236}">
                <a16:creationId xmlns:a16="http://schemas.microsoft.com/office/drawing/2014/main" id="{9A611717-560C-23BF-BFA5-6461F5FD8E88}"/>
              </a:ext>
            </a:extLst>
          </p:cNvPr>
          <p:cNvSpPr>
            <a:spLocks noGrp="1"/>
          </p:cNvSpPr>
          <p:nvPr>
            <p:ph type="body" sz="quarter" idx="30"/>
          </p:nvPr>
        </p:nvSpPr>
        <p:spPr bwMode="gray">
          <a:xfrm>
            <a:off x="478800" y="476672"/>
            <a:ext cx="1645200" cy="496800"/>
          </a:xfrm>
          <a:blipFill>
            <a:blip>
              <a:extLst>
                <a:ext uri="{96DAC541-7B7A-43D3-8B79-37D633B846F1}">
                  <asvg:svgBlip xmlns:asvg="http://schemas.microsoft.com/office/drawing/2016/SVG/main" r:embed="rId2"/>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sp>
        <p:nvSpPr>
          <p:cNvPr id="13" name="Text Placeholder 8">
            <a:extLst>
              <a:ext uri="{FF2B5EF4-FFF2-40B4-BE49-F238E27FC236}">
                <a16:creationId xmlns:a16="http://schemas.microsoft.com/office/drawing/2014/main" id="{93782BBF-D8A0-BA04-4568-B85013E9E548}"/>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a:extLst>
                <a:ext uri="{96DAC541-7B7A-43D3-8B79-37D633B846F1}">
                  <asvg:svgBlip xmlns:asvg="http://schemas.microsoft.com/office/drawing/2016/SVG/main" r:embed="rId3"/>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2" name="Group 11">
            <a:extLst>
              <a:ext uri="{FF2B5EF4-FFF2-40B4-BE49-F238E27FC236}">
                <a16:creationId xmlns:a16="http://schemas.microsoft.com/office/drawing/2014/main" id="{2AD6AF06-02D9-288E-3250-06E22F2FE2F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2B32CD0F-9230-7E21-AAD3-A6C5516575C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dirty="0">
                  <a:solidFill>
                    <a:schemeClr val="tx1"/>
                  </a:solidFill>
                  <a:effectLst/>
                  <a:latin typeface="+mj-lt"/>
                </a:rPr>
                <a:t>To insert a picture:</a:t>
              </a:r>
            </a:p>
            <a:p>
              <a:pPr marL="144000" indent="-144000">
                <a:lnSpc>
                  <a:spcPct val="120000"/>
                </a:lnSpc>
                <a:spcAft>
                  <a:spcPts val="600"/>
                </a:spcAft>
                <a:buFont typeface="+mj-lt"/>
                <a:buAutoNum type="arabicPeriod"/>
              </a:pPr>
              <a:r>
                <a:rPr lang="en-US" sz="900" dirty="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dirty="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dirty="0">
                  <a:solidFill>
                    <a:schemeClr val="tx1"/>
                  </a:solidFill>
                  <a:effectLst/>
                  <a:latin typeface="+mn-lt"/>
                </a:rPr>
                <a:t>Choose “Pictures” and then the corresponding source where the image </a:t>
              </a:r>
              <a:r>
                <a:rPr lang="en-US" sz="900">
                  <a:solidFill>
                    <a:schemeClr val="tx1"/>
                  </a:solidFill>
                  <a:effectLst/>
                  <a:latin typeface="+mn-lt"/>
                </a:rPr>
                <a:t>is located</a:t>
              </a:r>
              <a:endParaRPr lang="en-US" sz="900" dirty="0">
                <a:solidFill>
                  <a:schemeClr val="tx1"/>
                </a:solidFill>
                <a:latin typeface="+mn-lt"/>
              </a:endParaRPr>
            </a:p>
          </p:txBody>
        </p:sp>
        <p:pic>
          <p:nvPicPr>
            <p:cNvPr id="15" name="Picture 14">
              <a:extLst>
                <a:ext uri="{FF2B5EF4-FFF2-40B4-BE49-F238E27FC236}">
                  <a16:creationId xmlns:a16="http://schemas.microsoft.com/office/drawing/2014/main" id="{23E0A192-DE0E-E520-25E7-B303A079C7E3}"/>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BF14A84B-7BF0-7BFD-629D-A25AF4354A2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dirty="0">
                <a:solidFill>
                  <a:schemeClr val="tx1"/>
                </a:solidFill>
                <a:latin typeface="+mn-lt"/>
              </a:endParaRPr>
            </a:p>
          </p:txBody>
        </p:sp>
      </p:grpSp>
    </p:spTree>
    <p:extLst>
      <p:ext uri="{BB962C8B-B14F-4D97-AF65-F5344CB8AC3E}">
        <p14:creationId xmlns:p14="http://schemas.microsoft.com/office/powerpoint/2010/main" val="1421401498"/>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slide image (small)">
    <p:bg bwMode="lt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tx2"/>
                </a:solidFill>
                <a:latin typeface="+mj-lt"/>
              </a:defRPr>
            </a:lvl1pPr>
          </a:lstStyle>
          <a:p>
            <a:r>
              <a:rPr lang="en-US" dirty="0"/>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dirty="0"/>
              <a:t>Subtitle of the presentation</a:t>
            </a:r>
          </a:p>
          <a:p>
            <a:pPr lvl="1"/>
            <a:r>
              <a:rPr lang="en-US" dirty="0"/>
              <a:t>Author | Date | Place</a:t>
            </a: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8124000" y="0"/>
            <a:ext cx="4068000" cy="6930008"/>
          </a:xfrm>
          <a:solidFill>
            <a:srgbClr val="E5E3DE"/>
          </a:solidFill>
        </p:spPr>
        <p:txBody>
          <a:bodyPr tIns="720000" anchor="ctr" anchorCtr="0"/>
          <a:lstStyle>
            <a:lvl1pPr marL="0" indent="0" algn="ctr">
              <a:spcBef>
                <a:spcPts val="0"/>
              </a:spcBef>
              <a:spcAft>
                <a:spcPts val="0"/>
              </a:spcAft>
              <a:buFontTx/>
              <a:buNone/>
              <a:tabLst/>
              <a:defRPr sz="1200" b="0"/>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dirty="0"/>
              <a:t>Add picture</a:t>
            </a:r>
          </a:p>
        </p:txBody>
      </p:sp>
      <p:pic>
        <p:nvPicPr>
          <p:cNvPr id="14" name="Grafik 13">
            <a:extLst>
              <a:ext uri="{FF2B5EF4-FFF2-40B4-BE49-F238E27FC236}">
                <a16:creationId xmlns:a16="http://schemas.microsoft.com/office/drawing/2014/main" id="{AB10EE33-A0A3-2BD8-C7ED-852048EC8CE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8800" y="475200"/>
            <a:ext cx="1645200" cy="496608"/>
          </a:xfrm>
          <a:prstGeom prst="rect">
            <a:avLst/>
          </a:prstGeom>
        </p:spPr>
      </p:pic>
      <p:sp>
        <p:nvSpPr>
          <p:cNvPr id="4" name="Fußzeilenplatzhalter 3">
            <a:extLst>
              <a:ext uri="{FF2B5EF4-FFF2-40B4-BE49-F238E27FC236}">
                <a16:creationId xmlns:a16="http://schemas.microsoft.com/office/drawing/2014/main" id="{C5F7B9D5-A641-50BA-7FC3-561DC9FE3D6A}"/>
              </a:ext>
            </a:extLst>
          </p:cNvPr>
          <p:cNvSpPr>
            <a:spLocks noGrp="1"/>
          </p:cNvSpPr>
          <p:nvPr>
            <p:ph type="ftr" sz="quarter" idx="19"/>
          </p:nvPr>
        </p:nvSpPr>
        <p:spPr bwMode="gray">
          <a:xfrm>
            <a:off x="479426" y="6165328"/>
            <a:ext cx="5040000" cy="216000"/>
          </a:xfrm>
        </p:spPr>
        <p:txBody>
          <a:bodyPr/>
          <a:lstStyle>
            <a:lvl1pPr algn="l">
              <a:defRPr>
                <a:solidFill>
                  <a:schemeClr val="bg1"/>
                </a:solidFill>
              </a:defRPr>
            </a:lvl1pPr>
          </a:lstStyle>
          <a:p>
            <a:r>
              <a:rPr lang="en-US"/>
              <a:t>RISW 2026</a:t>
            </a:r>
            <a:endParaRPr lang="en-US" dirty="0"/>
          </a:p>
        </p:txBody>
      </p:sp>
      <p:sp>
        <p:nvSpPr>
          <p:cNvPr id="5" name="Text Placeholder 8">
            <a:extLst>
              <a:ext uri="{FF2B5EF4-FFF2-40B4-BE49-F238E27FC236}">
                <a16:creationId xmlns:a16="http://schemas.microsoft.com/office/drawing/2014/main" id="{D866CAA2-63E1-6F81-7EFF-FDAEDBEBDB8A}"/>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a:extLst>
                <a:ext uri="{96DAC541-7B7A-43D3-8B79-37D633B846F1}">
                  <asvg:svgBlip xmlns:asvg="http://schemas.microsoft.com/office/drawing/2016/SVG/main" r:embed="rId3"/>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0" name="Group 9">
            <a:extLst>
              <a:ext uri="{FF2B5EF4-FFF2-40B4-BE49-F238E27FC236}">
                <a16:creationId xmlns:a16="http://schemas.microsoft.com/office/drawing/2014/main" id="{B56222E0-0A73-2743-B4D6-9283A2BB393B}"/>
              </a:ext>
            </a:extLst>
          </p:cNvPr>
          <p:cNvGrpSpPr/>
          <p:nvPr userDrawn="1"/>
        </p:nvGrpSpPr>
        <p:grpSpPr>
          <a:xfrm>
            <a:off x="-1896888" y="-1"/>
            <a:ext cx="1715078" cy="3968906"/>
            <a:chOff x="-1896888" y="-1"/>
            <a:chExt cx="1715078" cy="3968906"/>
          </a:xfrm>
        </p:grpSpPr>
        <p:grpSp>
          <p:nvGrpSpPr>
            <p:cNvPr id="6" name="Group 5">
              <a:extLst>
                <a:ext uri="{FF2B5EF4-FFF2-40B4-BE49-F238E27FC236}">
                  <a16:creationId xmlns:a16="http://schemas.microsoft.com/office/drawing/2014/main" id="{28D32FED-547E-0BF1-8567-DB33A9EEAF18}"/>
                </a:ext>
                <a:ext uri="{C183D7F6-B498-43B3-948B-1728B52AA6E4}">
                  <adec:decorative xmlns:adec="http://schemas.microsoft.com/office/drawing/2017/decorative" val="1"/>
                </a:ext>
              </a:extLst>
            </p:cNvPr>
            <p:cNvGrpSpPr/>
            <p:nvPr userDrawn="1"/>
          </p:nvGrpSpPr>
          <p:grpSpPr bwMode="gray">
            <a:xfrm>
              <a:off x="-1896888" y="-1"/>
              <a:ext cx="1715078" cy="3968906"/>
              <a:chOff x="-1824880" y="2708919"/>
              <a:chExt cx="1715078" cy="3968906"/>
            </a:xfrm>
          </p:grpSpPr>
          <p:sp>
            <p:nvSpPr>
              <p:cNvPr id="12" name="TextBox 11">
                <a:extLst>
                  <a:ext uri="{FF2B5EF4-FFF2-40B4-BE49-F238E27FC236}">
                    <a16:creationId xmlns:a16="http://schemas.microsoft.com/office/drawing/2014/main" id="{39404507-51EC-B961-42FB-56684AE6D086}"/>
                  </a:ext>
                </a:extLst>
              </p:cNvPr>
              <p:cNvSpPr txBox="1"/>
              <p:nvPr userDrawn="1"/>
            </p:nvSpPr>
            <p:spPr bwMode="gray">
              <a:xfrm>
                <a:off x="-1824880" y="2708919"/>
                <a:ext cx="1715078" cy="3968905"/>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dirty="0">
                    <a:solidFill>
                      <a:schemeClr val="tx1"/>
                    </a:solidFill>
                    <a:effectLst/>
                    <a:latin typeface="+mj-lt"/>
                  </a:rPr>
                  <a:t>To insert a picture:</a:t>
                </a:r>
              </a:p>
              <a:p>
                <a:pPr marL="144000" indent="-144000">
                  <a:lnSpc>
                    <a:spcPct val="120000"/>
                  </a:lnSpc>
                  <a:spcAft>
                    <a:spcPts val="600"/>
                  </a:spcAft>
                  <a:buFont typeface="+mj-lt"/>
                  <a:buAutoNum type="arabicPeriod"/>
                </a:pPr>
                <a:r>
                  <a:rPr lang="en-US" sz="900" dirty="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dirty="0">
                    <a:solidFill>
                      <a:schemeClr val="tx1"/>
                    </a:solidFill>
                    <a:effectLst/>
                    <a:latin typeface="+mn-lt"/>
                  </a:rPr>
                  <a:t>Open the menu “Graphics Format”</a:t>
                </a:r>
              </a:p>
              <a:p>
                <a:pPr marL="144000" indent="-144000">
                  <a:lnSpc>
                    <a:spcPct val="120000"/>
                  </a:lnSpc>
                  <a:spcAft>
                    <a:spcPts val="600"/>
                  </a:spcAft>
                  <a:buFont typeface="+mj-lt"/>
                  <a:buAutoNum type="arabicPeriod"/>
                </a:pPr>
                <a:r>
                  <a:rPr lang="en-US" sz="900" dirty="0">
                    <a:solidFill>
                      <a:schemeClr val="tx1"/>
                    </a:solidFill>
                    <a:effectLst/>
                    <a:latin typeface="+mn-lt"/>
                  </a:rPr>
                  <a:t>Choose “Change Graphic” and then the corresponding source where the image is located</a:t>
                </a:r>
                <a:endParaRPr lang="en-US" sz="900" dirty="0">
                  <a:solidFill>
                    <a:schemeClr val="tx1"/>
                  </a:solidFill>
                  <a:latin typeface="+mn-lt"/>
                </a:endParaRPr>
              </a:p>
            </p:txBody>
          </p:sp>
          <p:sp>
            <p:nvSpPr>
              <p:cNvPr id="15" name="TextBox 14">
                <a:extLst>
                  <a:ext uri="{FF2B5EF4-FFF2-40B4-BE49-F238E27FC236}">
                    <a16:creationId xmlns:a16="http://schemas.microsoft.com/office/drawing/2014/main" id="{065B591E-D8A0-EDFE-1511-0E54D26949F7}"/>
                  </a:ext>
                </a:extLst>
              </p:cNvPr>
              <p:cNvSpPr txBox="1"/>
              <p:nvPr userDrawn="1"/>
            </p:nvSpPr>
            <p:spPr bwMode="gray">
              <a:xfrm>
                <a:off x="-1824880" y="5813729"/>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dirty="0">
                    <a:solidFill>
                      <a:schemeClr val="tx1"/>
                    </a:solidFill>
                    <a:effectLst/>
                    <a:latin typeface="+mn-lt"/>
                  </a:rPr>
                  <a:t>Now the image has </a:t>
                </a:r>
                <a:br>
                  <a:rPr lang="en-US" sz="900" dirty="0">
                    <a:solidFill>
                      <a:schemeClr val="tx1"/>
                    </a:solidFill>
                    <a:effectLst/>
                    <a:latin typeface="+mn-lt"/>
                  </a:rPr>
                </a:br>
                <a:r>
                  <a:rPr lang="en-US" sz="900" dirty="0">
                    <a:solidFill>
                      <a:schemeClr val="tx1"/>
                    </a:solidFill>
                    <a:effectLst/>
                    <a:latin typeface="+mn-lt"/>
                  </a:rPr>
                  <a:t>been loaded into the </a:t>
                </a:r>
                <a:br>
                  <a:rPr lang="en-US" sz="900" dirty="0">
                    <a:solidFill>
                      <a:schemeClr val="tx1"/>
                    </a:solidFill>
                    <a:effectLst/>
                    <a:latin typeface="+mn-lt"/>
                  </a:rPr>
                </a:br>
                <a:r>
                  <a:rPr lang="en-US" sz="900" dirty="0">
                    <a:solidFill>
                      <a:schemeClr val="tx1"/>
                    </a:solidFill>
                    <a:effectLst/>
                    <a:latin typeface="+mn-lt"/>
                  </a:rPr>
                  <a:t>placeholder.</a:t>
                </a:r>
                <a:endParaRPr lang="en-US" sz="900" dirty="0">
                  <a:solidFill>
                    <a:schemeClr val="tx1"/>
                  </a:solidFill>
                  <a:latin typeface="+mn-lt"/>
                </a:endParaRPr>
              </a:p>
            </p:txBody>
          </p:sp>
        </p:grpSp>
        <p:pic>
          <p:nvPicPr>
            <p:cNvPr id="9" name="Picture 8">
              <a:extLst>
                <a:ext uri="{FF2B5EF4-FFF2-40B4-BE49-F238E27FC236}">
                  <a16:creationId xmlns:a16="http://schemas.microsoft.com/office/drawing/2014/main" id="{889CAD7F-C4C7-73FA-F147-27C12E28DF57}"/>
                </a:ext>
              </a:extLst>
            </p:cNvPr>
            <p:cNvPicPr>
              <a:picLocks noChangeAspect="1"/>
            </p:cNvPicPr>
            <p:nvPr userDrawn="1"/>
          </p:nvPicPr>
          <p:blipFill>
            <a:blip r:embed="rId4"/>
            <a:stretch>
              <a:fillRect/>
            </a:stretch>
          </p:blipFill>
          <p:spPr>
            <a:xfrm>
              <a:off x="-1752872" y="2087812"/>
              <a:ext cx="1080120" cy="984668"/>
            </a:xfrm>
            <a:prstGeom prst="rect">
              <a:avLst/>
            </a:prstGeom>
          </p:spPr>
        </p:pic>
      </p:grpSp>
    </p:spTree>
    <p:extLst>
      <p:ext uri="{BB962C8B-B14F-4D97-AF65-F5344CB8AC3E}">
        <p14:creationId xmlns:p14="http://schemas.microsoft.com/office/powerpoint/2010/main" val="4124807300"/>
      </p:ext>
    </p:extLst>
  </p:cSld>
  <p:clrMapOvr>
    <a:masterClrMapping/>
  </p:clrMapOvr>
  <p:extLst>
    <p:ext uri="{DCECCB84-F9BA-43D5-87BE-67443E8EF086}">
      <p15:sldGuideLst xmlns:p15="http://schemas.microsoft.com/office/powerpoint/2012/main">
        <p15:guide id="1" orient="horz" pos="2682" userDrawn="1">
          <p15:clr>
            <a:srgbClr val="FBAE40"/>
          </p15:clr>
        </p15:guide>
        <p15:guide id="7" orient="horz" pos="2795"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dirty="0"/>
              <a:t>Add agenda title</a:t>
            </a:r>
          </a:p>
        </p:txBody>
      </p:sp>
      <p:sp>
        <p:nvSpPr>
          <p:cNvPr id="10" name="Textplatzhalter 9"/>
          <p:cNvSpPr>
            <a:spLocks noGrp="1"/>
          </p:cNvSpPr>
          <p:nvPr>
            <p:ph type="body" sz="quarter" idx="15" hasCustomPrompt="1"/>
          </p:nvPr>
        </p:nvSpPr>
        <p:spPr bwMode="gray">
          <a:xfrm>
            <a:off x="479424" y="1412876"/>
            <a:ext cx="11233151" cy="4537074"/>
          </a:xfrm>
        </p:spPr>
        <p:txBody>
          <a:bodyPr/>
          <a:lstStyle>
            <a:lvl1pPr marL="360000" indent="-360000">
              <a:spcBef>
                <a:spcPts val="1800"/>
              </a:spcBef>
              <a:buFont typeface="+mj-lt"/>
              <a:buAutoNum type="arabicPeriod"/>
              <a:defRPr sz="2000"/>
            </a:lvl1pPr>
            <a:lvl2pPr marL="540000" indent="-180000">
              <a:spcBef>
                <a:spcPts val="200"/>
              </a:spcBef>
              <a:spcAft>
                <a:spcPts val="200"/>
              </a:spcAft>
              <a:buFont typeface="Arial" panose="020B0604020202020204" pitchFamily="34" charset="0"/>
              <a:buChar char="•"/>
              <a:defRPr/>
            </a:lvl2pPr>
            <a:lvl3pPr marL="540000" indent="-180000">
              <a:spcBef>
                <a:spcPts val="200"/>
              </a:spcBef>
              <a:spcAft>
                <a:spcPts val="200"/>
              </a:spcAft>
              <a:buFont typeface="Arial" panose="020B0604020202020204" pitchFamily="34" charset="0"/>
              <a:buChar char="•"/>
              <a:defRPr/>
            </a:lvl3pPr>
            <a:lvl4pPr marL="540000" indent="-180000">
              <a:spcBef>
                <a:spcPts val="200"/>
              </a:spcBef>
              <a:spcAft>
                <a:spcPts val="200"/>
              </a:spcAft>
              <a:buFont typeface="Arial" panose="020B0604020202020204" pitchFamily="34" charset="0"/>
              <a:buChar char="•"/>
              <a:defRPr/>
            </a:lvl4pPr>
            <a:lvl5pPr marL="540000" indent="-180000">
              <a:spcBef>
                <a:spcPts val="200"/>
              </a:spcBef>
              <a:spcAft>
                <a:spcPts val="200"/>
              </a:spcAft>
              <a:buFont typeface="Arial" panose="020B0604020202020204" pitchFamily="34" charset="0"/>
              <a:buChar char="•"/>
              <a:defRPr sz="1600"/>
            </a:lvl5pPr>
            <a:lvl6pPr marL="540000" indent="-180000">
              <a:spcBef>
                <a:spcPts val="200"/>
              </a:spcBef>
              <a:spcAft>
                <a:spcPts val="200"/>
              </a:spcAft>
              <a:buFont typeface="Arial" panose="020B0604020202020204" pitchFamily="34" charset="0"/>
              <a:buChar char="•"/>
              <a:defRPr sz="1600"/>
            </a:lvl6pPr>
            <a:lvl7pPr marL="540000" indent="-180000">
              <a:spcBef>
                <a:spcPts val="200"/>
              </a:spcBef>
              <a:spcAft>
                <a:spcPts val="200"/>
              </a:spcAft>
              <a:buFont typeface="Arial" panose="020B0604020202020204" pitchFamily="34" charset="0"/>
              <a:buChar char="•"/>
              <a:defRPr sz="1600"/>
            </a:lvl7pPr>
            <a:lvl8pPr marL="540000" indent="-180000">
              <a:spcBef>
                <a:spcPts val="200"/>
              </a:spcBef>
              <a:spcAft>
                <a:spcPts val="200"/>
              </a:spcAft>
              <a:buFont typeface="Arial" panose="020B0604020202020204" pitchFamily="34" charset="0"/>
              <a:buChar char="•"/>
              <a:defRPr sz="1600"/>
            </a:lvl8pPr>
            <a:lvl9pPr marL="540000" indent="-180000">
              <a:spcBef>
                <a:spcPts val="200"/>
              </a:spcBef>
              <a:spcAft>
                <a:spcPts val="200"/>
              </a:spcAft>
              <a:buFont typeface="Arial" panose="020B0604020202020204" pitchFamily="34" charset="0"/>
              <a:buChar char="•"/>
              <a:defRPr sz="1600"/>
            </a:lvl9pPr>
          </a:lstStyle>
          <a:p>
            <a:pPr lvl="0"/>
            <a:r>
              <a:rPr lang="en-US" dirty="0"/>
              <a:t>Edit text by clicking. Use the "Increase/decrease list level" buttons on the Start tab to switch between the set up text levels.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p>
            <a:r>
              <a:rPr lang="en-US"/>
              <a:t>RISW 2026</a:t>
            </a:r>
            <a:endParaRPr lang="en-US" dirty="0"/>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p>
            <a:fld id="{8FF9B0DE-3FEB-4AA0-B465-B80EF7C1333D}" type="slidenum">
              <a:rPr lang="en-US" smtClean="0"/>
              <a:pPr/>
              <a:t>‹#›</a:t>
            </a:fld>
            <a:endParaRPr lang="en-US" dirty="0"/>
          </a:p>
        </p:txBody>
      </p:sp>
    </p:spTree>
    <p:extLst>
      <p:ext uri="{BB962C8B-B14F-4D97-AF65-F5344CB8AC3E}">
        <p14:creationId xmlns:p14="http://schemas.microsoft.com/office/powerpoint/2010/main" val="38353632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genda alternative">
    <p:bg bwMode="blackWhite">
      <p:bgPr>
        <a:solidFill>
          <a:schemeClr val="bg2"/>
        </a:solidFill>
        <a:effectLst/>
      </p:bgPr>
    </p:bg>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21F75BC8-F612-2B70-B801-672E4369F889}"/>
              </a:ext>
            </a:extLst>
          </p:cNvPr>
          <p:cNvSpPr>
            <a:spLocks noGrp="1"/>
          </p:cNvSpPr>
          <p:nvPr>
            <p:ph type="title" hasCustomPrompt="1"/>
          </p:nvPr>
        </p:nvSpPr>
        <p:spPr bwMode="gray"/>
        <p:txBody>
          <a:bodyPr/>
          <a:lstStyle>
            <a:lvl1pPr>
              <a:defRPr>
                <a:solidFill>
                  <a:schemeClr val="tx2"/>
                </a:solidFill>
              </a:defRPr>
            </a:lvl1pPr>
          </a:lstStyle>
          <a:p>
            <a:r>
              <a:rPr lang="en-US" dirty="0"/>
              <a:t>Add agenda title</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lvl1pPr>
              <a:defRPr>
                <a:solidFill>
                  <a:schemeClr val="bg1"/>
                </a:solidFill>
              </a:defRPr>
            </a:lvl1pPr>
          </a:lstStyle>
          <a:p>
            <a:r>
              <a:rPr lang="en-US"/>
              <a:t>RISW 2026</a:t>
            </a:r>
            <a:endParaRPr lang="en-US" dirty="0"/>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lvl1pPr>
              <a:defRPr>
                <a:solidFill>
                  <a:schemeClr val="bg1"/>
                </a:solidFill>
              </a:defRPr>
            </a:lvl1pPr>
          </a:lstStyle>
          <a:p>
            <a:fld id="{8FF9B0DE-3FEB-4AA0-B465-B80EF7C1333D}" type="slidenum">
              <a:rPr lang="en-US" smtClean="0"/>
              <a:pPr/>
              <a:t>‹#›</a:t>
            </a:fld>
            <a:endParaRPr lang="en-US" dirty="0"/>
          </a:p>
        </p:txBody>
      </p:sp>
      <p:sp>
        <p:nvSpPr>
          <p:cNvPr id="15" name="Textplatzhalter 8">
            <a:extLst>
              <a:ext uri="{FF2B5EF4-FFF2-40B4-BE49-F238E27FC236}">
                <a16:creationId xmlns:a16="http://schemas.microsoft.com/office/drawing/2014/main" id="{4C4A6E80-CB53-4D72-1B7B-3500815C4B7B}"/>
              </a:ext>
            </a:extLst>
          </p:cNvPr>
          <p:cNvSpPr>
            <a:spLocks noGrp="1"/>
          </p:cNvSpPr>
          <p:nvPr>
            <p:ph type="body" sz="quarter" idx="48" hasCustomPrompt="1"/>
          </p:nvPr>
        </p:nvSpPr>
        <p:spPr bwMode="white">
          <a:xfrm>
            <a:off x="479480" y="1412776"/>
            <a:ext cx="792000" cy="540000"/>
          </a:xfrm>
          <a:solidFill>
            <a:schemeClr val="bg2"/>
          </a:solidFill>
          <a:effectLst/>
        </p:spPr>
        <p:txBody>
          <a:bodyPr wrap="none" rIns="0" bIns="0" anchor="ctr" anchorCtr="0"/>
          <a:lstStyle>
            <a:lvl1pPr marL="0" indent="0" algn="l">
              <a:lnSpc>
                <a:spcPct val="100000"/>
              </a:lnSpc>
              <a:spcAft>
                <a:spcPts val="0"/>
              </a:spcAft>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dirty="0"/>
              <a:t>00</a:t>
            </a:r>
          </a:p>
        </p:txBody>
      </p:sp>
      <p:sp>
        <p:nvSpPr>
          <p:cNvPr id="9" name="Textplatzhalter 8">
            <a:extLst>
              <a:ext uri="{FF2B5EF4-FFF2-40B4-BE49-F238E27FC236}">
                <a16:creationId xmlns:a16="http://schemas.microsoft.com/office/drawing/2014/main" id="{7E03331E-BAE6-FE9A-0655-4888C3038D4F}"/>
              </a:ext>
            </a:extLst>
          </p:cNvPr>
          <p:cNvSpPr>
            <a:spLocks noGrp="1"/>
          </p:cNvSpPr>
          <p:nvPr>
            <p:ph type="body" sz="quarter" idx="18" hasCustomPrompt="1"/>
          </p:nvPr>
        </p:nvSpPr>
        <p:spPr bwMode="gray">
          <a:xfrm>
            <a:off x="1485714"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dirty="0"/>
              <a:t>First level</a:t>
            </a:r>
          </a:p>
          <a:p>
            <a:pPr lvl="1"/>
            <a:r>
              <a:rPr lang="en-US" dirty="0"/>
              <a:t>Second level</a:t>
            </a:r>
          </a:p>
        </p:txBody>
      </p:sp>
      <p:sp>
        <p:nvSpPr>
          <p:cNvPr id="26" name="Textplatzhalter 8">
            <a:extLst>
              <a:ext uri="{FF2B5EF4-FFF2-40B4-BE49-F238E27FC236}">
                <a16:creationId xmlns:a16="http://schemas.microsoft.com/office/drawing/2014/main" id="{54A84130-BB18-0BA4-1EE9-823C0DB98D2B}"/>
              </a:ext>
            </a:extLst>
          </p:cNvPr>
          <p:cNvSpPr>
            <a:spLocks noGrp="1"/>
          </p:cNvSpPr>
          <p:nvPr>
            <p:ph type="body" sz="quarter" idx="30" hasCustomPrompt="1"/>
          </p:nvPr>
        </p:nvSpPr>
        <p:spPr bwMode="white">
          <a:xfrm>
            <a:off x="479480" y="2529950"/>
            <a:ext cx="792000" cy="540000"/>
          </a:xfrm>
          <a:solidFill>
            <a:schemeClr val="bg2"/>
          </a:solidFill>
          <a:effectLst/>
        </p:spPr>
        <p:txBody>
          <a:bodyPr wrap="none" rIns="0" bIns="0" anchor="ctr" anchorCtr="0"/>
          <a:lstStyle>
            <a:lvl1pPr marL="0" indent="0" algn="l">
              <a:lnSpc>
                <a:spcPct val="100000"/>
              </a:lnSpc>
              <a:spcAft>
                <a:spcPts val="0"/>
              </a:spcAft>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endParaRPr lang="en-US" dirty="0"/>
          </a:p>
        </p:txBody>
      </p:sp>
      <p:sp>
        <p:nvSpPr>
          <p:cNvPr id="27" name="Textplatzhalter 8">
            <a:extLst>
              <a:ext uri="{FF2B5EF4-FFF2-40B4-BE49-F238E27FC236}">
                <a16:creationId xmlns:a16="http://schemas.microsoft.com/office/drawing/2014/main" id="{208F9C79-09A7-4EEA-9FFB-C9B3089CC82C}"/>
              </a:ext>
            </a:extLst>
          </p:cNvPr>
          <p:cNvSpPr>
            <a:spLocks noGrp="1"/>
          </p:cNvSpPr>
          <p:nvPr>
            <p:ph type="body" sz="quarter" idx="31" hasCustomPrompt="1"/>
          </p:nvPr>
        </p:nvSpPr>
        <p:spPr bwMode="white">
          <a:xfrm>
            <a:off x="479376" y="3646074"/>
            <a:ext cx="792000" cy="540000"/>
          </a:xfrm>
          <a:solidFill>
            <a:schemeClr val="bg2"/>
          </a:solidFill>
          <a:effectLst/>
        </p:spPr>
        <p:txBody>
          <a:bodyPr wrap="none" rIns="0" bIns="0" anchor="ctr" anchorCtr="0"/>
          <a:lstStyle>
            <a:lvl1pPr marL="0" indent="0" algn="l">
              <a:lnSpc>
                <a:spcPct val="100000"/>
              </a:lnSpc>
              <a:spcAft>
                <a:spcPts val="0"/>
              </a:spcAft>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endParaRPr lang="en-US" dirty="0"/>
          </a:p>
        </p:txBody>
      </p:sp>
      <p:sp>
        <p:nvSpPr>
          <p:cNvPr id="28" name="Textplatzhalter 8">
            <a:extLst>
              <a:ext uri="{FF2B5EF4-FFF2-40B4-BE49-F238E27FC236}">
                <a16:creationId xmlns:a16="http://schemas.microsoft.com/office/drawing/2014/main" id="{07B81727-F8CD-3444-26FB-0954D4A41441}"/>
              </a:ext>
            </a:extLst>
          </p:cNvPr>
          <p:cNvSpPr>
            <a:spLocks noGrp="1"/>
          </p:cNvSpPr>
          <p:nvPr>
            <p:ph type="body" sz="quarter" idx="32" hasCustomPrompt="1"/>
          </p:nvPr>
        </p:nvSpPr>
        <p:spPr bwMode="white">
          <a:xfrm>
            <a:off x="479376" y="4762198"/>
            <a:ext cx="792000" cy="540000"/>
          </a:xfrm>
          <a:solidFill>
            <a:schemeClr val="bg2"/>
          </a:solidFill>
          <a:effectLst/>
        </p:spPr>
        <p:txBody>
          <a:bodyPr wrap="none" rIns="0" bIns="0" anchor="ctr" anchorCtr="0"/>
          <a:lstStyle>
            <a:lvl1pPr marL="0" indent="0" algn="l">
              <a:lnSpc>
                <a:spcPct val="100000"/>
              </a:lnSpc>
              <a:spcAft>
                <a:spcPts val="0"/>
              </a:spcAft>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endParaRPr lang="en-US" dirty="0"/>
          </a:p>
        </p:txBody>
      </p:sp>
      <p:sp>
        <p:nvSpPr>
          <p:cNvPr id="30" name="Textplatzhalter 8">
            <a:extLst>
              <a:ext uri="{FF2B5EF4-FFF2-40B4-BE49-F238E27FC236}">
                <a16:creationId xmlns:a16="http://schemas.microsoft.com/office/drawing/2014/main" id="{176E8A7C-F934-3053-3346-B9C0DDCB28B0}"/>
              </a:ext>
            </a:extLst>
          </p:cNvPr>
          <p:cNvSpPr>
            <a:spLocks noGrp="1"/>
          </p:cNvSpPr>
          <p:nvPr>
            <p:ph type="body" sz="quarter" idx="34" hasCustomPrompt="1"/>
          </p:nvPr>
        </p:nvSpPr>
        <p:spPr bwMode="white">
          <a:xfrm>
            <a:off x="6252635" y="1412776"/>
            <a:ext cx="792000" cy="540000"/>
          </a:xfrm>
          <a:solidFill>
            <a:schemeClr val="bg2"/>
          </a:solidFill>
          <a:effectLst/>
        </p:spPr>
        <p:txBody>
          <a:bodyPr wrap="none" rIns="0" bIns="0" anchor="ctr" anchorCtr="0"/>
          <a:lstStyle>
            <a:lvl1pPr marL="0" indent="0" algn="l">
              <a:lnSpc>
                <a:spcPct val="100000"/>
              </a:lnSpc>
              <a:spcAft>
                <a:spcPts val="0"/>
              </a:spcAft>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endParaRPr lang="en-US" dirty="0"/>
          </a:p>
        </p:txBody>
      </p:sp>
      <p:sp>
        <p:nvSpPr>
          <p:cNvPr id="34" name="Textplatzhalter 8">
            <a:extLst>
              <a:ext uri="{FF2B5EF4-FFF2-40B4-BE49-F238E27FC236}">
                <a16:creationId xmlns:a16="http://schemas.microsoft.com/office/drawing/2014/main" id="{6F35D68B-9EA2-1F5E-DBD3-B9F93C1D90B9}"/>
              </a:ext>
            </a:extLst>
          </p:cNvPr>
          <p:cNvSpPr>
            <a:spLocks noGrp="1"/>
          </p:cNvSpPr>
          <p:nvPr>
            <p:ph type="body" sz="quarter" idx="38" hasCustomPrompt="1"/>
          </p:nvPr>
        </p:nvSpPr>
        <p:spPr bwMode="white">
          <a:xfrm>
            <a:off x="6252531" y="2529950"/>
            <a:ext cx="792000" cy="540000"/>
          </a:xfrm>
          <a:solidFill>
            <a:schemeClr val="bg2"/>
          </a:solidFill>
          <a:effectLst/>
        </p:spPr>
        <p:txBody>
          <a:bodyPr wrap="none" rIns="0" bIns="0" anchor="ctr" anchorCtr="0"/>
          <a:lstStyle>
            <a:lvl1pPr marL="0" indent="0" algn="l">
              <a:lnSpc>
                <a:spcPct val="100000"/>
              </a:lnSpc>
              <a:spcAft>
                <a:spcPts val="0"/>
              </a:spcAft>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endParaRPr lang="en-US" dirty="0"/>
          </a:p>
        </p:txBody>
      </p:sp>
      <p:sp>
        <p:nvSpPr>
          <p:cNvPr id="35" name="Textplatzhalter 8">
            <a:extLst>
              <a:ext uri="{FF2B5EF4-FFF2-40B4-BE49-F238E27FC236}">
                <a16:creationId xmlns:a16="http://schemas.microsoft.com/office/drawing/2014/main" id="{C0AE24B1-32EB-BCA7-7B48-261B6399A0A5}"/>
              </a:ext>
            </a:extLst>
          </p:cNvPr>
          <p:cNvSpPr>
            <a:spLocks noGrp="1"/>
          </p:cNvSpPr>
          <p:nvPr>
            <p:ph type="body" sz="quarter" idx="39" hasCustomPrompt="1"/>
          </p:nvPr>
        </p:nvSpPr>
        <p:spPr bwMode="white">
          <a:xfrm>
            <a:off x="6252427" y="3646074"/>
            <a:ext cx="792000" cy="540000"/>
          </a:xfrm>
          <a:solidFill>
            <a:schemeClr val="bg2"/>
          </a:solidFill>
          <a:effectLst/>
        </p:spPr>
        <p:txBody>
          <a:bodyPr wrap="none" rIns="0" bIns="0" anchor="ctr" anchorCtr="0"/>
          <a:lstStyle>
            <a:lvl1pPr marL="0" indent="0" algn="l">
              <a:lnSpc>
                <a:spcPct val="100000"/>
              </a:lnSpc>
              <a:spcAft>
                <a:spcPts val="0"/>
              </a:spcAft>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endParaRPr lang="en-US" dirty="0"/>
          </a:p>
        </p:txBody>
      </p:sp>
      <p:sp>
        <p:nvSpPr>
          <p:cNvPr id="36" name="Textplatzhalter 8">
            <a:extLst>
              <a:ext uri="{FF2B5EF4-FFF2-40B4-BE49-F238E27FC236}">
                <a16:creationId xmlns:a16="http://schemas.microsoft.com/office/drawing/2014/main" id="{A942C4DD-370F-53DC-9980-04DA927CBB92}"/>
              </a:ext>
            </a:extLst>
          </p:cNvPr>
          <p:cNvSpPr>
            <a:spLocks noGrp="1"/>
          </p:cNvSpPr>
          <p:nvPr>
            <p:ph type="body" sz="quarter" idx="40" hasCustomPrompt="1"/>
          </p:nvPr>
        </p:nvSpPr>
        <p:spPr bwMode="white">
          <a:xfrm>
            <a:off x="6252427" y="4762198"/>
            <a:ext cx="792000" cy="540000"/>
          </a:xfrm>
          <a:solidFill>
            <a:schemeClr val="bg2"/>
          </a:solidFill>
          <a:effectLst/>
        </p:spPr>
        <p:txBody>
          <a:bodyPr wrap="none" rIns="0" bIns="0" anchor="ctr" anchorCtr="0"/>
          <a:lstStyle>
            <a:lvl1pPr marL="0" indent="0" algn="l">
              <a:lnSpc>
                <a:spcPct val="100000"/>
              </a:lnSpc>
              <a:spcAft>
                <a:spcPts val="0"/>
              </a:spcAft>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endParaRPr lang="en-US" dirty="0"/>
          </a:p>
        </p:txBody>
      </p:sp>
      <p:sp>
        <p:nvSpPr>
          <p:cNvPr id="2" name="Textplatzhalter 8">
            <a:extLst>
              <a:ext uri="{FF2B5EF4-FFF2-40B4-BE49-F238E27FC236}">
                <a16:creationId xmlns:a16="http://schemas.microsoft.com/office/drawing/2014/main" id="{FE96CCAE-DEB1-05B2-23F4-80296F42DC33}"/>
              </a:ext>
            </a:extLst>
          </p:cNvPr>
          <p:cNvSpPr>
            <a:spLocks noGrp="1"/>
          </p:cNvSpPr>
          <p:nvPr>
            <p:ph type="body" sz="quarter" idx="41" hasCustomPrompt="1"/>
          </p:nvPr>
        </p:nvSpPr>
        <p:spPr bwMode="gray">
          <a:xfrm>
            <a:off x="1485714" y="252931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dirty="0"/>
              <a:t>First level</a:t>
            </a:r>
          </a:p>
          <a:p>
            <a:pPr lvl="1"/>
            <a:r>
              <a:rPr lang="en-US" dirty="0"/>
              <a:t>Second level</a:t>
            </a:r>
          </a:p>
        </p:txBody>
      </p:sp>
      <p:sp>
        <p:nvSpPr>
          <p:cNvPr id="3" name="Textplatzhalter 8">
            <a:extLst>
              <a:ext uri="{FF2B5EF4-FFF2-40B4-BE49-F238E27FC236}">
                <a16:creationId xmlns:a16="http://schemas.microsoft.com/office/drawing/2014/main" id="{A507323D-32FF-D21E-0B11-BE50DD3C09B2}"/>
              </a:ext>
            </a:extLst>
          </p:cNvPr>
          <p:cNvSpPr>
            <a:spLocks noGrp="1"/>
          </p:cNvSpPr>
          <p:nvPr>
            <p:ph type="body" sz="quarter" idx="42" hasCustomPrompt="1"/>
          </p:nvPr>
        </p:nvSpPr>
        <p:spPr bwMode="gray">
          <a:xfrm>
            <a:off x="1485714"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dirty="0"/>
              <a:t>First level</a:t>
            </a:r>
          </a:p>
          <a:p>
            <a:pPr lvl="1"/>
            <a:r>
              <a:rPr lang="en-US" dirty="0"/>
              <a:t>Second level</a:t>
            </a:r>
          </a:p>
        </p:txBody>
      </p:sp>
      <p:sp>
        <p:nvSpPr>
          <p:cNvPr id="8" name="Textplatzhalter 8">
            <a:extLst>
              <a:ext uri="{FF2B5EF4-FFF2-40B4-BE49-F238E27FC236}">
                <a16:creationId xmlns:a16="http://schemas.microsoft.com/office/drawing/2014/main" id="{7E31A785-5524-76BF-9060-B6AA5B0F30E7}"/>
              </a:ext>
            </a:extLst>
          </p:cNvPr>
          <p:cNvSpPr>
            <a:spLocks noGrp="1"/>
          </p:cNvSpPr>
          <p:nvPr>
            <p:ph type="body" sz="quarter" idx="43" hasCustomPrompt="1"/>
          </p:nvPr>
        </p:nvSpPr>
        <p:spPr bwMode="gray">
          <a:xfrm>
            <a:off x="1485714"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dirty="0"/>
              <a:t>First level</a:t>
            </a:r>
          </a:p>
          <a:p>
            <a:pPr lvl="1"/>
            <a:r>
              <a:rPr lang="en-US" dirty="0"/>
              <a:t>Second level</a:t>
            </a:r>
          </a:p>
        </p:txBody>
      </p:sp>
      <p:sp>
        <p:nvSpPr>
          <p:cNvPr id="10" name="Textplatzhalter 8">
            <a:extLst>
              <a:ext uri="{FF2B5EF4-FFF2-40B4-BE49-F238E27FC236}">
                <a16:creationId xmlns:a16="http://schemas.microsoft.com/office/drawing/2014/main" id="{EFEA4E51-2FA4-4753-1997-132CFAA3ED77}"/>
              </a:ext>
            </a:extLst>
          </p:cNvPr>
          <p:cNvSpPr>
            <a:spLocks noGrp="1"/>
          </p:cNvSpPr>
          <p:nvPr>
            <p:ph type="body" sz="quarter" idx="44" hasCustomPrompt="1"/>
          </p:nvPr>
        </p:nvSpPr>
        <p:spPr bwMode="gray">
          <a:xfrm>
            <a:off x="7248624"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dirty="0"/>
              <a:t>First level</a:t>
            </a:r>
          </a:p>
          <a:p>
            <a:pPr lvl="1"/>
            <a:r>
              <a:rPr lang="en-US" dirty="0"/>
              <a:t>Second level</a:t>
            </a:r>
          </a:p>
        </p:txBody>
      </p:sp>
      <p:sp>
        <p:nvSpPr>
          <p:cNvPr id="12" name="Textplatzhalter 8">
            <a:extLst>
              <a:ext uri="{FF2B5EF4-FFF2-40B4-BE49-F238E27FC236}">
                <a16:creationId xmlns:a16="http://schemas.microsoft.com/office/drawing/2014/main" id="{AB9A186C-679D-438B-04CB-003052B11225}"/>
              </a:ext>
            </a:extLst>
          </p:cNvPr>
          <p:cNvSpPr>
            <a:spLocks noGrp="1"/>
          </p:cNvSpPr>
          <p:nvPr>
            <p:ph type="body" sz="quarter" idx="45" hasCustomPrompt="1"/>
          </p:nvPr>
        </p:nvSpPr>
        <p:spPr bwMode="gray">
          <a:xfrm>
            <a:off x="7248624" y="252931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dirty="0"/>
              <a:t>First level</a:t>
            </a:r>
          </a:p>
          <a:p>
            <a:pPr lvl="1"/>
            <a:r>
              <a:rPr lang="en-US" dirty="0"/>
              <a:t>Second level</a:t>
            </a:r>
          </a:p>
        </p:txBody>
      </p:sp>
      <p:sp>
        <p:nvSpPr>
          <p:cNvPr id="13" name="Textplatzhalter 8">
            <a:extLst>
              <a:ext uri="{FF2B5EF4-FFF2-40B4-BE49-F238E27FC236}">
                <a16:creationId xmlns:a16="http://schemas.microsoft.com/office/drawing/2014/main" id="{5442791C-C3FF-9B10-DCFF-2C95FAD1ACA5}"/>
              </a:ext>
            </a:extLst>
          </p:cNvPr>
          <p:cNvSpPr>
            <a:spLocks noGrp="1"/>
          </p:cNvSpPr>
          <p:nvPr>
            <p:ph type="body" sz="quarter" idx="46" hasCustomPrompt="1"/>
          </p:nvPr>
        </p:nvSpPr>
        <p:spPr bwMode="gray">
          <a:xfrm>
            <a:off x="7248624"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dirty="0"/>
              <a:t>First level</a:t>
            </a:r>
          </a:p>
          <a:p>
            <a:pPr lvl="1"/>
            <a:r>
              <a:rPr lang="en-US" dirty="0"/>
              <a:t>Second level</a:t>
            </a:r>
          </a:p>
        </p:txBody>
      </p:sp>
      <p:sp>
        <p:nvSpPr>
          <p:cNvPr id="14" name="Textplatzhalter 8">
            <a:extLst>
              <a:ext uri="{FF2B5EF4-FFF2-40B4-BE49-F238E27FC236}">
                <a16:creationId xmlns:a16="http://schemas.microsoft.com/office/drawing/2014/main" id="{0EB776AE-0143-C85F-03FB-98448F3729D0}"/>
              </a:ext>
            </a:extLst>
          </p:cNvPr>
          <p:cNvSpPr>
            <a:spLocks noGrp="1"/>
          </p:cNvSpPr>
          <p:nvPr>
            <p:ph type="body" sz="quarter" idx="47" hasCustomPrompt="1"/>
          </p:nvPr>
        </p:nvSpPr>
        <p:spPr bwMode="gray">
          <a:xfrm>
            <a:off x="7248624"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dirty="0"/>
              <a:t>First level</a:t>
            </a:r>
          </a:p>
          <a:p>
            <a:pPr lvl="1"/>
            <a:r>
              <a:rPr lang="en-US" dirty="0"/>
              <a:t>Second level</a:t>
            </a:r>
          </a:p>
        </p:txBody>
      </p:sp>
      <p:pic>
        <p:nvPicPr>
          <p:cNvPr id="4" name="Grafik 3">
            <a:extLst>
              <a:ext uri="{FF2B5EF4-FFF2-40B4-BE49-F238E27FC236}">
                <a16:creationId xmlns:a16="http://schemas.microsoft.com/office/drawing/2014/main" id="{6FF19CC3-3A21-2383-F22A-797AA780005E}"/>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1828961397"/>
      </p:ext>
    </p:extLst>
  </p:cSld>
  <p:clrMapOvr>
    <a:masterClrMapping/>
  </p:clrMapOvr>
  <p:extLst>
    <p:ext uri="{DCECCB84-F9BA-43D5-87BE-67443E8EF086}">
      <p15:sldGuideLst xmlns:p15="http://schemas.microsoft.com/office/powerpoint/2012/main">
        <p15:guide id="3" pos="3749" userDrawn="1">
          <p15:clr>
            <a:srgbClr val="FBAE40"/>
          </p15:clr>
        </p15:guide>
        <p15:guide id="5" pos="3931"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hapter divider (1)">
    <p:bg>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4"/>
            <a:ext cx="7632701" cy="1799861"/>
          </a:xfrm>
        </p:spPr>
        <p:txBody>
          <a:bodyPr anchor="b"/>
          <a:lstStyle>
            <a:lvl1pPr>
              <a:defRPr sz="4000">
                <a:solidFill>
                  <a:schemeClr val="bg2"/>
                </a:solidFill>
              </a:defRPr>
            </a:lvl1pPr>
          </a:lstStyle>
          <a:p>
            <a:r>
              <a:rPr lang="en-US" dirty="0"/>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9pPr>
          </a:lstStyle>
          <a:p>
            <a:r>
              <a:rPr lang="en-US" dirty="0"/>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2"/>
                </a:solidFill>
              </a:defRPr>
            </a:lvl1pPr>
          </a:lstStyle>
          <a:p>
            <a:fld id="{8FF9B0DE-3FEB-4AA0-B465-B80EF7C1333D}" type="slidenum">
              <a:rPr lang="en-US" smtClean="0"/>
              <a:pPr/>
              <a:t>‹#›</a:t>
            </a:fld>
            <a:endParaRPr lang="en-US" dirty="0"/>
          </a:p>
        </p:txBody>
      </p:sp>
      <p:sp>
        <p:nvSpPr>
          <p:cNvPr id="6" name="Fußzeilenplatzhalter 5">
            <a:extLst>
              <a:ext uri="{FF2B5EF4-FFF2-40B4-BE49-F238E27FC236}">
                <a16:creationId xmlns:a16="http://schemas.microsoft.com/office/drawing/2014/main" id="{4769088E-E8C5-EC8B-3FB8-5430FCA3DC4B}"/>
              </a:ext>
            </a:extLst>
          </p:cNvPr>
          <p:cNvSpPr>
            <a:spLocks noGrp="1"/>
          </p:cNvSpPr>
          <p:nvPr>
            <p:ph type="ftr" sz="quarter" idx="19"/>
          </p:nvPr>
        </p:nvSpPr>
        <p:spPr bwMode="gray"/>
        <p:txBody>
          <a:bodyPr/>
          <a:lstStyle/>
          <a:p>
            <a:r>
              <a:rPr lang="en-US"/>
              <a:t>RISW 2026</a:t>
            </a:r>
            <a:endParaRPr lang="en-US" dirty="0"/>
          </a:p>
        </p:txBody>
      </p:sp>
    </p:spTree>
    <p:extLst>
      <p:ext uri="{BB962C8B-B14F-4D97-AF65-F5344CB8AC3E}">
        <p14:creationId xmlns:p14="http://schemas.microsoft.com/office/powerpoint/2010/main" val="47710885"/>
      </p:ext>
    </p:extLst>
  </p:cSld>
  <p:clrMapOvr>
    <a:masterClrMapping/>
  </p:clrMapOvr>
  <p:extLst>
    <p:ext uri="{DCECCB84-F9BA-43D5-87BE-67443E8EF086}">
      <p15:sldGuideLst xmlns:p15="http://schemas.microsoft.com/office/powerpoint/2012/main">
        <p15:guide id="1" orient="horz" pos="2024" userDrawn="1">
          <p15:clr>
            <a:srgbClr val="FBAE40"/>
          </p15:clr>
        </p15:guide>
        <p15:guide id="2" orient="horz" pos="2251"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hapter divider (2)">
    <p:bg>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4"/>
            <a:ext cx="7632701" cy="1799861"/>
          </a:xfrm>
        </p:spPr>
        <p:txBody>
          <a:bodyPr anchor="b"/>
          <a:lstStyle>
            <a:lvl1pPr>
              <a:defRPr sz="4000">
                <a:solidFill>
                  <a:schemeClr val="tx2"/>
                </a:solidFill>
              </a:defRPr>
            </a:lvl1pPr>
          </a:lstStyle>
          <a:p>
            <a:r>
              <a:rPr lang="en-US" dirty="0"/>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dirty="0"/>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dirty="0"/>
          </a:p>
        </p:txBody>
      </p:sp>
      <p:pic>
        <p:nvPicPr>
          <p:cNvPr id="4" name="Grafik 3">
            <a:extLst>
              <a:ext uri="{FF2B5EF4-FFF2-40B4-BE49-F238E27FC236}">
                <a16:creationId xmlns:a16="http://schemas.microsoft.com/office/drawing/2014/main" id="{7E3CE082-8BE8-42AC-F40F-87B704B7B141}"/>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0"/>
            <a:ext cx="1234800" cy="372727"/>
          </a:xfrm>
          <a:prstGeom prst="rect">
            <a:avLst/>
          </a:prstGeom>
        </p:spPr>
      </p:pic>
      <p:sp>
        <p:nvSpPr>
          <p:cNvPr id="8" name="Fußzeilenplatzhalter 7">
            <a:extLst>
              <a:ext uri="{FF2B5EF4-FFF2-40B4-BE49-F238E27FC236}">
                <a16:creationId xmlns:a16="http://schemas.microsoft.com/office/drawing/2014/main" id="{C09303A1-9EA9-72D7-63F5-E6B6F685FAE0}"/>
              </a:ext>
            </a:extLst>
          </p:cNvPr>
          <p:cNvSpPr>
            <a:spLocks noGrp="1"/>
          </p:cNvSpPr>
          <p:nvPr>
            <p:ph type="ftr" sz="quarter" idx="19"/>
          </p:nvPr>
        </p:nvSpPr>
        <p:spPr bwMode="gray"/>
        <p:txBody>
          <a:bodyPr/>
          <a:lstStyle>
            <a:lvl1pPr>
              <a:defRPr>
                <a:solidFill>
                  <a:schemeClr val="bg1"/>
                </a:solidFill>
              </a:defRPr>
            </a:lvl1pPr>
          </a:lstStyle>
          <a:p>
            <a:r>
              <a:rPr lang="en-US"/>
              <a:t>RISW 2026</a:t>
            </a:r>
            <a:endParaRPr lang="en-US" dirty="0"/>
          </a:p>
        </p:txBody>
      </p:sp>
    </p:spTree>
    <p:extLst>
      <p:ext uri="{BB962C8B-B14F-4D97-AF65-F5344CB8AC3E}">
        <p14:creationId xmlns:p14="http://schemas.microsoft.com/office/powerpoint/2010/main" val="3099830585"/>
      </p:ext>
    </p:extLst>
  </p:cSld>
  <p:clrMapOvr>
    <a:masterClrMapping/>
  </p:clrMapOvr>
  <p:extLst>
    <p:ext uri="{DCECCB84-F9BA-43D5-87BE-67443E8EF086}">
      <p15:sldGuideLst xmlns:p15="http://schemas.microsoft.com/office/powerpoint/2012/main">
        <p15:guide id="3" orient="horz" pos="2024" userDrawn="1">
          <p15:clr>
            <a:srgbClr val="FBAE40"/>
          </p15:clr>
        </p15:guide>
        <p15:guide id="4" orient="horz" pos="2251"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hapter divider (image)">
    <p:bg>
      <p:bgPr>
        <a:solidFill>
          <a:schemeClr val="bg2"/>
        </a:solidFill>
        <a:effectLst/>
      </p:bgPr>
    </p:bg>
    <p:spTree>
      <p:nvGrpSpPr>
        <p:cNvPr id="1" name=""/>
        <p:cNvGrpSpPr/>
        <p:nvPr/>
      </p:nvGrpSpPr>
      <p:grpSpPr>
        <a:xfrm>
          <a:off x="0" y="0"/>
          <a:ext cx="0" cy="0"/>
          <a:chOff x="0" y="0"/>
          <a:chExt cx="0" cy="0"/>
        </a:xfrm>
      </p:grpSpPr>
      <p:sp>
        <p:nvSpPr>
          <p:cNvPr id="8" name="Bildplatzhalter 10">
            <a:extLst>
              <a:ext uri="{FF2B5EF4-FFF2-40B4-BE49-F238E27FC236}">
                <a16:creationId xmlns:a16="http://schemas.microsoft.com/office/drawing/2014/main" id="{47C26184-1D1B-92B8-25CF-5F2442C1A0BD}"/>
              </a:ext>
            </a:extLst>
          </p:cNvPr>
          <p:cNvSpPr>
            <a:spLocks noGrp="1"/>
          </p:cNvSpPr>
          <p:nvPr>
            <p:ph type="pic" sz="quarter" idx="10" hasCustomPrompt="1"/>
          </p:nvPr>
        </p:nvSpPr>
        <p:spPr bwMode="gray">
          <a:xfrm>
            <a:off x="6096000" y="0"/>
            <a:ext cx="6096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dirty="0"/>
              <a:t>Add picture</a:t>
            </a:r>
          </a:p>
        </p:txBody>
      </p:sp>
      <p:sp>
        <p:nvSpPr>
          <p:cNvPr id="2" name="Titel 1"/>
          <p:cNvSpPr>
            <a:spLocks noGrp="1"/>
          </p:cNvSpPr>
          <p:nvPr>
            <p:ph type="title" hasCustomPrompt="1"/>
          </p:nvPr>
        </p:nvSpPr>
        <p:spPr bwMode="gray">
          <a:xfrm>
            <a:off x="479424" y="1412874"/>
            <a:ext cx="5329239" cy="1799861"/>
          </a:xfrm>
        </p:spPr>
        <p:txBody>
          <a:bodyPr anchor="b"/>
          <a:lstStyle>
            <a:lvl1pPr>
              <a:defRPr sz="4000">
                <a:solidFill>
                  <a:schemeClr val="tx2"/>
                </a:solidFill>
              </a:defRPr>
            </a:lvl1pPr>
          </a:lstStyle>
          <a:p>
            <a:r>
              <a:rPr lang="en-US" dirty="0"/>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5329239"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dirty="0"/>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dirty="0"/>
          </a:p>
        </p:txBody>
      </p:sp>
      <p:pic>
        <p:nvPicPr>
          <p:cNvPr id="5" name="Grafik 4">
            <a:extLst>
              <a:ext uri="{FF2B5EF4-FFF2-40B4-BE49-F238E27FC236}">
                <a16:creationId xmlns:a16="http://schemas.microsoft.com/office/drawing/2014/main" id="{EE7772F2-FA6E-58A9-9E00-5407C4C6D9D5}"/>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0"/>
            <a:ext cx="1234800" cy="372727"/>
          </a:xfrm>
          <a:prstGeom prst="rect">
            <a:avLst/>
          </a:prstGeom>
        </p:spPr>
      </p:pic>
      <p:sp>
        <p:nvSpPr>
          <p:cNvPr id="12" name="Fußzeilenplatzhalter 11">
            <a:extLst>
              <a:ext uri="{FF2B5EF4-FFF2-40B4-BE49-F238E27FC236}">
                <a16:creationId xmlns:a16="http://schemas.microsoft.com/office/drawing/2014/main" id="{0118AE22-AF85-0585-B755-09D18B404308}"/>
              </a:ext>
            </a:extLst>
          </p:cNvPr>
          <p:cNvSpPr>
            <a:spLocks noGrp="1"/>
          </p:cNvSpPr>
          <p:nvPr>
            <p:ph type="ftr" sz="quarter" idx="19"/>
          </p:nvPr>
        </p:nvSpPr>
        <p:spPr bwMode="gray"/>
        <p:txBody>
          <a:bodyPr/>
          <a:lstStyle>
            <a:lvl1pPr>
              <a:defRPr>
                <a:solidFill>
                  <a:schemeClr val="bg1"/>
                </a:solidFill>
              </a:defRPr>
            </a:lvl1pPr>
          </a:lstStyle>
          <a:p>
            <a:r>
              <a:rPr lang="en-US"/>
              <a:t>RISW 2026</a:t>
            </a:r>
            <a:endParaRPr lang="en-US" dirty="0"/>
          </a:p>
        </p:txBody>
      </p:sp>
      <p:grpSp>
        <p:nvGrpSpPr>
          <p:cNvPr id="10" name="Group 9">
            <a:extLst>
              <a:ext uri="{FF2B5EF4-FFF2-40B4-BE49-F238E27FC236}">
                <a16:creationId xmlns:a16="http://schemas.microsoft.com/office/drawing/2014/main" id="{B78CD016-4687-598D-8C8E-1BFD64D10F39}"/>
              </a:ext>
            </a:extLst>
          </p:cNvPr>
          <p:cNvGrpSpPr/>
          <p:nvPr userDrawn="1"/>
        </p:nvGrpSpPr>
        <p:grpSpPr>
          <a:xfrm>
            <a:off x="-1896888" y="-1"/>
            <a:ext cx="1715078" cy="3968906"/>
            <a:chOff x="-1896888" y="-1"/>
            <a:chExt cx="1715078" cy="3968906"/>
          </a:xfrm>
        </p:grpSpPr>
        <p:grpSp>
          <p:nvGrpSpPr>
            <p:cNvPr id="11" name="Group 10">
              <a:extLst>
                <a:ext uri="{FF2B5EF4-FFF2-40B4-BE49-F238E27FC236}">
                  <a16:creationId xmlns:a16="http://schemas.microsoft.com/office/drawing/2014/main" id="{BCDD8833-C4BF-CFBD-A7C3-72ECBDC5955D}"/>
                </a:ext>
                <a:ext uri="{C183D7F6-B498-43B3-948B-1728B52AA6E4}">
                  <adec:decorative xmlns:adec="http://schemas.microsoft.com/office/drawing/2017/decorative" val="1"/>
                </a:ext>
              </a:extLst>
            </p:cNvPr>
            <p:cNvGrpSpPr/>
            <p:nvPr userDrawn="1"/>
          </p:nvGrpSpPr>
          <p:grpSpPr bwMode="gray">
            <a:xfrm>
              <a:off x="-1896888" y="-1"/>
              <a:ext cx="1715078" cy="3968906"/>
              <a:chOff x="-1824880" y="2708919"/>
              <a:chExt cx="1715078" cy="3968906"/>
            </a:xfrm>
          </p:grpSpPr>
          <p:sp>
            <p:nvSpPr>
              <p:cNvPr id="14" name="TextBox 13">
                <a:extLst>
                  <a:ext uri="{FF2B5EF4-FFF2-40B4-BE49-F238E27FC236}">
                    <a16:creationId xmlns:a16="http://schemas.microsoft.com/office/drawing/2014/main" id="{F0685764-AEDE-620D-FBEE-C95D08CA746F}"/>
                  </a:ext>
                </a:extLst>
              </p:cNvPr>
              <p:cNvSpPr txBox="1"/>
              <p:nvPr userDrawn="1"/>
            </p:nvSpPr>
            <p:spPr bwMode="gray">
              <a:xfrm>
                <a:off x="-1824880" y="2708919"/>
                <a:ext cx="1715078" cy="3968905"/>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dirty="0">
                    <a:solidFill>
                      <a:schemeClr val="tx1"/>
                    </a:solidFill>
                    <a:effectLst/>
                    <a:latin typeface="+mj-lt"/>
                  </a:rPr>
                  <a:t>To insert a picture:</a:t>
                </a:r>
              </a:p>
              <a:p>
                <a:pPr marL="144000" indent="-144000">
                  <a:lnSpc>
                    <a:spcPct val="120000"/>
                  </a:lnSpc>
                  <a:spcAft>
                    <a:spcPts val="600"/>
                  </a:spcAft>
                  <a:buFont typeface="+mj-lt"/>
                  <a:buAutoNum type="arabicPeriod"/>
                </a:pPr>
                <a:r>
                  <a:rPr lang="en-US" sz="900" dirty="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dirty="0">
                    <a:solidFill>
                      <a:schemeClr val="tx1"/>
                    </a:solidFill>
                    <a:effectLst/>
                    <a:latin typeface="+mn-lt"/>
                  </a:rPr>
                  <a:t>Open the menu “Graphics Format”</a:t>
                </a:r>
              </a:p>
              <a:p>
                <a:pPr marL="144000" indent="-144000">
                  <a:lnSpc>
                    <a:spcPct val="120000"/>
                  </a:lnSpc>
                  <a:spcAft>
                    <a:spcPts val="600"/>
                  </a:spcAft>
                  <a:buFont typeface="+mj-lt"/>
                  <a:buAutoNum type="arabicPeriod"/>
                </a:pPr>
                <a:r>
                  <a:rPr lang="en-US" sz="900" dirty="0">
                    <a:solidFill>
                      <a:schemeClr val="tx1"/>
                    </a:solidFill>
                    <a:effectLst/>
                    <a:latin typeface="+mn-lt"/>
                  </a:rPr>
                  <a:t>Choose “Change Graphic” and then the corresponding source where the image is located</a:t>
                </a:r>
                <a:endParaRPr lang="en-US" sz="900" dirty="0">
                  <a:solidFill>
                    <a:schemeClr val="tx1"/>
                  </a:solidFill>
                  <a:latin typeface="+mn-lt"/>
                </a:endParaRPr>
              </a:p>
            </p:txBody>
          </p:sp>
          <p:sp>
            <p:nvSpPr>
              <p:cNvPr id="15" name="TextBox 14">
                <a:extLst>
                  <a:ext uri="{FF2B5EF4-FFF2-40B4-BE49-F238E27FC236}">
                    <a16:creationId xmlns:a16="http://schemas.microsoft.com/office/drawing/2014/main" id="{A7395E8C-2AC2-7DED-FCFA-41FE76D01DF5}"/>
                  </a:ext>
                </a:extLst>
              </p:cNvPr>
              <p:cNvSpPr txBox="1"/>
              <p:nvPr userDrawn="1"/>
            </p:nvSpPr>
            <p:spPr bwMode="gray">
              <a:xfrm>
                <a:off x="-1824880" y="5813729"/>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dirty="0">
                    <a:solidFill>
                      <a:schemeClr val="tx1"/>
                    </a:solidFill>
                    <a:effectLst/>
                    <a:latin typeface="+mn-lt"/>
                  </a:rPr>
                  <a:t>Now the image has </a:t>
                </a:r>
                <a:br>
                  <a:rPr lang="en-US" sz="900" dirty="0">
                    <a:solidFill>
                      <a:schemeClr val="tx1"/>
                    </a:solidFill>
                    <a:effectLst/>
                    <a:latin typeface="+mn-lt"/>
                  </a:rPr>
                </a:br>
                <a:r>
                  <a:rPr lang="en-US" sz="900" dirty="0">
                    <a:solidFill>
                      <a:schemeClr val="tx1"/>
                    </a:solidFill>
                    <a:effectLst/>
                    <a:latin typeface="+mn-lt"/>
                  </a:rPr>
                  <a:t>been loaded into the </a:t>
                </a:r>
                <a:br>
                  <a:rPr lang="en-US" sz="900" dirty="0">
                    <a:solidFill>
                      <a:schemeClr val="tx1"/>
                    </a:solidFill>
                    <a:effectLst/>
                    <a:latin typeface="+mn-lt"/>
                  </a:rPr>
                </a:br>
                <a:r>
                  <a:rPr lang="en-US" sz="900" dirty="0">
                    <a:solidFill>
                      <a:schemeClr val="tx1"/>
                    </a:solidFill>
                    <a:effectLst/>
                    <a:latin typeface="+mn-lt"/>
                  </a:rPr>
                  <a:t>placeholder.</a:t>
                </a:r>
                <a:endParaRPr lang="en-US" sz="900" dirty="0">
                  <a:solidFill>
                    <a:schemeClr val="tx1"/>
                  </a:solidFill>
                  <a:latin typeface="+mn-lt"/>
                </a:endParaRPr>
              </a:p>
            </p:txBody>
          </p:sp>
        </p:grpSp>
        <p:pic>
          <p:nvPicPr>
            <p:cNvPr id="13" name="Picture 12">
              <a:extLst>
                <a:ext uri="{FF2B5EF4-FFF2-40B4-BE49-F238E27FC236}">
                  <a16:creationId xmlns:a16="http://schemas.microsoft.com/office/drawing/2014/main" id="{D993BA57-9841-0733-8744-B108ED4862BA}"/>
                </a:ext>
              </a:extLst>
            </p:cNvPr>
            <p:cNvPicPr>
              <a:picLocks noChangeAspect="1"/>
            </p:cNvPicPr>
            <p:nvPr userDrawn="1"/>
          </p:nvPicPr>
          <p:blipFill>
            <a:blip r:embed="rId3"/>
            <a:stretch>
              <a:fillRect/>
            </a:stretch>
          </p:blipFill>
          <p:spPr>
            <a:xfrm>
              <a:off x="-1752872" y="2087812"/>
              <a:ext cx="1080120" cy="984668"/>
            </a:xfrm>
            <a:prstGeom prst="rect">
              <a:avLst/>
            </a:prstGeom>
          </p:spPr>
        </p:pic>
      </p:grpSp>
    </p:spTree>
    <p:extLst>
      <p:ext uri="{BB962C8B-B14F-4D97-AF65-F5344CB8AC3E}">
        <p14:creationId xmlns:p14="http://schemas.microsoft.com/office/powerpoint/2010/main" val="3319586275"/>
      </p:ext>
    </p:extLst>
  </p:cSld>
  <p:clrMapOvr>
    <a:masterClrMapping/>
  </p:clrMapOvr>
  <p:extLst>
    <p:ext uri="{DCECCB84-F9BA-43D5-87BE-67443E8EF086}">
      <p15:sldGuideLst xmlns:p15="http://schemas.microsoft.com/office/powerpoint/2012/main">
        <p15:guide id="1" pos="3840" userDrawn="1">
          <p15:clr>
            <a:srgbClr val="FBAE40"/>
          </p15:clr>
        </p15:guide>
        <p15:guide id="2" orient="horz" pos="2024" userDrawn="1">
          <p15:clr>
            <a:srgbClr val="FBAE40"/>
          </p15:clr>
        </p15:guide>
        <p15:guide id="3" orient="horz" pos="2251"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One content">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dirty="0"/>
              <a:t>Add  title of the slide</a:t>
            </a:r>
          </a:p>
        </p:txBody>
      </p:sp>
      <p:sp>
        <p:nvSpPr>
          <p:cNvPr id="3" name="Inhaltsplatzhalter 2"/>
          <p:cNvSpPr>
            <a:spLocks noGrp="1"/>
          </p:cNvSpPr>
          <p:nvPr>
            <p:ph idx="1" hasCustomPrompt="1"/>
          </p:nvPr>
        </p:nvSpPr>
        <p:spPr bwMode="gray">
          <a:xfrm>
            <a:off x="479424" y="1412876"/>
            <a:ext cx="11233151"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endParaRPr lang="en-US" dirty="0"/>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dirty="0"/>
              <a:t>Footnote/Source</a:t>
            </a:r>
          </a:p>
        </p:txBody>
      </p:sp>
      <p:sp>
        <p:nvSpPr>
          <p:cNvPr id="4" name="Fußzeilenplatzhalter 3">
            <a:extLst>
              <a:ext uri="{FF2B5EF4-FFF2-40B4-BE49-F238E27FC236}">
                <a16:creationId xmlns:a16="http://schemas.microsoft.com/office/drawing/2014/main" id="{D2A15767-C935-9245-AEC6-4E3D0D96A295}"/>
              </a:ext>
            </a:extLst>
          </p:cNvPr>
          <p:cNvSpPr>
            <a:spLocks noGrp="1"/>
          </p:cNvSpPr>
          <p:nvPr>
            <p:ph type="ftr" sz="quarter" idx="19"/>
          </p:nvPr>
        </p:nvSpPr>
        <p:spPr bwMode="gray"/>
        <p:txBody>
          <a:bodyPr/>
          <a:lstStyle/>
          <a:p>
            <a:r>
              <a:rPr lang="en-US"/>
              <a:t>RISW 2026</a:t>
            </a:r>
            <a:endParaRPr lang="en-US" dirty="0"/>
          </a:p>
        </p:txBody>
      </p:sp>
      <p:sp>
        <p:nvSpPr>
          <p:cNvPr id="5" name="Foliennummernplatzhalter 4">
            <a:extLst>
              <a:ext uri="{FF2B5EF4-FFF2-40B4-BE49-F238E27FC236}">
                <a16:creationId xmlns:a16="http://schemas.microsoft.com/office/drawing/2014/main" id="{5CC89D3B-393F-9E87-6D42-19413F2259DA}"/>
              </a:ext>
            </a:extLst>
          </p:cNvPr>
          <p:cNvSpPr>
            <a:spLocks noGrp="1"/>
          </p:cNvSpPr>
          <p:nvPr>
            <p:ph type="sldNum" sz="quarter" idx="20"/>
          </p:nvPr>
        </p:nvSpPr>
        <p:spPr bwMode="gray"/>
        <p:txBody>
          <a:bodyPr/>
          <a:lstStyle/>
          <a:p>
            <a:fld id="{DF4E8F9F-5B1F-4F5B-BE49-3245D8C18D9F}" type="slidenum">
              <a:rPr lang="en-US" smtClean="0"/>
              <a:pPr/>
              <a:t>‹#›</a:t>
            </a:fld>
            <a:endParaRPr lang="en-US" dirty="0"/>
          </a:p>
        </p:txBody>
      </p:sp>
    </p:spTree>
    <p:extLst>
      <p:ext uri="{BB962C8B-B14F-4D97-AF65-F5344CB8AC3E}">
        <p14:creationId xmlns:p14="http://schemas.microsoft.com/office/powerpoint/2010/main" val="216705587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One content dark">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solidFill>
                  <a:schemeClr val="tx2"/>
                </a:solidFill>
              </a:defRPr>
            </a:lvl1pPr>
          </a:lstStyle>
          <a:p>
            <a:r>
              <a:rPr lang="en-US" dirty="0"/>
              <a:t>Add Title</a:t>
            </a:r>
          </a:p>
        </p:txBody>
      </p:sp>
      <p:sp>
        <p:nvSpPr>
          <p:cNvPr id="3" name="Inhaltsplatzhalter 2"/>
          <p:cNvSpPr>
            <a:spLocks noGrp="1"/>
          </p:cNvSpPr>
          <p:nvPr>
            <p:ph idx="1" hasCustomPrompt="1"/>
          </p:nvPr>
        </p:nvSpPr>
        <p:spPr bwMode="gray">
          <a:xfrm>
            <a:off x="479424" y="1412876"/>
            <a:ext cx="11233151"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endParaRPr lang="en-US" dirty="0"/>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dirty="0"/>
              <a:t>Footnote/Source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RISW 2026</a:t>
            </a:r>
            <a:endParaRPr lang="en-US" dirty="0"/>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dirty="0"/>
          </a:p>
        </p:txBody>
      </p:sp>
      <p:pic>
        <p:nvPicPr>
          <p:cNvPr id="6" name="Grafik 5">
            <a:extLst>
              <a:ext uri="{FF2B5EF4-FFF2-40B4-BE49-F238E27FC236}">
                <a16:creationId xmlns:a16="http://schemas.microsoft.com/office/drawing/2014/main" id="{655943AA-9582-D43E-426E-499CC57E5187}"/>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408926555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and margin">
    <p:spTree>
      <p:nvGrpSpPr>
        <p:cNvPr id="1" name=""/>
        <p:cNvGrpSpPr/>
        <p:nvPr/>
      </p:nvGrpSpPr>
      <p:grpSpPr>
        <a:xfrm>
          <a:off x="0" y="0"/>
          <a:ext cx="0" cy="0"/>
          <a:chOff x="0" y="0"/>
          <a:chExt cx="0" cy="0"/>
        </a:xfrm>
      </p:grpSpPr>
      <p:sp>
        <p:nvSpPr>
          <p:cNvPr id="34" name="Rechteck 33">
            <a:extLst>
              <a:ext uri="{FF2B5EF4-FFF2-40B4-BE49-F238E27FC236}">
                <a16:creationId xmlns:a16="http://schemas.microsoft.com/office/drawing/2014/main" id="{84215E1E-700C-C89C-752F-44395B135461}"/>
              </a:ext>
              <a:ext uri="{C183D7F6-B498-43B3-948B-1728B52AA6E4}">
                <adec:decorative xmlns:adec="http://schemas.microsoft.com/office/drawing/2017/decorative" val="1"/>
              </a:ext>
            </a:extLst>
          </p:cNvPr>
          <p:cNvSpPr/>
          <p:nvPr userDrawn="1"/>
        </p:nvSpPr>
        <p:spPr bwMode="gray">
          <a:xfrm>
            <a:off x="-2" y="0"/>
            <a:ext cx="4060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sp>
        <p:nvSpPr>
          <p:cNvPr id="35" name="Inhaltsplatzhalter 2">
            <a:extLst>
              <a:ext uri="{FF2B5EF4-FFF2-40B4-BE49-F238E27FC236}">
                <a16:creationId xmlns:a16="http://schemas.microsoft.com/office/drawing/2014/main" id="{4A542F52-D035-BA1E-2A34-D854AAA7222A}"/>
              </a:ext>
            </a:extLst>
          </p:cNvPr>
          <p:cNvSpPr>
            <a:spLocks noGrp="1"/>
          </p:cNvSpPr>
          <p:nvPr>
            <p:ph idx="16" hasCustomPrompt="1"/>
          </p:nvPr>
        </p:nvSpPr>
        <p:spPr bwMode="gray">
          <a:xfrm>
            <a:off x="479376" y="476670"/>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2000" indent="-216000">
              <a:defRPr sz="1200">
                <a:solidFill>
                  <a:schemeClr val="bg2"/>
                </a:solidFill>
              </a:defRPr>
            </a:lvl5pPr>
            <a:lvl6pPr marL="792000" indent="-216000">
              <a:defRPr sz="1200">
                <a:solidFill>
                  <a:schemeClr val="bg2"/>
                </a:solidFill>
              </a:defRPr>
            </a:lvl6pPr>
            <a:lvl7pPr marL="792000" indent="-216000">
              <a:defRPr sz="1200">
                <a:solidFill>
                  <a:schemeClr val="bg2"/>
                </a:solidFill>
              </a:defRPr>
            </a:lvl7pPr>
            <a:lvl8pPr marL="792000" indent="-216000">
              <a:defRPr sz="1200">
                <a:solidFill>
                  <a:schemeClr val="bg2"/>
                </a:solidFill>
              </a:defRPr>
            </a:lvl8pPr>
            <a:lvl9pPr marL="792000" indent="-216000">
              <a:defRPr sz="1200">
                <a:solidFill>
                  <a:schemeClr val="bg2"/>
                </a:solidFill>
              </a:defRPr>
            </a:lvl9pPr>
          </a:lstStyle>
          <a:p>
            <a:pPr lvl="0"/>
            <a:r>
              <a:rPr lang="en-US" dirty="0"/>
              <a:t>Edit text by clicking. Use the "Increase/decrease list level" buttons on the Start tab to switch between the set up text levels. For an optional subheading, set the text in bold.</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36" name="Fußzeilenplatzhalter 6">
            <a:extLst>
              <a:ext uri="{FF2B5EF4-FFF2-40B4-BE49-F238E27FC236}">
                <a16:creationId xmlns:a16="http://schemas.microsoft.com/office/drawing/2014/main" id="{B332508C-5411-F500-6F31-C5C0ED445C95}"/>
              </a:ext>
            </a:extLst>
          </p:cNvPr>
          <p:cNvSpPr>
            <a:spLocks noGrp="1"/>
          </p:cNvSpPr>
          <p:nvPr>
            <p:ph type="ftr" sz="quarter" idx="21"/>
          </p:nvPr>
        </p:nvSpPr>
        <p:spPr bwMode="gray">
          <a:xfrm>
            <a:off x="6312024" y="6246836"/>
            <a:ext cx="5040560" cy="288000"/>
          </a:xfrm>
        </p:spPr>
        <p:txBody>
          <a:bodyPr/>
          <a:lstStyle/>
          <a:p>
            <a:r>
              <a:rPr lang="en-US"/>
              <a:t>RISW 2026</a:t>
            </a:r>
            <a:endParaRPr lang="en-US" dirty="0"/>
          </a:p>
        </p:txBody>
      </p:sp>
      <p:sp>
        <p:nvSpPr>
          <p:cNvPr id="37" name="Foliennummernplatzhalter 7">
            <a:extLst>
              <a:ext uri="{FF2B5EF4-FFF2-40B4-BE49-F238E27FC236}">
                <a16:creationId xmlns:a16="http://schemas.microsoft.com/office/drawing/2014/main" id="{B5F613A2-11A8-7FDC-526C-1BB38FF0DE97}"/>
              </a:ext>
            </a:extLst>
          </p:cNvPr>
          <p:cNvSpPr>
            <a:spLocks noGrp="1"/>
          </p:cNvSpPr>
          <p:nvPr>
            <p:ph type="sldNum" sz="quarter" idx="22"/>
          </p:nvPr>
        </p:nvSpPr>
        <p:spPr bwMode="gray">
          <a:xfrm>
            <a:off x="11424592" y="6246836"/>
            <a:ext cx="288000" cy="288000"/>
          </a:xfrm>
        </p:spPr>
        <p:txBody>
          <a:bodyPr/>
          <a:lstStyle/>
          <a:p>
            <a:fld id="{DF4E8F9F-5B1F-4F5B-BE49-3245D8C18D9F}" type="slidenum">
              <a:rPr lang="en-US" smtClean="0"/>
              <a:pPr/>
              <a:t>‹#›</a:t>
            </a:fld>
            <a:endParaRPr lang="en-US" dirty="0"/>
          </a:p>
        </p:txBody>
      </p:sp>
      <p:pic>
        <p:nvPicPr>
          <p:cNvPr id="38" name="Grafik 37">
            <a:extLst>
              <a:ext uri="{FF2B5EF4-FFF2-40B4-BE49-F238E27FC236}">
                <a16:creationId xmlns:a16="http://schemas.microsoft.com/office/drawing/2014/main" id="{8954A06D-B79B-F0A4-3770-80026494253A}"/>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0"/>
            <a:ext cx="1234800" cy="372727"/>
          </a:xfrm>
          <a:prstGeom prst="rect">
            <a:avLst/>
          </a:prstGeom>
        </p:spPr>
      </p:pic>
      <p:sp>
        <p:nvSpPr>
          <p:cNvPr id="39" name="Titel 11">
            <a:extLst>
              <a:ext uri="{FF2B5EF4-FFF2-40B4-BE49-F238E27FC236}">
                <a16:creationId xmlns:a16="http://schemas.microsoft.com/office/drawing/2014/main" id="{4EC7957D-65EF-FAE0-99EA-D977753D2AD0}"/>
              </a:ext>
            </a:extLst>
          </p:cNvPr>
          <p:cNvSpPr>
            <a:spLocks noGrp="1"/>
          </p:cNvSpPr>
          <p:nvPr>
            <p:ph type="title" hasCustomPrompt="1"/>
          </p:nvPr>
        </p:nvSpPr>
        <p:spPr bwMode="gray">
          <a:xfrm>
            <a:off x="4540176" y="475421"/>
            <a:ext cx="7172416" cy="720000"/>
          </a:xfrm>
        </p:spPr>
        <p:txBody>
          <a:bodyPr/>
          <a:lstStyle>
            <a:lvl1pPr>
              <a:defRPr/>
            </a:lvl1pPr>
          </a:lstStyle>
          <a:p>
            <a:r>
              <a:rPr lang="en-US" dirty="0"/>
              <a:t>Add Title</a:t>
            </a:r>
          </a:p>
        </p:txBody>
      </p:sp>
      <p:sp>
        <p:nvSpPr>
          <p:cNvPr id="40" name="Inhaltsplatzhalter 2">
            <a:extLst>
              <a:ext uri="{FF2B5EF4-FFF2-40B4-BE49-F238E27FC236}">
                <a16:creationId xmlns:a16="http://schemas.microsoft.com/office/drawing/2014/main" id="{0F1808C1-3CCC-F471-CC1D-03012F31AB70}"/>
              </a:ext>
            </a:extLst>
          </p:cNvPr>
          <p:cNvSpPr>
            <a:spLocks noGrp="1"/>
          </p:cNvSpPr>
          <p:nvPr>
            <p:ph idx="1" hasCustomPrompt="1"/>
          </p:nvPr>
        </p:nvSpPr>
        <p:spPr bwMode="gray">
          <a:xfrm>
            <a:off x="4540176" y="1412874"/>
            <a:ext cx="7172416"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dirty="0"/>
              <a:t>Edit text by clicking. Use the "Increase/decrease list level" buttons on the Start tab to switch between the set up text levels. For an optional subheading, set the text in bold.</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41" name="Textplatzhalter 7">
            <a:extLst>
              <a:ext uri="{FF2B5EF4-FFF2-40B4-BE49-F238E27FC236}">
                <a16:creationId xmlns:a16="http://schemas.microsoft.com/office/drawing/2014/main" id="{002B9F49-545B-84F7-B29C-A83356CD206C}"/>
              </a:ext>
            </a:extLst>
          </p:cNvPr>
          <p:cNvSpPr>
            <a:spLocks noGrp="1"/>
          </p:cNvSpPr>
          <p:nvPr>
            <p:ph type="body" sz="quarter" idx="13" hasCustomPrompt="1"/>
          </p:nvPr>
        </p:nvSpPr>
        <p:spPr bwMode="gray">
          <a:xfrm>
            <a:off x="4540174" y="5814746"/>
            <a:ext cx="7172417"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dirty="0"/>
              <a:t>Footnote/Source</a:t>
            </a:r>
          </a:p>
        </p:txBody>
      </p:sp>
    </p:spTree>
    <p:extLst>
      <p:ext uri="{BB962C8B-B14F-4D97-AF65-F5344CB8AC3E}">
        <p14:creationId xmlns:p14="http://schemas.microsoft.com/office/powerpoint/2010/main" val="1071300890"/>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and margin (2)">
    <p:spTree>
      <p:nvGrpSpPr>
        <p:cNvPr id="1" name=""/>
        <p:cNvGrpSpPr/>
        <p:nvPr/>
      </p:nvGrpSpPr>
      <p:grpSpPr>
        <a:xfrm>
          <a:off x="0" y="0"/>
          <a:ext cx="0" cy="0"/>
          <a:chOff x="0" y="0"/>
          <a:chExt cx="0" cy="0"/>
        </a:xfrm>
      </p:grpSpPr>
      <p:sp>
        <p:nvSpPr>
          <p:cNvPr id="18" name="Rechteck 17">
            <a:extLst>
              <a:ext uri="{FF2B5EF4-FFF2-40B4-BE49-F238E27FC236}">
                <a16:creationId xmlns:a16="http://schemas.microsoft.com/office/drawing/2014/main" id="{A7D5A2D3-7C05-6C75-5D49-19ADD47D4597}"/>
              </a:ext>
              <a:ext uri="{C183D7F6-B498-43B3-948B-1728B52AA6E4}">
                <adec:decorative xmlns:adec="http://schemas.microsoft.com/office/drawing/2017/decorative" val="1"/>
              </a:ext>
            </a:extLst>
          </p:cNvPr>
          <p:cNvSpPr/>
          <p:nvPr userDrawn="1"/>
        </p:nvSpPr>
        <p:spPr bwMode="gray">
          <a:xfrm>
            <a:off x="8124000" y="0"/>
            <a:ext cx="40680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sp>
        <p:nvSpPr>
          <p:cNvPr id="19" name="Inhaltsplatzhalter 2">
            <a:extLst>
              <a:ext uri="{FF2B5EF4-FFF2-40B4-BE49-F238E27FC236}">
                <a16:creationId xmlns:a16="http://schemas.microsoft.com/office/drawing/2014/main" id="{5DEF47B2-3695-CAF1-D1D7-8F004127BE18}"/>
              </a:ext>
            </a:extLst>
          </p:cNvPr>
          <p:cNvSpPr>
            <a:spLocks noGrp="1"/>
          </p:cNvSpPr>
          <p:nvPr>
            <p:ph idx="16" hasCustomPrompt="1"/>
          </p:nvPr>
        </p:nvSpPr>
        <p:spPr bwMode="gray">
          <a:xfrm>
            <a:off x="8544584" y="476670"/>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2000" indent="-216000">
              <a:defRPr sz="1200">
                <a:solidFill>
                  <a:schemeClr val="bg2"/>
                </a:solidFill>
              </a:defRPr>
            </a:lvl5pPr>
            <a:lvl6pPr marL="792000" indent="-216000">
              <a:defRPr sz="1200">
                <a:solidFill>
                  <a:schemeClr val="bg2"/>
                </a:solidFill>
              </a:defRPr>
            </a:lvl6pPr>
            <a:lvl7pPr marL="792000" indent="-216000">
              <a:defRPr sz="1200">
                <a:solidFill>
                  <a:schemeClr val="bg2"/>
                </a:solidFill>
              </a:defRPr>
            </a:lvl7pPr>
            <a:lvl8pPr marL="792000" indent="-216000">
              <a:defRPr sz="1200">
                <a:solidFill>
                  <a:schemeClr val="bg2"/>
                </a:solidFill>
              </a:defRPr>
            </a:lvl8pPr>
            <a:lvl9pPr marL="792000" indent="-216000">
              <a:defRPr sz="1200">
                <a:solidFill>
                  <a:schemeClr val="bg2"/>
                </a:solidFill>
              </a:defRPr>
            </a:lvl9pPr>
          </a:lstStyle>
          <a:p>
            <a:pPr lvl="0"/>
            <a:r>
              <a:rPr lang="en-US" dirty="0"/>
              <a:t>Edit text by clicking. Use the "Increase/decrease list level" buttons on the Start tab to switch between the set up text levels. For an optional subheading, set the text in bold.</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20" name="Titel 11">
            <a:extLst>
              <a:ext uri="{FF2B5EF4-FFF2-40B4-BE49-F238E27FC236}">
                <a16:creationId xmlns:a16="http://schemas.microsoft.com/office/drawing/2014/main" id="{00C12597-BC57-5792-D650-62DD1F2F1E2A}"/>
              </a:ext>
            </a:extLst>
          </p:cNvPr>
          <p:cNvSpPr>
            <a:spLocks noGrp="1"/>
          </p:cNvSpPr>
          <p:nvPr>
            <p:ph type="title" hasCustomPrompt="1"/>
          </p:nvPr>
        </p:nvSpPr>
        <p:spPr bwMode="gray">
          <a:xfrm>
            <a:off x="479425" y="475421"/>
            <a:ext cx="7380288" cy="720000"/>
          </a:xfrm>
        </p:spPr>
        <p:txBody>
          <a:bodyPr/>
          <a:lstStyle>
            <a:lvl1pPr>
              <a:defRPr/>
            </a:lvl1pPr>
          </a:lstStyle>
          <a:p>
            <a:r>
              <a:rPr lang="en-US" dirty="0"/>
              <a:t>Add Title</a:t>
            </a:r>
          </a:p>
        </p:txBody>
      </p:sp>
      <p:sp>
        <p:nvSpPr>
          <p:cNvPr id="21" name="Inhaltsplatzhalter 2">
            <a:extLst>
              <a:ext uri="{FF2B5EF4-FFF2-40B4-BE49-F238E27FC236}">
                <a16:creationId xmlns:a16="http://schemas.microsoft.com/office/drawing/2014/main" id="{FC1854F1-01FC-CC9B-672B-BC0DFAAA3BBC}"/>
              </a:ext>
            </a:extLst>
          </p:cNvPr>
          <p:cNvSpPr>
            <a:spLocks noGrp="1"/>
          </p:cNvSpPr>
          <p:nvPr>
            <p:ph idx="1" hasCustomPrompt="1"/>
          </p:nvPr>
        </p:nvSpPr>
        <p:spPr bwMode="gray">
          <a:xfrm>
            <a:off x="479425" y="1412874"/>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endParaRPr lang="en-US" dirty="0"/>
          </a:p>
        </p:txBody>
      </p:sp>
      <p:sp>
        <p:nvSpPr>
          <p:cNvPr id="22" name="Textplatzhalter 7">
            <a:extLst>
              <a:ext uri="{FF2B5EF4-FFF2-40B4-BE49-F238E27FC236}">
                <a16:creationId xmlns:a16="http://schemas.microsoft.com/office/drawing/2014/main" id="{609BEDF8-5D30-56CE-C29C-A4904E62E68C}"/>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dirty="0"/>
              <a:t>Footnote/Source</a:t>
            </a:r>
          </a:p>
        </p:txBody>
      </p:sp>
      <p:sp>
        <p:nvSpPr>
          <p:cNvPr id="23" name="Foliennummernplatzhalter 9">
            <a:extLst>
              <a:ext uri="{FF2B5EF4-FFF2-40B4-BE49-F238E27FC236}">
                <a16:creationId xmlns:a16="http://schemas.microsoft.com/office/drawing/2014/main" id="{E58D8B36-45C4-C768-6390-A368FBE408FD}"/>
              </a:ext>
            </a:extLst>
          </p:cNvPr>
          <p:cNvSpPr>
            <a:spLocks noGrp="1"/>
          </p:cNvSpPr>
          <p:nvPr>
            <p:ph type="sldNum" sz="quarter" idx="18"/>
          </p:nvPr>
        </p:nvSpPr>
        <p:spPr bwMode="gray">
          <a:xfrm>
            <a:off x="11424592" y="6246836"/>
            <a:ext cx="288000" cy="288000"/>
          </a:xfrm>
        </p:spPr>
        <p:txBody>
          <a:bodyPr/>
          <a:lstStyle/>
          <a:p>
            <a:fld id="{8FF9B0DE-3FEB-4AA0-B465-B80EF7C1333D}" type="slidenum">
              <a:rPr lang="en-US" smtClean="0"/>
              <a:pPr/>
              <a:t>‹#›</a:t>
            </a:fld>
            <a:endParaRPr lang="en-US" dirty="0"/>
          </a:p>
        </p:txBody>
      </p:sp>
      <p:sp>
        <p:nvSpPr>
          <p:cNvPr id="24" name="Fußzeilenplatzhalter 6">
            <a:extLst>
              <a:ext uri="{FF2B5EF4-FFF2-40B4-BE49-F238E27FC236}">
                <a16:creationId xmlns:a16="http://schemas.microsoft.com/office/drawing/2014/main" id="{165DE3C4-E292-0099-DDC2-AE2219401B29}"/>
              </a:ext>
            </a:extLst>
          </p:cNvPr>
          <p:cNvSpPr>
            <a:spLocks noGrp="1"/>
          </p:cNvSpPr>
          <p:nvPr>
            <p:ph type="ftr" sz="quarter" idx="19"/>
          </p:nvPr>
        </p:nvSpPr>
        <p:spPr bwMode="gray">
          <a:xfrm>
            <a:off x="8904624" y="6246836"/>
            <a:ext cx="2447960" cy="288000"/>
          </a:xfrm>
        </p:spPr>
        <p:txBody>
          <a:bodyPr/>
          <a:lstStyle/>
          <a:p>
            <a:r>
              <a:rPr lang="en-US"/>
              <a:t>RISW 2026</a:t>
            </a:r>
            <a:endParaRPr lang="en-US" dirty="0"/>
          </a:p>
        </p:txBody>
      </p:sp>
      <p:sp>
        <p:nvSpPr>
          <p:cNvPr id="25" name="Arrow: Pentagon 5">
            <a:extLst>
              <a:ext uri="{FF2B5EF4-FFF2-40B4-BE49-F238E27FC236}">
                <a16:creationId xmlns:a16="http://schemas.microsoft.com/office/drawing/2014/main" id="{3E474D7B-44B0-AEE3-0F96-9BAFDB81FDB9}"/>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dirty="0">
                <a:solidFill>
                  <a:srgbClr val="076D7E"/>
                </a:solidFill>
                <a:latin typeface="+mj-lt"/>
              </a:rPr>
              <a:t>This layout: title first line, classification second line</a:t>
            </a:r>
            <a:endParaRPr lang="en-US" sz="800" b="1" dirty="0">
              <a:solidFill>
                <a:srgbClr val="076D7E"/>
              </a:solidFill>
              <a:latin typeface="+mj-lt"/>
            </a:endParaRPr>
          </a:p>
        </p:txBody>
      </p:sp>
    </p:spTree>
    <p:extLst>
      <p:ext uri="{BB962C8B-B14F-4D97-AF65-F5344CB8AC3E}">
        <p14:creationId xmlns:p14="http://schemas.microsoft.com/office/powerpoint/2010/main" val="2987639518"/>
      </p:ext>
    </p:extLst>
  </p:cSld>
  <p:clrMapOvr>
    <a:masterClrMapping/>
  </p:clrMapOvr>
  <p:extLst>
    <p:ext uri="{DCECCB84-F9BA-43D5-87BE-67443E8EF086}">
      <p15:sldGuideLst xmlns:p15="http://schemas.microsoft.com/office/powerpoint/2012/main">
        <p15:guide id="1" pos="5133" userDrawn="1">
          <p15:clr>
            <a:srgbClr val="FBAE40"/>
          </p15:clr>
        </p15:guide>
        <p15:guide id="2" pos="4951"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and margin dark">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620D54D5-CB98-8C3C-057E-95055F724A09}"/>
              </a:ext>
            </a:extLst>
          </p:cNvPr>
          <p:cNvSpPr/>
          <p:nvPr userDrawn="1"/>
        </p:nvSpPr>
        <p:spPr bwMode="gray">
          <a:xfrm>
            <a:off x="0" y="0"/>
            <a:ext cx="4060800" cy="6858000"/>
          </a:xfrm>
          <a:prstGeom prst="rect">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de-DE" sz="1600" dirty="0">
              <a:solidFill>
                <a:schemeClr val="tx1"/>
              </a:solidFill>
            </a:endParaRPr>
          </a:p>
        </p:txBody>
      </p:sp>
      <p:sp>
        <p:nvSpPr>
          <p:cNvPr id="6" name="Titel 11">
            <a:extLst>
              <a:ext uri="{FF2B5EF4-FFF2-40B4-BE49-F238E27FC236}">
                <a16:creationId xmlns:a16="http://schemas.microsoft.com/office/drawing/2014/main" id="{07D6DB3F-4F69-840B-5E84-CD51F3512A1A}"/>
              </a:ext>
            </a:extLst>
          </p:cNvPr>
          <p:cNvSpPr>
            <a:spLocks noGrp="1"/>
          </p:cNvSpPr>
          <p:nvPr>
            <p:ph type="title" hasCustomPrompt="1"/>
          </p:nvPr>
        </p:nvSpPr>
        <p:spPr bwMode="gray">
          <a:xfrm>
            <a:off x="4540176" y="475421"/>
            <a:ext cx="7172416" cy="720000"/>
          </a:xfrm>
        </p:spPr>
        <p:txBody>
          <a:bodyPr/>
          <a:lstStyle>
            <a:lvl1pPr>
              <a:defRPr/>
            </a:lvl1pPr>
          </a:lstStyle>
          <a:p>
            <a:r>
              <a:rPr lang="en-US" dirty="0"/>
              <a:t>Add Title</a:t>
            </a:r>
          </a:p>
        </p:txBody>
      </p:sp>
      <p:sp>
        <p:nvSpPr>
          <p:cNvPr id="7" name="Inhaltsplatzhalter 2">
            <a:extLst>
              <a:ext uri="{FF2B5EF4-FFF2-40B4-BE49-F238E27FC236}">
                <a16:creationId xmlns:a16="http://schemas.microsoft.com/office/drawing/2014/main" id="{CC4CE08D-56CA-8499-7BAF-38F7C600DDD8}"/>
              </a:ext>
            </a:extLst>
          </p:cNvPr>
          <p:cNvSpPr>
            <a:spLocks noGrp="1"/>
          </p:cNvSpPr>
          <p:nvPr>
            <p:ph idx="1" hasCustomPrompt="1"/>
          </p:nvPr>
        </p:nvSpPr>
        <p:spPr bwMode="gray">
          <a:xfrm>
            <a:off x="4540176" y="1412874"/>
            <a:ext cx="7172416"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endParaRPr lang="en-US" dirty="0"/>
          </a:p>
        </p:txBody>
      </p:sp>
      <p:sp>
        <p:nvSpPr>
          <p:cNvPr id="10" name="Textplatzhalter 7">
            <a:extLst>
              <a:ext uri="{FF2B5EF4-FFF2-40B4-BE49-F238E27FC236}">
                <a16:creationId xmlns:a16="http://schemas.microsoft.com/office/drawing/2014/main" id="{F6BA81C0-2D61-45EA-074D-56A3BE3F562A}"/>
              </a:ext>
            </a:extLst>
          </p:cNvPr>
          <p:cNvSpPr>
            <a:spLocks noGrp="1"/>
          </p:cNvSpPr>
          <p:nvPr>
            <p:ph type="body" sz="quarter" idx="13" hasCustomPrompt="1"/>
          </p:nvPr>
        </p:nvSpPr>
        <p:spPr bwMode="gray">
          <a:xfrm>
            <a:off x="4540176" y="5804874"/>
            <a:ext cx="7172416"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dirty="0"/>
              <a:t>Footnote/Source</a:t>
            </a:r>
          </a:p>
        </p:txBody>
      </p:sp>
      <p:sp>
        <p:nvSpPr>
          <p:cNvPr id="14" name="Inhaltsplatzhalter 2">
            <a:extLst>
              <a:ext uri="{FF2B5EF4-FFF2-40B4-BE49-F238E27FC236}">
                <a16:creationId xmlns:a16="http://schemas.microsoft.com/office/drawing/2014/main" id="{0711783F-198B-817B-6A69-9740A82452D1}"/>
              </a:ext>
            </a:extLst>
          </p:cNvPr>
          <p:cNvSpPr>
            <a:spLocks noGrp="1"/>
          </p:cNvSpPr>
          <p:nvPr>
            <p:ph idx="16" hasCustomPrompt="1"/>
          </p:nvPr>
        </p:nvSpPr>
        <p:spPr bwMode="white">
          <a:xfrm>
            <a:off x="479376" y="476670"/>
            <a:ext cx="2808000" cy="5472000"/>
          </a:xfrm>
          <a:noFill/>
        </p:spPr>
        <p:txBody>
          <a:bodyPr lIns="0" tIns="0" rIns="0"/>
          <a:lstStyle>
            <a:lvl1pPr>
              <a:defRPr sz="1200">
                <a:solidFill>
                  <a:schemeClr val="bg1"/>
                </a:solidFill>
              </a:defRPr>
            </a:lvl1pPr>
            <a:lvl2pPr>
              <a:defRPr sz="1200">
                <a:solidFill>
                  <a:schemeClr val="bg1"/>
                </a:solidFill>
              </a:defRPr>
            </a:lvl2pPr>
            <a:lvl3pPr>
              <a:defRPr sz="1200">
                <a:solidFill>
                  <a:schemeClr val="bg1"/>
                </a:solidFill>
              </a:defRPr>
            </a:lvl3pPr>
            <a:lvl4pPr>
              <a:defRPr sz="1200">
                <a:solidFill>
                  <a:schemeClr val="bg1"/>
                </a:solidFill>
              </a:defRPr>
            </a:lvl4pPr>
            <a:lvl5pPr marL="792000" indent="-216000">
              <a:defRPr sz="1200">
                <a:solidFill>
                  <a:schemeClr val="bg1"/>
                </a:solidFill>
              </a:defRPr>
            </a:lvl5pPr>
            <a:lvl6pPr marL="792000" indent="-216000">
              <a:defRPr sz="1200">
                <a:solidFill>
                  <a:schemeClr val="bg1"/>
                </a:solidFill>
              </a:defRPr>
            </a:lvl6pPr>
            <a:lvl7pPr marL="792000" indent="-216000">
              <a:defRPr sz="1200">
                <a:solidFill>
                  <a:schemeClr val="bg1"/>
                </a:solidFill>
              </a:defRPr>
            </a:lvl7pPr>
            <a:lvl8pPr marL="792000" indent="-216000">
              <a:defRPr sz="1200">
                <a:solidFill>
                  <a:schemeClr val="bg1"/>
                </a:solidFill>
              </a:defRPr>
            </a:lvl8pPr>
            <a:lvl9pPr marL="792000" indent="-216000">
              <a:defRPr sz="1200">
                <a:solidFill>
                  <a:schemeClr val="bg1"/>
                </a:solidFill>
              </a:defRPr>
            </a:lvl9pPr>
          </a:lstStyle>
          <a:p>
            <a:pPr lvl="0"/>
            <a:r>
              <a:rPr lang="en-US" dirty="0"/>
              <a:t>Edit text by clicking. Use the "Increase/decrease list level" buttons on the Start tab to switch between the set up text levels. For an optional subheading, set the text in bold.</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15" name="Fußzeilenplatzhalter 7">
            <a:extLst>
              <a:ext uri="{FF2B5EF4-FFF2-40B4-BE49-F238E27FC236}">
                <a16:creationId xmlns:a16="http://schemas.microsoft.com/office/drawing/2014/main" id="{614CFB25-1802-C3DB-5812-84505EB9FE95}"/>
              </a:ext>
            </a:extLst>
          </p:cNvPr>
          <p:cNvSpPr>
            <a:spLocks noGrp="1"/>
          </p:cNvSpPr>
          <p:nvPr>
            <p:ph type="ftr" sz="quarter" idx="21"/>
          </p:nvPr>
        </p:nvSpPr>
        <p:spPr bwMode="gray">
          <a:xfrm>
            <a:off x="6312024" y="6246836"/>
            <a:ext cx="5040560" cy="288000"/>
          </a:xfrm>
        </p:spPr>
        <p:txBody>
          <a:bodyPr/>
          <a:lstStyle/>
          <a:p>
            <a:r>
              <a:rPr lang="en-US"/>
              <a:t>RISW 2026</a:t>
            </a:r>
            <a:endParaRPr lang="en-US" dirty="0"/>
          </a:p>
        </p:txBody>
      </p:sp>
      <p:sp>
        <p:nvSpPr>
          <p:cNvPr id="16" name="Foliennummernplatzhalter 8">
            <a:extLst>
              <a:ext uri="{FF2B5EF4-FFF2-40B4-BE49-F238E27FC236}">
                <a16:creationId xmlns:a16="http://schemas.microsoft.com/office/drawing/2014/main" id="{E2403DE8-CC00-9699-71AD-6481D0C5EAEF}"/>
              </a:ext>
            </a:extLst>
          </p:cNvPr>
          <p:cNvSpPr>
            <a:spLocks noGrp="1"/>
          </p:cNvSpPr>
          <p:nvPr>
            <p:ph type="sldNum" sz="quarter" idx="22"/>
          </p:nvPr>
        </p:nvSpPr>
        <p:spPr bwMode="gray">
          <a:xfrm>
            <a:off x="11424592" y="6246836"/>
            <a:ext cx="288000" cy="288000"/>
          </a:xfrm>
        </p:spPr>
        <p:txBody>
          <a:bodyPr/>
          <a:lstStyle/>
          <a:p>
            <a:fld id="{DF4E8F9F-5B1F-4F5B-BE49-3245D8C18D9F}" type="slidenum">
              <a:rPr lang="en-US" smtClean="0"/>
              <a:pPr/>
              <a:t>‹#›</a:t>
            </a:fld>
            <a:endParaRPr lang="en-US" dirty="0"/>
          </a:p>
        </p:txBody>
      </p:sp>
      <p:pic>
        <p:nvPicPr>
          <p:cNvPr id="17" name="Grafik 16">
            <a:extLst>
              <a:ext uri="{FF2B5EF4-FFF2-40B4-BE49-F238E27FC236}">
                <a16:creationId xmlns:a16="http://schemas.microsoft.com/office/drawing/2014/main" id="{2E6B3322-5035-AE3B-979F-F94FE78CEF3F}"/>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2881625396"/>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and margin dark (2)">
    <p:spTree>
      <p:nvGrpSpPr>
        <p:cNvPr id="1" name=""/>
        <p:cNvGrpSpPr/>
        <p:nvPr/>
      </p:nvGrpSpPr>
      <p:grpSpPr>
        <a:xfrm>
          <a:off x="0" y="0"/>
          <a:ext cx="0" cy="0"/>
          <a:chOff x="0" y="0"/>
          <a:chExt cx="0" cy="0"/>
        </a:xfrm>
      </p:grpSpPr>
      <p:sp>
        <p:nvSpPr>
          <p:cNvPr id="9" name="Rechteck 8">
            <a:extLst>
              <a:ext uri="{FF2B5EF4-FFF2-40B4-BE49-F238E27FC236}">
                <a16:creationId xmlns:a16="http://schemas.microsoft.com/office/drawing/2014/main" id="{C90926C7-03B0-E9F2-E962-87C2B39B4415}"/>
              </a:ext>
            </a:extLst>
          </p:cNvPr>
          <p:cNvSpPr/>
          <p:nvPr userDrawn="1"/>
        </p:nvSpPr>
        <p:spPr bwMode="gray">
          <a:xfrm>
            <a:off x="8124000" y="0"/>
            <a:ext cx="4068000" cy="6858000"/>
          </a:xfrm>
          <a:prstGeom prst="rect">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de-DE" sz="1600" dirty="0">
              <a:solidFill>
                <a:schemeClr val="tx1"/>
              </a:solidFill>
            </a:endParaRPr>
          </a:p>
        </p:txBody>
      </p:sp>
      <p:sp>
        <p:nvSpPr>
          <p:cNvPr id="11" name="Inhaltsplatzhalter 2">
            <a:extLst>
              <a:ext uri="{FF2B5EF4-FFF2-40B4-BE49-F238E27FC236}">
                <a16:creationId xmlns:a16="http://schemas.microsoft.com/office/drawing/2014/main" id="{8FDC2F3F-F093-C91E-B161-A4A39AEB88EB}"/>
              </a:ext>
            </a:extLst>
          </p:cNvPr>
          <p:cNvSpPr>
            <a:spLocks noGrp="1"/>
          </p:cNvSpPr>
          <p:nvPr>
            <p:ph idx="16" hasCustomPrompt="1"/>
          </p:nvPr>
        </p:nvSpPr>
        <p:spPr bwMode="white">
          <a:xfrm>
            <a:off x="8544584" y="476670"/>
            <a:ext cx="2808000" cy="5472000"/>
          </a:xfrm>
          <a:noFill/>
        </p:spPr>
        <p:txBody>
          <a:bodyPr lIns="0" tIns="0" rIns="0"/>
          <a:lstStyle>
            <a:lvl1pPr>
              <a:defRPr sz="1200">
                <a:solidFill>
                  <a:schemeClr val="bg1"/>
                </a:solidFill>
              </a:defRPr>
            </a:lvl1pPr>
            <a:lvl2pPr>
              <a:defRPr sz="1200">
                <a:solidFill>
                  <a:schemeClr val="bg1"/>
                </a:solidFill>
              </a:defRPr>
            </a:lvl2pPr>
            <a:lvl3pPr>
              <a:defRPr sz="1200">
                <a:solidFill>
                  <a:schemeClr val="bg1"/>
                </a:solidFill>
              </a:defRPr>
            </a:lvl3pPr>
            <a:lvl4pPr>
              <a:defRPr sz="1200">
                <a:solidFill>
                  <a:schemeClr val="bg1"/>
                </a:solidFill>
              </a:defRPr>
            </a:lvl4pPr>
            <a:lvl5pPr marL="792000" indent="-216000">
              <a:defRPr sz="1200">
                <a:solidFill>
                  <a:schemeClr val="bg1"/>
                </a:solidFill>
              </a:defRPr>
            </a:lvl5pPr>
            <a:lvl6pPr marL="792000" indent="-216000">
              <a:defRPr sz="1200">
                <a:solidFill>
                  <a:schemeClr val="bg1"/>
                </a:solidFill>
              </a:defRPr>
            </a:lvl6pPr>
            <a:lvl7pPr marL="792000" indent="-216000">
              <a:defRPr sz="1200">
                <a:solidFill>
                  <a:schemeClr val="bg1"/>
                </a:solidFill>
              </a:defRPr>
            </a:lvl7pPr>
            <a:lvl8pPr marL="792000" indent="-216000">
              <a:defRPr sz="1200">
                <a:solidFill>
                  <a:schemeClr val="bg1"/>
                </a:solidFill>
              </a:defRPr>
            </a:lvl8pPr>
            <a:lvl9pPr marL="792000" indent="-216000">
              <a:defRPr sz="1200">
                <a:solidFill>
                  <a:schemeClr val="bg1"/>
                </a:solidFill>
              </a:defRPr>
            </a:lvl9pPr>
          </a:lstStyle>
          <a:p>
            <a:pPr lvl="0"/>
            <a:r>
              <a:rPr lang="en-US" dirty="0"/>
              <a:t>Edit text by clicking. Use the "Increase/decrease list level" buttons on the Start tab to switch between the set up text levels. For an optional subheading, set the text in bold.</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13" name="Titel 11">
            <a:extLst>
              <a:ext uri="{FF2B5EF4-FFF2-40B4-BE49-F238E27FC236}">
                <a16:creationId xmlns:a16="http://schemas.microsoft.com/office/drawing/2014/main" id="{DC2319A6-4394-A0D7-5008-E7E01E866DBE}"/>
              </a:ext>
            </a:extLst>
          </p:cNvPr>
          <p:cNvSpPr>
            <a:spLocks noGrp="1"/>
          </p:cNvSpPr>
          <p:nvPr>
            <p:ph type="title" hasCustomPrompt="1"/>
          </p:nvPr>
        </p:nvSpPr>
        <p:spPr bwMode="gray">
          <a:xfrm>
            <a:off x="479425" y="475421"/>
            <a:ext cx="7380288" cy="720000"/>
          </a:xfrm>
        </p:spPr>
        <p:txBody>
          <a:bodyPr/>
          <a:lstStyle>
            <a:lvl1pPr>
              <a:defRPr/>
            </a:lvl1pPr>
          </a:lstStyle>
          <a:p>
            <a:r>
              <a:rPr lang="en-US" dirty="0"/>
              <a:t>Add Title</a:t>
            </a:r>
          </a:p>
        </p:txBody>
      </p:sp>
      <p:sp>
        <p:nvSpPr>
          <p:cNvPr id="14" name="Inhaltsplatzhalter 2">
            <a:extLst>
              <a:ext uri="{FF2B5EF4-FFF2-40B4-BE49-F238E27FC236}">
                <a16:creationId xmlns:a16="http://schemas.microsoft.com/office/drawing/2014/main" id="{1E854D1E-5648-041B-16E7-3D13CBA6AF86}"/>
              </a:ext>
            </a:extLst>
          </p:cNvPr>
          <p:cNvSpPr>
            <a:spLocks noGrp="1"/>
          </p:cNvSpPr>
          <p:nvPr>
            <p:ph idx="1" hasCustomPrompt="1"/>
          </p:nvPr>
        </p:nvSpPr>
        <p:spPr bwMode="gray">
          <a:xfrm>
            <a:off x="479425" y="1412874"/>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endParaRPr lang="en-US" dirty="0"/>
          </a:p>
        </p:txBody>
      </p:sp>
      <p:sp>
        <p:nvSpPr>
          <p:cNvPr id="15" name="Textplatzhalter 7">
            <a:extLst>
              <a:ext uri="{FF2B5EF4-FFF2-40B4-BE49-F238E27FC236}">
                <a16:creationId xmlns:a16="http://schemas.microsoft.com/office/drawing/2014/main" id="{ADF79567-6072-90D0-AA6D-13B1E4B9FDBB}"/>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dirty="0"/>
              <a:t>Footnote/Source</a:t>
            </a:r>
          </a:p>
        </p:txBody>
      </p:sp>
      <p:sp>
        <p:nvSpPr>
          <p:cNvPr id="16" name="Foliennummernplatzhalter 9">
            <a:extLst>
              <a:ext uri="{FF2B5EF4-FFF2-40B4-BE49-F238E27FC236}">
                <a16:creationId xmlns:a16="http://schemas.microsoft.com/office/drawing/2014/main" id="{12A3D01D-D0DE-22B3-0D9D-55E3840D8F03}"/>
              </a:ext>
            </a:extLst>
          </p:cNvPr>
          <p:cNvSpPr>
            <a:spLocks noGrp="1"/>
          </p:cNvSpPr>
          <p:nvPr>
            <p:ph type="sldNum" sz="quarter" idx="18"/>
          </p:nvPr>
        </p:nvSpPr>
        <p:spPr bwMode="gray">
          <a:xfrm>
            <a:off x="11424592" y="6246836"/>
            <a:ext cx="288000" cy="288000"/>
          </a:xfrm>
        </p:spPr>
        <p:txBody>
          <a:bodyPr/>
          <a:lstStyle>
            <a:lvl1pPr>
              <a:defRPr>
                <a:solidFill>
                  <a:schemeClr val="bg1"/>
                </a:solidFill>
              </a:defRPr>
            </a:lvl1pPr>
          </a:lstStyle>
          <a:p>
            <a:fld id="{8FF9B0DE-3FEB-4AA0-B465-B80EF7C1333D}" type="slidenum">
              <a:rPr lang="en-US" smtClean="0"/>
              <a:pPr/>
              <a:t>‹#›</a:t>
            </a:fld>
            <a:endParaRPr lang="en-US" dirty="0"/>
          </a:p>
        </p:txBody>
      </p:sp>
      <p:sp>
        <p:nvSpPr>
          <p:cNvPr id="17" name="Fußzeilenplatzhalter 5">
            <a:extLst>
              <a:ext uri="{FF2B5EF4-FFF2-40B4-BE49-F238E27FC236}">
                <a16:creationId xmlns:a16="http://schemas.microsoft.com/office/drawing/2014/main" id="{FCF362D2-6830-1568-7C0C-5B9B9421A392}"/>
              </a:ext>
            </a:extLst>
          </p:cNvPr>
          <p:cNvSpPr>
            <a:spLocks noGrp="1"/>
          </p:cNvSpPr>
          <p:nvPr>
            <p:ph type="ftr" sz="quarter" idx="19"/>
          </p:nvPr>
        </p:nvSpPr>
        <p:spPr bwMode="gray">
          <a:xfrm>
            <a:off x="8904624" y="6246836"/>
            <a:ext cx="2447960" cy="288000"/>
          </a:xfrm>
        </p:spPr>
        <p:txBody>
          <a:bodyPr/>
          <a:lstStyle>
            <a:lvl1pPr>
              <a:defRPr>
                <a:solidFill>
                  <a:schemeClr val="bg1"/>
                </a:solidFill>
              </a:defRPr>
            </a:lvl1pPr>
          </a:lstStyle>
          <a:p>
            <a:r>
              <a:rPr lang="en-US"/>
              <a:t>RISW 2026</a:t>
            </a:r>
            <a:endParaRPr lang="en-US" dirty="0"/>
          </a:p>
        </p:txBody>
      </p:sp>
      <p:sp>
        <p:nvSpPr>
          <p:cNvPr id="18" name="Arrow: Pentagon 6">
            <a:extLst>
              <a:ext uri="{FF2B5EF4-FFF2-40B4-BE49-F238E27FC236}">
                <a16:creationId xmlns:a16="http://schemas.microsoft.com/office/drawing/2014/main" id="{01E36DDF-C842-E5DB-E81C-14DC54227975}"/>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dirty="0">
                <a:solidFill>
                  <a:srgbClr val="076D7E"/>
                </a:solidFill>
                <a:latin typeface="+mj-lt"/>
              </a:rPr>
              <a:t>This layout: title first line, classification second line</a:t>
            </a:r>
            <a:endParaRPr lang="en-US" sz="800" b="1" dirty="0">
              <a:solidFill>
                <a:srgbClr val="076D7E"/>
              </a:solidFill>
              <a:latin typeface="+mj-lt"/>
            </a:endParaRPr>
          </a:p>
        </p:txBody>
      </p:sp>
    </p:spTree>
    <p:extLst>
      <p:ext uri="{BB962C8B-B14F-4D97-AF65-F5344CB8AC3E}">
        <p14:creationId xmlns:p14="http://schemas.microsoft.com/office/powerpoint/2010/main" val="3954476981"/>
      </p:ext>
    </p:extLst>
  </p:cSld>
  <p:clrMapOvr>
    <a:masterClrMapping/>
  </p:clrMapOvr>
  <p:extLst>
    <p:ext uri="{DCECCB84-F9BA-43D5-87BE-67443E8EF086}">
      <p15:sldGuideLst xmlns:p15="http://schemas.microsoft.com/office/powerpoint/2012/main">
        <p15:guide id="2" pos="4951"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wo contents">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B969D033-1776-30E3-34FB-6D433A2B3D1E}"/>
              </a:ext>
            </a:extLst>
          </p:cNvPr>
          <p:cNvSpPr>
            <a:spLocks noGrp="1"/>
          </p:cNvSpPr>
          <p:nvPr>
            <p:ph type="title" hasCustomPrompt="1"/>
          </p:nvPr>
        </p:nvSpPr>
        <p:spPr bwMode="gray"/>
        <p:txBody>
          <a:bodyPr/>
          <a:lstStyle/>
          <a:p>
            <a:r>
              <a:rPr lang="en-US" dirty="0"/>
              <a:t>Add Title</a:t>
            </a:r>
          </a:p>
        </p:txBody>
      </p:sp>
      <p:sp>
        <p:nvSpPr>
          <p:cNvPr id="3" name="Inhaltsplatzhalter 2"/>
          <p:cNvSpPr>
            <a:spLocks noGrp="1"/>
          </p:cNvSpPr>
          <p:nvPr>
            <p:ph idx="1" hasCustomPrompt="1"/>
          </p:nvPr>
        </p:nvSpPr>
        <p:spPr bwMode="gray">
          <a:xfrm>
            <a:off x="479425" y="1412876"/>
            <a:ext cx="5472114"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endParaRPr lang="en-US" dirty="0"/>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6240461" y="1412876"/>
            <a:ext cx="5472114"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endParaRPr lang="en-US" dirty="0"/>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dirty="0"/>
              <a:t>Footnote/Source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dirty="0"/>
          </a:p>
        </p:txBody>
      </p:sp>
      <p:sp>
        <p:nvSpPr>
          <p:cNvPr id="7" name="Fußzeilenplatzhalter 6">
            <a:extLst>
              <a:ext uri="{FF2B5EF4-FFF2-40B4-BE49-F238E27FC236}">
                <a16:creationId xmlns:a16="http://schemas.microsoft.com/office/drawing/2014/main" id="{183299EF-0735-B377-A1A9-0068F4589F5F}"/>
              </a:ext>
            </a:extLst>
          </p:cNvPr>
          <p:cNvSpPr>
            <a:spLocks noGrp="1"/>
          </p:cNvSpPr>
          <p:nvPr>
            <p:ph type="ftr" sz="quarter" idx="21"/>
          </p:nvPr>
        </p:nvSpPr>
        <p:spPr bwMode="gray"/>
        <p:txBody>
          <a:bodyPr/>
          <a:lstStyle/>
          <a:p>
            <a:r>
              <a:rPr lang="en-US"/>
              <a:t>RISW 2026</a:t>
            </a:r>
            <a:endParaRPr lang="en-US" dirty="0"/>
          </a:p>
        </p:txBody>
      </p:sp>
    </p:spTree>
    <p:extLst>
      <p:ext uri="{BB962C8B-B14F-4D97-AF65-F5344CB8AC3E}">
        <p14:creationId xmlns:p14="http://schemas.microsoft.com/office/powerpoint/2010/main" val="2767965743"/>
      </p:ext>
    </p:extLst>
  </p:cSld>
  <p:clrMapOvr>
    <a:masterClrMapping/>
  </p:clrMapOvr>
  <p:extLst>
    <p:ext uri="{DCECCB84-F9BA-43D5-87BE-67443E8EF086}">
      <p15:sldGuideLst xmlns:p15="http://schemas.microsoft.com/office/powerpoint/2012/main">
        <p15:guide id="1" pos="3749" userDrawn="1">
          <p15:clr>
            <a:srgbClr val="FBAE40"/>
          </p15:clr>
        </p15:guide>
        <p15:guide id="2" pos="3931"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hree contents">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dirty="0"/>
              <a:t>Add Title</a:t>
            </a:r>
          </a:p>
        </p:txBody>
      </p:sp>
      <p:sp>
        <p:nvSpPr>
          <p:cNvPr id="3" name="Inhaltsplatzhalter 2"/>
          <p:cNvSpPr>
            <a:spLocks noGrp="1"/>
          </p:cNvSpPr>
          <p:nvPr>
            <p:ph idx="1" hasCustomPrompt="1"/>
          </p:nvPr>
        </p:nvSpPr>
        <p:spPr bwMode="gray">
          <a:xfrm>
            <a:off x="479834" y="1413222"/>
            <a:ext cx="35639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endParaRPr lang="en-US" dirty="0"/>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4332288" y="1412876"/>
            <a:ext cx="352742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endParaRPr lang="en-US" dirty="0"/>
          </a:p>
        </p:txBody>
      </p:sp>
      <p:sp>
        <p:nvSpPr>
          <p:cNvPr id="4" name="Inhaltsplatzhalter 2">
            <a:extLst>
              <a:ext uri="{FF2B5EF4-FFF2-40B4-BE49-F238E27FC236}">
                <a16:creationId xmlns:a16="http://schemas.microsoft.com/office/drawing/2014/main" id="{D1B68FCE-197A-6E5E-0E54-04837565753A}"/>
              </a:ext>
            </a:extLst>
          </p:cNvPr>
          <p:cNvSpPr>
            <a:spLocks noGrp="1"/>
          </p:cNvSpPr>
          <p:nvPr>
            <p:ph idx="17" hasCustomPrompt="1"/>
          </p:nvPr>
        </p:nvSpPr>
        <p:spPr bwMode="gray">
          <a:xfrm>
            <a:off x="8148638" y="1412876"/>
            <a:ext cx="3563937"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endParaRPr lang="en-US" dirty="0"/>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dirty="0"/>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dirty="0"/>
              <a:t>Footnote/Source</a:t>
            </a:r>
          </a:p>
        </p:txBody>
      </p:sp>
      <p:sp>
        <p:nvSpPr>
          <p:cNvPr id="7" name="Fußzeilenplatzhalter 6">
            <a:extLst>
              <a:ext uri="{FF2B5EF4-FFF2-40B4-BE49-F238E27FC236}">
                <a16:creationId xmlns:a16="http://schemas.microsoft.com/office/drawing/2014/main" id="{8C2E740B-CD4F-8BDC-2C1B-D377B1F6FC20}"/>
              </a:ext>
            </a:extLst>
          </p:cNvPr>
          <p:cNvSpPr>
            <a:spLocks noGrp="1"/>
          </p:cNvSpPr>
          <p:nvPr>
            <p:ph type="ftr" sz="quarter" idx="21"/>
          </p:nvPr>
        </p:nvSpPr>
        <p:spPr bwMode="gray"/>
        <p:txBody>
          <a:bodyPr/>
          <a:lstStyle/>
          <a:p>
            <a:r>
              <a:rPr lang="en-US"/>
              <a:t>RISW 2026</a:t>
            </a:r>
            <a:endParaRPr lang="en-US" dirty="0"/>
          </a:p>
        </p:txBody>
      </p:sp>
    </p:spTree>
    <p:extLst>
      <p:ext uri="{BB962C8B-B14F-4D97-AF65-F5344CB8AC3E}">
        <p14:creationId xmlns:p14="http://schemas.microsoft.com/office/powerpoint/2010/main" val="3660840846"/>
      </p:ext>
    </p:extLst>
  </p:cSld>
  <p:clrMapOvr>
    <a:masterClrMapping/>
  </p:clrMapOvr>
  <p:extLst>
    <p:ext uri="{DCECCB84-F9BA-43D5-87BE-67443E8EF086}">
      <p15:sldGuideLst xmlns:p15="http://schemas.microsoft.com/office/powerpoint/2012/main">
        <p15:guide id="1" pos="2547" userDrawn="1">
          <p15:clr>
            <a:srgbClr val="FBAE40"/>
          </p15:clr>
        </p15:guide>
        <p15:guide id="2" pos="4951" userDrawn="1">
          <p15:clr>
            <a:srgbClr val="FBAE40"/>
          </p15:clr>
        </p15:guide>
        <p15:guide id="3" pos="2729" userDrawn="1">
          <p15:clr>
            <a:srgbClr val="FBAE40"/>
          </p15:clr>
        </p15:guide>
        <p15:guide id="4" pos="5133"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and image">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dirty="0"/>
              <a:t>Add Title</a:t>
            </a:r>
          </a:p>
        </p:txBody>
      </p:sp>
      <p:sp>
        <p:nvSpPr>
          <p:cNvPr id="3" name="Inhaltsplatzhalter 2"/>
          <p:cNvSpPr>
            <a:spLocks noGrp="1"/>
          </p:cNvSpPr>
          <p:nvPr>
            <p:ph idx="1" hasCustomPrompt="1"/>
          </p:nvPr>
        </p:nvSpPr>
        <p:spPr bwMode="gray">
          <a:xfrm>
            <a:off x="479425" y="1412876"/>
            <a:ext cx="35639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endParaRPr lang="en-US" dirty="0"/>
          </a:p>
        </p:txBody>
      </p:sp>
      <p:sp>
        <p:nvSpPr>
          <p:cNvPr id="8" name="Textplatzhalter 7"/>
          <p:cNvSpPr>
            <a:spLocks noGrp="1"/>
          </p:cNvSpPr>
          <p:nvPr>
            <p:ph type="body" sz="quarter" idx="13" hasCustomPrompt="1"/>
          </p:nvPr>
        </p:nvSpPr>
        <p:spPr bwMode="gray">
          <a:xfrm>
            <a:off x="480000" y="5805280"/>
            <a:ext cx="356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dirty="0"/>
              <a:t>Footnote/Source</a:t>
            </a:r>
          </a:p>
        </p:txBody>
      </p:sp>
      <p:sp>
        <p:nvSpPr>
          <p:cNvPr id="6" name="Bildplatzhalter 10">
            <a:extLst>
              <a:ext uri="{FF2B5EF4-FFF2-40B4-BE49-F238E27FC236}">
                <a16:creationId xmlns:a16="http://schemas.microsoft.com/office/drawing/2014/main" id="{FB127ACA-7301-1D15-F27B-789EB417CEE5}"/>
              </a:ext>
            </a:extLst>
          </p:cNvPr>
          <p:cNvSpPr>
            <a:spLocks noGrp="1"/>
          </p:cNvSpPr>
          <p:nvPr>
            <p:ph type="pic" sz="quarter" idx="10" hasCustomPrompt="1"/>
          </p:nvPr>
        </p:nvSpPr>
        <p:spPr bwMode="gray">
          <a:xfrm>
            <a:off x="4332288" y="1412875"/>
            <a:ext cx="7380287" cy="4537076"/>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dirty="0"/>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dirty="0"/>
          </a:p>
        </p:txBody>
      </p:sp>
      <p:sp>
        <p:nvSpPr>
          <p:cNvPr id="7" name="Fußzeilenplatzhalter 6">
            <a:extLst>
              <a:ext uri="{FF2B5EF4-FFF2-40B4-BE49-F238E27FC236}">
                <a16:creationId xmlns:a16="http://schemas.microsoft.com/office/drawing/2014/main" id="{75C3C559-0E44-2CF1-30DB-163A44A8E1A0}"/>
              </a:ext>
            </a:extLst>
          </p:cNvPr>
          <p:cNvSpPr>
            <a:spLocks noGrp="1"/>
          </p:cNvSpPr>
          <p:nvPr>
            <p:ph type="ftr" sz="quarter" idx="21"/>
          </p:nvPr>
        </p:nvSpPr>
        <p:spPr bwMode="gray"/>
        <p:txBody>
          <a:bodyPr/>
          <a:lstStyle/>
          <a:p>
            <a:r>
              <a:rPr lang="en-US"/>
              <a:t>RISW 2026</a:t>
            </a:r>
            <a:endParaRPr lang="en-US" dirty="0"/>
          </a:p>
        </p:txBody>
      </p:sp>
      <p:grpSp>
        <p:nvGrpSpPr>
          <p:cNvPr id="2" name="Group 1">
            <a:extLst>
              <a:ext uri="{FF2B5EF4-FFF2-40B4-BE49-F238E27FC236}">
                <a16:creationId xmlns:a16="http://schemas.microsoft.com/office/drawing/2014/main" id="{663D23AD-E00C-888B-4C27-0A4135CEF1E3}"/>
              </a:ext>
            </a:extLst>
          </p:cNvPr>
          <p:cNvGrpSpPr/>
          <p:nvPr userDrawn="1"/>
        </p:nvGrpSpPr>
        <p:grpSpPr>
          <a:xfrm>
            <a:off x="-1896888" y="-1"/>
            <a:ext cx="1715078" cy="3968906"/>
            <a:chOff x="-1896888" y="-1"/>
            <a:chExt cx="1715078" cy="3968906"/>
          </a:xfrm>
        </p:grpSpPr>
        <p:grpSp>
          <p:nvGrpSpPr>
            <p:cNvPr id="4" name="Group 3">
              <a:extLst>
                <a:ext uri="{FF2B5EF4-FFF2-40B4-BE49-F238E27FC236}">
                  <a16:creationId xmlns:a16="http://schemas.microsoft.com/office/drawing/2014/main" id="{1CA48CF8-E984-CC3B-EF24-1DD8EDD5B959}"/>
                </a:ext>
                <a:ext uri="{C183D7F6-B498-43B3-948B-1728B52AA6E4}">
                  <adec:decorative xmlns:adec="http://schemas.microsoft.com/office/drawing/2017/decorative" val="1"/>
                </a:ext>
              </a:extLst>
            </p:cNvPr>
            <p:cNvGrpSpPr/>
            <p:nvPr userDrawn="1"/>
          </p:nvGrpSpPr>
          <p:grpSpPr bwMode="gray">
            <a:xfrm>
              <a:off x="-1896888" y="-1"/>
              <a:ext cx="1715078" cy="3968906"/>
              <a:chOff x="-1824880" y="2708919"/>
              <a:chExt cx="1715078" cy="3968906"/>
            </a:xfrm>
          </p:grpSpPr>
          <p:sp>
            <p:nvSpPr>
              <p:cNvPr id="9" name="TextBox 8">
                <a:extLst>
                  <a:ext uri="{FF2B5EF4-FFF2-40B4-BE49-F238E27FC236}">
                    <a16:creationId xmlns:a16="http://schemas.microsoft.com/office/drawing/2014/main" id="{3C02F5D0-96D5-F2C3-9216-8670A469069C}"/>
                  </a:ext>
                </a:extLst>
              </p:cNvPr>
              <p:cNvSpPr txBox="1"/>
              <p:nvPr userDrawn="1"/>
            </p:nvSpPr>
            <p:spPr bwMode="gray">
              <a:xfrm>
                <a:off x="-1824880" y="2708919"/>
                <a:ext cx="1715078" cy="3968905"/>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dirty="0">
                    <a:solidFill>
                      <a:schemeClr val="tx1"/>
                    </a:solidFill>
                    <a:effectLst/>
                    <a:latin typeface="+mj-lt"/>
                  </a:rPr>
                  <a:t>To insert a picture:</a:t>
                </a:r>
              </a:p>
              <a:p>
                <a:pPr marL="144000" indent="-144000">
                  <a:lnSpc>
                    <a:spcPct val="120000"/>
                  </a:lnSpc>
                  <a:spcAft>
                    <a:spcPts val="600"/>
                  </a:spcAft>
                  <a:buFont typeface="+mj-lt"/>
                  <a:buAutoNum type="arabicPeriod"/>
                </a:pPr>
                <a:r>
                  <a:rPr lang="en-US" sz="900" dirty="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dirty="0">
                    <a:solidFill>
                      <a:schemeClr val="tx1"/>
                    </a:solidFill>
                    <a:effectLst/>
                    <a:latin typeface="+mn-lt"/>
                  </a:rPr>
                  <a:t>Open the menu “Graphics Format”</a:t>
                </a:r>
              </a:p>
              <a:p>
                <a:pPr marL="144000" indent="-144000">
                  <a:lnSpc>
                    <a:spcPct val="120000"/>
                  </a:lnSpc>
                  <a:spcAft>
                    <a:spcPts val="600"/>
                  </a:spcAft>
                  <a:buFont typeface="+mj-lt"/>
                  <a:buAutoNum type="arabicPeriod"/>
                </a:pPr>
                <a:r>
                  <a:rPr lang="en-US" sz="900" dirty="0">
                    <a:solidFill>
                      <a:schemeClr val="tx1"/>
                    </a:solidFill>
                    <a:effectLst/>
                    <a:latin typeface="+mn-lt"/>
                  </a:rPr>
                  <a:t>Choose “Change Graphic” and then the corresponding source where the image is located</a:t>
                </a:r>
                <a:endParaRPr lang="en-US" sz="900" dirty="0">
                  <a:solidFill>
                    <a:schemeClr val="tx1"/>
                  </a:solidFill>
                  <a:latin typeface="+mn-lt"/>
                </a:endParaRPr>
              </a:p>
            </p:txBody>
          </p:sp>
          <p:sp>
            <p:nvSpPr>
              <p:cNvPr id="11" name="TextBox 10">
                <a:extLst>
                  <a:ext uri="{FF2B5EF4-FFF2-40B4-BE49-F238E27FC236}">
                    <a16:creationId xmlns:a16="http://schemas.microsoft.com/office/drawing/2014/main" id="{66E42F72-18FC-31E6-4E74-A51EEEFF6CCA}"/>
                  </a:ext>
                </a:extLst>
              </p:cNvPr>
              <p:cNvSpPr txBox="1"/>
              <p:nvPr userDrawn="1"/>
            </p:nvSpPr>
            <p:spPr bwMode="gray">
              <a:xfrm>
                <a:off x="-1824880" y="5813729"/>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dirty="0">
                    <a:solidFill>
                      <a:schemeClr val="tx1"/>
                    </a:solidFill>
                    <a:effectLst/>
                    <a:latin typeface="+mn-lt"/>
                  </a:rPr>
                  <a:t>Now the image has </a:t>
                </a:r>
                <a:br>
                  <a:rPr lang="en-US" sz="900" dirty="0">
                    <a:solidFill>
                      <a:schemeClr val="tx1"/>
                    </a:solidFill>
                    <a:effectLst/>
                    <a:latin typeface="+mn-lt"/>
                  </a:rPr>
                </a:br>
                <a:r>
                  <a:rPr lang="en-US" sz="900" dirty="0">
                    <a:solidFill>
                      <a:schemeClr val="tx1"/>
                    </a:solidFill>
                    <a:effectLst/>
                    <a:latin typeface="+mn-lt"/>
                  </a:rPr>
                  <a:t>been loaded into the </a:t>
                </a:r>
                <a:br>
                  <a:rPr lang="en-US" sz="900" dirty="0">
                    <a:solidFill>
                      <a:schemeClr val="tx1"/>
                    </a:solidFill>
                    <a:effectLst/>
                    <a:latin typeface="+mn-lt"/>
                  </a:rPr>
                </a:br>
                <a:r>
                  <a:rPr lang="en-US" sz="900" dirty="0">
                    <a:solidFill>
                      <a:schemeClr val="tx1"/>
                    </a:solidFill>
                    <a:effectLst/>
                    <a:latin typeface="+mn-lt"/>
                  </a:rPr>
                  <a:t>placeholder.</a:t>
                </a:r>
                <a:endParaRPr lang="en-US" sz="900" dirty="0">
                  <a:solidFill>
                    <a:schemeClr val="tx1"/>
                  </a:solidFill>
                  <a:latin typeface="+mn-lt"/>
                </a:endParaRPr>
              </a:p>
            </p:txBody>
          </p:sp>
        </p:grpSp>
        <p:pic>
          <p:nvPicPr>
            <p:cNvPr id="5" name="Picture 4">
              <a:extLst>
                <a:ext uri="{FF2B5EF4-FFF2-40B4-BE49-F238E27FC236}">
                  <a16:creationId xmlns:a16="http://schemas.microsoft.com/office/drawing/2014/main" id="{F29D54FB-8988-C2F9-5195-6CF9A24B69AD}"/>
                </a:ext>
              </a:extLst>
            </p:cNvPr>
            <p:cNvPicPr>
              <a:picLocks noChangeAspect="1"/>
            </p:cNvPicPr>
            <p:nvPr userDrawn="1"/>
          </p:nvPicPr>
          <p:blipFill>
            <a:blip r:embed="rId2"/>
            <a:stretch>
              <a:fillRect/>
            </a:stretch>
          </p:blipFill>
          <p:spPr>
            <a:xfrm>
              <a:off x="-1752872" y="2087812"/>
              <a:ext cx="1080120" cy="984668"/>
            </a:xfrm>
            <a:prstGeom prst="rect">
              <a:avLst/>
            </a:prstGeom>
          </p:spPr>
        </p:pic>
      </p:grpSp>
    </p:spTree>
    <p:extLst>
      <p:ext uri="{BB962C8B-B14F-4D97-AF65-F5344CB8AC3E}">
        <p14:creationId xmlns:p14="http://schemas.microsoft.com/office/powerpoint/2010/main" val="2177534345"/>
      </p:ext>
    </p:extLst>
  </p:cSld>
  <p:clrMapOvr>
    <a:masterClrMapping/>
  </p:clrMapOvr>
  <p:extLst>
    <p:ext uri="{DCECCB84-F9BA-43D5-87BE-67443E8EF086}">
      <p15:sldGuideLst xmlns:p15="http://schemas.microsoft.com/office/powerpoint/2012/main">
        <p15:guide id="1" pos="2547" userDrawn="1">
          <p15:clr>
            <a:srgbClr val="FBAE40"/>
          </p15:clr>
        </p15:guide>
        <p15:guide id="2" pos="2729"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with image portrait (1)">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4" cy="720000"/>
          </a:xfrm>
        </p:spPr>
        <p:txBody>
          <a:bodyPr/>
          <a:lstStyle>
            <a:lvl1pPr>
              <a:defRPr/>
            </a:lvl1pPr>
          </a:lstStyle>
          <a:p>
            <a:r>
              <a:rPr lang="en-US" dirty="0"/>
              <a:t>Add Title</a:t>
            </a:r>
          </a:p>
        </p:txBody>
      </p:sp>
      <p:sp>
        <p:nvSpPr>
          <p:cNvPr id="3" name="Inhaltsplatzhalter 2"/>
          <p:cNvSpPr>
            <a:spLocks noGrp="1"/>
          </p:cNvSpPr>
          <p:nvPr>
            <p:ph idx="1" hasCustomPrompt="1"/>
          </p:nvPr>
        </p:nvSpPr>
        <p:spPr bwMode="gray">
          <a:xfrm>
            <a:off x="479424" y="1412876"/>
            <a:ext cx="5472113"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endParaRPr lang="en-US" dirty="0"/>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dirty="0"/>
              <a:t>Footnote/Source</a:t>
            </a:r>
          </a:p>
        </p:txBody>
      </p:sp>
      <p:sp>
        <p:nvSpPr>
          <p:cNvPr id="6" name="Bildplatzhalter 10">
            <a:extLst>
              <a:ext uri="{FF2B5EF4-FFF2-40B4-BE49-F238E27FC236}">
                <a16:creationId xmlns:a16="http://schemas.microsoft.com/office/drawing/2014/main" id="{07DFFAAB-7F67-7CCB-4278-3380D6198626}"/>
              </a:ext>
            </a:extLst>
          </p:cNvPr>
          <p:cNvSpPr>
            <a:spLocks noGrp="1"/>
          </p:cNvSpPr>
          <p:nvPr>
            <p:ph type="pic" sz="quarter" idx="10" hasCustomPrompt="1"/>
          </p:nvPr>
        </p:nvSpPr>
        <p:spPr bwMode="gray">
          <a:xfrm>
            <a:off x="6096000" y="0"/>
            <a:ext cx="6095999"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dirty="0"/>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dirty="0"/>
          </a:p>
        </p:txBody>
      </p:sp>
      <p:sp>
        <p:nvSpPr>
          <p:cNvPr id="11" name="Fußzeilenplatzhalter 10">
            <a:extLst>
              <a:ext uri="{FF2B5EF4-FFF2-40B4-BE49-F238E27FC236}">
                <a16:creationId xmlns:a16="http://schemas.microsoft.com/office/drawing/2014/main" id="{F62110C8-BF5F-EA2C-EB2D-4E0C19640ECA}"/>
              </a:ext>
            </a:extLst>
          </p:cNvPr>
          <p:cNvSpPr>
            <a:spLocks noGrp="1"/>
          </p:cNvSpPr>
          <p:nvPr>
            <p:ph type="ftr" sz="quarter" idx="21"/>
          </p:nvPr>
        </p:nvSpPr>
        <p:spPr bwMode="gray"/>
        <p:txBody>
          <a:bodyPr/>
          <a:lstStyle>
            <a:lvl1pPr>
              <a:defRPr>
                <a:solidFill>
                  <a:schemeClr val="bg1"/>
                </a:solidFill>
              </a:defRPr>
            </a:lvl1pPr>
          </a:lstStyle>
          <a:p>
            <a:r>
              <a:rPr lang="en-US"/>
              <a:t>RISW 2026</a:t>
            </a:r>
            <a:endParaRPr lang="en-US" dirty="0"/>
          </a:p>
        </p:txBody>
      </p:sp>
      <p:grpSp>
        <p:nvGrpSpPr>
          <p:cNvPr id="2" name="Group 1">
            <a:extLst>
              <a:ext uri="{FF2B5EF4-FFF2-40B4-BE49-F238E27FC236}">
                <a16:creationId xmlns:a16="http://schemas.microsoft.com/office/drawing/2014/main" id="{9005E816-D1C6-AE33-8A20-CD4F0AFFC6F6}"/>
              </a:ext>
            </a:extLst>
          </p:cNvPr>
          <p:cNvGrpSpPr/>
          <p:nvPr userDrawn="1"/>
        </p:nvGrpSpPr>
        <p:grpSpPr>
          <a:xfrm>
            <a:off x="-1896888" y="-1"/>
            <a:ext cx="1715078" cy="3968906"/>
            <a:chOff x="-1896888" y="-1"/>
            <a:chExt cx="1715078" cy="3968906"/>
          </a:xfrm>
        </p:grpSpPr>
        <p:grpSp>
          <p:nvGrpSpPr>
            <p:cNvPr id="4" name="Group 3">
              <a:extLst>
                <a:ext uri="{FF2B5EF4-FFF2-40B4-BE49-F238E27FC236}">
                  <a16:creationId xmlns:a16="http://schemas.microsoft.com/office/drawing/2014/main" id="{14042732-EE2B-DC6F-94BB-E2EA1AE0B909}"/>
                </a:ext>
                <a:ext uri="{C183D7F6-B498-43B3-948B-1728B52AA6E4}">
                  <adec:decorative xmlns:adec="http://schemas.microsoft.com/office/drawing/2017/decorative" val="1"/>
                </a:ext>
              </a:extLst>
            </p:cNvPr>
            <p:cNvGrpSpPr/>
            <p:nvPr userDrawn="1"/>
          </p:nvGrpSpPr>
          <p:grpSpPr bwMode="gray">
            <a:xfrm>
              <a:off x="-1896888" y="-1"/>
              <a:ext cx="1715078" cy="3968906"/>
              <a:chOff x="-1824880" y="2708919"/>
              <a:chExt cx="1715078" cy="3968906"/>
            </a:xfrm>
          </p:grpSpPr>
          <p:sp>
            <p:nvSpPr>
              <p:cNvPr id="7" name="TextBox 6">
                <a:extLst>
                  <a:ext uri="{FF2B5EF4-FFF2-40B4-BE49-F238E27FC236}">
                    <a16:creationId xmlns:a16="http://schemas.microsoft.com/office/drawing/2014/main" id="{F5318871-924E-CB76-69FC-19AF93533A53}"/>
                  </a:ext>
                </a:extLst>
              </p:cNvPr>
              <p:cNvSpPr txBox="1"/>
              <p:nvPr userDrawn="1"/>
            </p:nvSpPr>
            <p:spPr bwMode="gray">
              <a:xfrm>
                <a:off x="-1824880" y="2708919"/>
                <a:ext cx="1715078" cy="3968905"/>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dirty="0">
                    <a:solidFill>
                      <a:schemeClr val="tx1"/>
                    </a:solidFill>
                    <a:effectLst/>
                    <a:latin typeface="+mj-lt"/>
                  </a:rPr>
                  <a:t>To insert a picture:</a:t>
                </a:r>
              </a:p>
              <a:p>
                <a:pPr marL="144000" indent="-144000">
                  <a:lnSpc>
                    <a:spcPct val="120000"/>
                  </a:lnSpc>
                  <a:spcAft>
                    <a:spcPts val="600"/>
                  </a:spcAft>
                  <a:buFont typeface="+mj-lt"/>
                  <a:buAutoNum type="arabicPeriod"/>
                </a:pPr>
                <a:r>
                  <a:rPr lang="en-US" sz="900" dirty="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dirty="0">
                    <a:solidFill>
                      <a:schemeClr val="tx1"/>
                    </a:solidFill>
                    <a:effectLst/>
                    <a:latin typeface="+mn-lt"/>
                  </a:rPr>
                  <a:t>Open the menu “Graphics Format”</a:t>
                </a:r>
              </a:p>
              <a:p>
                <a:pPr marL="144000" indent="-144000">
                  <a:lnSpc>
                    <a:spcPct val="120000"/>
                  </a:lnSpc>
                  <a:spcAft>
                    <a:spcPts val="600"/>
                  </a:spcAft>
                  <a:buFont typeface="+mj-lt"/>
                  <a:buAutoNum type="arabicPeriod"/>
                </a:pPr>
                <a:r>
                  <a:rPr lang="en-US" sz="900" dirty="0">
                    <a:solidFill>
                      <a:schemeClr val="tx1"/>
                    </a:solidFill>
                    <a:effectLst/>
                    <a:latin typeface="+mn-lt"/>
                  </a:rPr>
                  <a:t>Choose “Change Graphic” and then the corresponding source where the image is located</a:t>
                </a:r>
                <a:endParaRPr lang="en-US" sz="900" dirty="0">
                  <a:solidFill>
                    <a:schemeClr val="tx1"/>
                  </a:solidFill>
                  <a:latin typeface="+mn-lt"/>
                </a:endParaRPr>
              </a:p>
            </p:txBody>
          </p:sp>
          <p:sp>
            <p:nvSpPr>
              <p:cNvPr id="9" name="TextBox 8">
                <a:extLst>
                  <a:ext uri="{FF2B5EF4-FFF2-40B4-BE49-F238E27FC236}">
                    <a16:creationId xmlns:a16="http://schemas.microsoft.com/office/drawing/2014/main" id="{CFEA788D-FAFB-9F92-7608-594ACFB54198}"/>
                  </a:ext>
                </a:extLst>
              </p:cNvPr>
              <p:cNvSpPr txBox="1"/>
              <p:nvPr userDrawn="1"/>
            </p:nvSpPr>
            <p:spPr bwMode="gray">
              <a:xfrm>
                <a:off x="-1824880" y="5813729"/>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dirty="0">
                    <a:solidFill>
                      <a:schemeClr val="tx1"/>
                    </a:solidFill>
                    <a:effectLst/>
                    <a:latin typeface="+mn-lt"/>
                  </a:rPr>
                  <a:t>Now the image has </a:t>
                </a:r>
                <a:br>
                  <a:rPr lang="en-US" sz="900" dirty="0">
                    <a:solidFill>
                      <a:schemeClr val="tx1"/>
                    </a:solidFill>
                    <a:effectLst/>
                    <a:latin typeface="+mn-lt"/>
                  </a:rPr>
                </a:br>
                <a:r>
                  <a:rPr lang="en-US" sz="900" dirty="0">
                    <a:solidFill>
                      <a:schemeClr val="tx1"/>
                    </a:solidFill>
                    <a:effectLst/>
                    <a:latin typeface="+mn-lt"/>
                  </a:rPr>
                  <a:t>been loaded into the </a:t>
                </a:r>
                <a:br>
                  <a:rPr lang="en-US" sz="900" dirty="0">
                    <a:solidFill>
                      <a:schemeClr val="tx1"/>
                    </a:solidFill>
                    <a:effectLst/>
                    <a:latin typeface="+mn-lt"/>
                  </a:rPr>
                </a:br>
                <a:r>
                  <a:rPr lang="en-US" sz="900" dirty="0">
                    <a:solidFill>
                      <a:schemeClr val="tx1"/>
                    </a:solidFill>
                    <a:effectLst/>
                    <a:latin typeface="+mn-lt"/>
                  </a:rPr>
                  <a:t>placeholder.</a:t>
                </a:r>
                <a:endParaRPr lang="en-US" sz="900" dirty="0">
                  <a:solidFill>
                    <a:schemeClr val="tx1"/>
                  </a:solidFill>
                  <a:latin typeface="+mn-lt"/>
                </a:endParaRPr>
              </a:p>
            </p:txBody>
          </p:sp>
        </p:grpSp>
        <p:pic>
          <p:nvPicPr>
            <p:cNvPr id="5" name="Picture 4">
              <a:extLst>
                <a:ext uri="{FF2B5EF4-FFF2-40B4-BE49-F238E27FC236}">
                  <a16:creationId xmlns:a16="http://schemas.microsoft.com/office/drawing/2014/main" id="{76A777BD-4F6C-A9AE-509E-80D6E92504CD}"/>
                </a:ext>
              </a:extLst>
            </p:cNvPr>
            <p:cNvPicPr>
              <a:picLocks noChangeAspect="1"/>
            </p:cNvPicPr>
            <p:nvPr userDrawn="1"/>
          </p:nvPicPr>
          <p:blipFill>
            <a:blip r:embed="rId2"/>
            <a:stretch>
              <a:fillRect/>
            </a:stretch>
          </p:blipFill>
          <p:spPr>
            <a:xfrm>
              <a:off x="-1752872" y="2087812"/>
              <a:ext cx="1080120" cy="984668"/>
            </a:xfrm>
            <a:prstGeom prst="rect">
              <a:avLst/>
            </a:prstGeom>
          </p:spPr>
        </p:pic>
      </p:grpSp>
    </p:spTree>
    <p:extLst>
      <p:ext uri="{BB962C8B-B14F-4D97-AF65-F5344CB8AC3E}">
        <p14:creationId xmlns:p14="http://schemas.microsoft.com/office/powerpoint/2010/main" val="3109789797"/>
      </p:ext>
    </p:extLst>
  </p:cSld>
  <p:clrMapOvr>
    <a:masterClrMapping/>
  </p:clrMapOvr>
  <p:extLst>
    <p:ext uri="{DCECCB84-F9BA-43D5-87BE-67443E8EF086}">
      <p15:sldGuideLst xmlns:p15="http://schemas.microsoft.com/office/powerpoint/2012/main">
        <p15:guide id="1" pos="3931" userDrawn="1">
          <p15:clr>
            <a:srgbClr val="FBAE40"/>
          </p15:clr>
        </p15:guide>
        <p15:guide id="2" pos="3749"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with image portrait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4" y="477000"/>
            <a:ext cx="7380289" cy="720000"/>
          </a:xfrm>
        </p:spPr>
        <p:txBody>
          <a:bodyPr/>
          <a:lstStyle>
            <a:lvl1pPr>
              <a:defRPr/>
            </a:lvl1pPr>
          </a:lstStyle>
          <a:p>
            <a:r>
              <a:rPr lang="en-US" dirty="0"/>
              <a:t>Add Title</a:t>
            </a:r>
          </a:p>
        </p:txBody>
      </p:sp>
      <p:sp>
        <p:nvSpPr>
          <p:cNvPr id="3" name="Inhaltsplatzhalter 2"/>
          <p:cNvSpPr>
            <a:spLocks noGrp="1"/>
          </p:cNvSpPr>
          <p:nvPr>
            <p:ph idx="1" hasCustomPrompt="1"/>
          </p:nvPr>
        </p:nvSpPr>
        <p:spPr bwMode="gray">
          <a:xfrm>
            <a:off x="479424" y="1412876"/>
            <a:ext cx="738028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endParaRPr lang="en-US" dirty="0"/>
          </a:p>
        </p:txBody>
      </p:sp>
      <p:sp>
        <p:nvSpPr>
          <p:cNvPr id="8" name="Textplatzhalter 7"/>
          <p:cNvSpPr>
            <a:spLocks noGrp="1"/>
          </p:cNvSpPr>
          <p:nvPr>
            <p:ph type="body" sz="quarter" idx="13" hasCustomPrompt="1"/>
          </p:nvPr>
        </p:nvSpPr>
        <p:spPr bwMode="gray">
          <a:xfrm>
            <a:off x="479999" y="5805280"/>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dirty="0"/>
              <a:t>Footnote/Source</a:t>
            </a:r>
          </a:p>
        </p:txBody>
      </p:sp>
      <p:sp>
        <p:nvSpPr>
          <p:cNvPr id="7" name="Bildplatzhalter 10">
            <a:extLst>
              <a:ext uri="{FF2B5EF4-FFF2-40B4-BE49-F238E27FC236}">
                <a16:creationId xmlns:a16="http://schemas.microsoft.com/office/drawing/2014/main" id="{14CF255F-B2EC-2517-FAAE-EBA3F3EB53C3}"/>
              </a:ext>
            </a:extLst>
          </p:cNvPr>
          <p:cNvSpPr>
            <a:spLocks noGrp="1"/>
          </p:cNvSpPr>
          <p:nvPr>
            <p:ph type="pic" sz="quarter" idx="10" hasCustomPrompt="1"/>
          </p:nvPr>
        </p:nvSpPr>
        <p:spPr bwMode="gray">
          <a:xfrm>
            <a:off x="8124000" y="-3198"/>
            <a:ext cx="4068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dirty="0"/>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dirty="0"/>
          </a:p>
        </p:txBody>
      </p:sp>
      <p:sp>
        <p:nvSpPr>
          <p:cNvPr id="2" name="Fußzeilenplatzhalter 1">
            <a:extLst>
              <a:ext uri="{FF2B5EF4-FFF2-40B4-BE49-F238E27FC236}">
                <a16:creationId xmlns:a16="http://schemas.microsoft.com/office/drawing/2014/main" id="{8464A4AD-DF50-326A-C3CC-77A3E90EED6B}"/>
              </a:ext>
            </a:extLst>
          </p:cNvPr>
          <p:cNvSpPr>
            <a:spLocks noGrp="1"/>
          </p:cNvSpPr>
          <p:nvPr>
            <p:ph type="ftr" sz="quarter" idx="16"/>
          </p:nvPr>
        </p:nvSpPr>
        <p:spPr bwMode="gray"/>
        <p:txBody>
          <a:bodyPr/>
          <a:lstStyle>
            <a:lvl1pPr>
              <a:defRPr>
                <a:solidFill>
                  <a:schemeClr val="bg1"/>
                </a:solidFill>
              </a:defRPr>
            </a:lvl1pPr>
          </a:lstStyle>
          <a:p>
            <a:r>
              <a:rPr lang="en-US"/>
              <a:t>RISW 2026</a:t>
            </a:r>
            <a:endParaRPr lang="en-US" dirty="0"/>
          </a:p>
        </p:txBody>
      </p:sp>
      <p:grpSp>
        <p:nvGrpSpPr>
          <p:cNvPr id="4" name="Group 3">
            <a:extLst>
              <a:ext uri="{FF2B5EF4-FFF2-40B4-BE49-F238E27FC236}">
                <a16:creationId xmlns:a16="http://schemas.microsoft.com/office/drawing/2014/main" id="{C21698C5-C7DA-50DC-AF50-B7DECBFAF796}"/>
              </a:ext>
            </a:extLst>
          </p:cNvPr>
          <p:cNvGrpSpPr/>
          <p:nvPr userDrawn="1"/>
        </p:nvGrpSpPr>
        <p:grpSpPr>
          <a:xfrm>
            <a:off x="-1896888" y="-1"/>
            <a:ext cx="1715078" cy="3968906"/>
            <a:chOff x="-1896888" y="-1"/>
            <a:chExt cx="1715078" cy="3968906"/>
          </a:xfrm>
        </p:grpSpPr>
        <p:grpSp>
          <p:nvGrpSpPr>
            <p:cNvPr id="5" name="Group 4">
              <a:extLst>
                <a:ext uri="{FF2B5EF4-FFF2-40B4-BE49-F238E27FC236}">
                  <a16:creationId xmlns:a16="http://schemas.microsoft.com/office/drawing/2014/main" id="{4F8E3C96-912C-915E-3386-5A249010139C}"/>
                </a:ext>
                <a:ext uri="{C183D7F6-B498-43B3-948B-1728B52AA6E4}">
                  <adec:decorative xmlns:adec="http://schemas.microsoft.com/office/drawing/2017/decorative" val="1"/>
                </a:ext>
              </a:extLst>
            </p:cNvPr>
            <p:cNvGrpSpPr/>
            <p:nvPr userDrawn="1"/>
          </p:nvGrpSpPr>
          <p:grpSpPr bwMode="gray">
            <a:xfrm>
              <a:off x="-1896888" y="-1"/>
              <a:ext cx="1715078" cy="3968906"/>
              <a:chOff x="-1824880" y="2708919"/>
              <a:chExt cx="1715078" cy="3968906"/>
            </a:xfrm>
          </p:grpSpPr>
          <p:sp>
            <p:nvSpPr>
              <p:cNvPr id="9" name="TextBox 8">
                <a:extLst>
                  <a:ext uri="{FF2B5EF4-FFF2-40B4-BE49-F238E27FC236}">
                    <a16:creationId xmlns:a16="http://schemas.microsoft.com/office/drawing/2014/main" id="{5EBBD2CC-FA4E-8A4E-529F-CDCEB3B1ED9D}"/>
                  </a:ext>
                </a:extLst>
              </p:cNvPr>
              <p:cNvSpPr txBox="1"/>
              <p:nvPr userDrawn="1"/>
            </p:nvSpPr>
            <p:spPr bwMode="gray">
              <a:xfrm>
                <a:off x="-1824880" y="2708919"/>
                <a:ext cx="1715078" cy="3968905"/>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dirty="0">
                    <a:solidFill>
                      <a:schemeClr val="tx1"/>
                    </a:solidFill>
                    <a:effectLst/>
                    <a:latin typeface="+mj-lt"/>
                  </a:rPr>
                  <a:t>To insert a picture:</a:t>
                </a:r>
              </a:p>
              <a:p>
                <a:pPr marL="144000" indent="-144000">
                  <a:lnSpc>
                    <a:spcPct val="120000"/>
                  </a:lnSpc>
                  <a:spcAft>
                    <a:spcPts val="600"/>
                  </a:spcAft>
                  <a:buFont typeface="+mj-lt"/>
                  <a:buAutoNum type="arabicPeriod"/>
                </a:pPr>
                <a:r>
                  <a:rPr lang="en-US" sz="900" dirty="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dirty="0">
                    <a:solidFill>
                      <a:schemeClr val="tx1"/>
                    </a:solidFill>
                    <a:effectLst/>
                    <a:latin typeface="+mn-lt"/>
                  </a:rPr>
                  <a:t>Open the menu “Graphics Format”</a:t>
                </a:r>
              </a:p>
              <a:p>
                <a:pPr marL="144000" indent="-144000">
                  <a:lnSpc>
                    <a:spcPct val="120000"/>
                  </a:lnSpc>
                  <a:spcAft>
                    <a:spcPts val="600"/>
                  </a:spcAft>
                  <a:buFont typeface="+mj-lt"/>
                  <a:buAutoNum type="arabicPeriod"/>
                </a:pPr>
                <a:r>
                  <a:rPr lang="en-US" sz="900" dirty="0">
                    <a:solidFill>
                      <a:schemeClr val="tx1"/>
                    </a:solidFill>
                    <a:effectLst/>
                    <a:latin typeface="+mn-lt"/>
                  </a:rPr>
                  <a:t>Choose “Change Graphic” and then the corresponding source where the image is located</a:t>
                </a:r>
                <a:endParaRPr lang="en-US" sz="900" dirty="0">
                  <a:solidFill>
                    <a:schemeClr val="tx1"/>
                  </a:solidFill>
                  <a:latin typeface="+mn-lt"/>
                </a:endParaRPr>
              </a:p>
            </p:txBody>
          </p:sp>
          <p:sp>
            <p:nvSpPr>
              <p:cNvPr id="11" name="TextBox 10">
                <a:extLst>
                  <a:ext uri="{FF2B5EF4-FFF2-40B4-BE49-F238E27FC236}">
                    <a16:creationId xmlns:a16="http://schemas.microsoft.com/office/drawing/2014/main" id="{0A1ECD63-AB1C-65D2-4E23-A5274D9DECBB}"/>
                  </a:ext>
                </a:extLst>
              </p:cNvPr>
              <p:cNvSpPr txBox="1"/>
              <p:nvPr userDrawn="1"/>
            </p:nvSpPr>
            <p:spPr bwMode="gray">
              <a:xfrm>
                <a:off x="-1824880" y="5813729"/>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dirty="0">
                    <a:solidFill>
                      <a:schemeClr val="tx1"/>
                    </a:solidFill>
                    <a:effectLst/>
                    <a:latin typeface="+mn-lt"/>
                  </a:rPr>
                  <a:t>Now the image has </a:t>
                </a:r>
                <a:br>
                  <a:rPr lang="en-US" sz="900" dirty="0">
                    <a:solidFill>
                      <a:schemeClr val="tx1"/>
                    </a:solidFill>
                    <a:effectLst/>
                    <a:latin typeface="+mn-lt"/>
                  </a:rPr>
                </a:br>
                <a:r>
                  <a:rPr lang="en-US" sz="900" dirty="0">
                    <a:solidFill>
                      <a:schemeClr val="tx1"/>
                    </a:solidFill>
                    <a:effectLst/>
                    <a:latin typeface="+mn-lt"/>
                  </a:rPr>
                  <a:t>been loaded into the </a:t>
                </a:r>
                <a:br>
                  <a:rPr lang="en-US" sz="900" dirty="0">
                    <a:solidFill>
                      <a:schemeClr val="tx1"/>
                    </a:solidFill>
                    <a:effectLst/>
                    <a:latin typeface="+mn-lt"/>
                  </a:rPr>
                </a:br>
                <a:r>
                  <a:rPr lang="en-US" sz="900" dirty="0">
                    <a:solidFill>
                      <a:schemeClr val="tx1"/>
                    </a:solidFill>
                    <a:effectLst/>
                    <a:latin typeface="+mn-lt"/>
                  </a:rPr>
                  <a:t>placeholder.</a:t>
                </a:r>
                <a:endParaRPr lang="en-US" sz="900" dirty="0">
                  <a:solidFill>
                    <a:schemeClr val="tx1"/>
                  </a:solidFill>
                  <a:latin typeface="+mn-lt"/>
                </a:endParaRPr>
              </a:p>
            </p:txBody>
          </p:sp>
        </p:grpSp>
        <p:pic>
          <p:nvPicPr>
            <p:cNvPr id="6" name="Picture 5">
              <a:extLst>
                <a:ext uri="{FF2B5EF4-FFF2-40B4-BE49-F238E27FC236}">
                  <a16:creationId xmlns:a16="http://schemas.microsoft.com/office/drawing/2014/main" id="{6AC97C29-E7C2-0771-A614-9258FF77C0AD}"/>
                </a:ext>
              </a:extLst>
            </p:cNvPr>
            <p:cNvPicPr>
              <a:picLocks noChangeAspect="1"/>
            </p:cNvPicPr>
            <p:nvPr userDrawn="1"/>
          </p:nvPicPr>
          <p:blipFill>
            <a:blip r:embed="rId2"/>
            <a:stretch>
              <a:fillRect/>
            </a:stretch>
          </p:blipFill>
          <p:spPr>
            <a:xfrm>
              <a:off x="-1752872" y="2087812"/>
              <a:ext cx="1080120" cy="984668"/>
            </a:xfrm>
            <a:prstGeom prst="rect">
              <a:avLst/>
            </a:prstGeom>
          </p:spPr>
        </p:pic>
      </p:grpSp>
    </p:spTree>
    <p:extLst>
      <p:ext uri="{BB962C8B-B14F-4D97-AF65-F5344CB8AC3E}">
        <p14:creationId xmlns:p14="http://schemas.microsoft.com/office/powerpoint/2010/main" val="2102921626"/>
      </p:ext>
    </p:extLst>
  </p:cSld>
  <p:clrMapOvr>
    <a:masterClrMapping/>
  </p:clrMapOvr>
  <p:extLst>
    <p:ext uri="{DCECCB84-F9BA-43D5-87BE-67443E8EF086}">
      <p15:sldGuideLst xmlns:p15="http://schemas.microsoft.com/office/powerpoint/2012/main">
        <p15:guide id="1" pos="5133" userDrawn="1">
          <p15:clr>
            <a:srgbClr val="FBAE40"/>
          </p15:clr>
        </p15:guide>
        <p15:guide id="2" pos="4951" userDrawn="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with image portrait (3)">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163" y="477000"/>
            <a:ext cx="9396461" cy="720000"/>
          </a:xfrm>
        </p:spPr>
        <p:txBody>
          <a:bodyPr/>
          <a:lstStyle>
            <a:lvl1pPr>
              <a:defRPr/>
            </a:lvl1pPr>
          </a:lstStyle>
          <a:p>
            <a:r>
              <a:rPr lang="en-US" dirty="0"/>
              <a:t>Add Title</a:t>
            </a:r>
          </a:p>
        </p:txBody>
      </p:sp>
      <p:sp>
        <p:nvSpPr>
          <p:cNvPr id="3" name="Inhaltsplatzhalter 2"/>
          <p:cNvSpPr>
            <a:spLocks noGrp="1"/>
          </p:cNvSpPr>
          <p:nvPr>
            <p:ph idx="1" hasCustomPrompt="1"/>
          </p:nvPr>
        </p:nvSpPr>
        <p:spPr bwMode="gray">
          <a:xfrm>
            <a:off x="2316209" y="1412876"/>
            <a:ext cx="9396414"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endParaRPr lang="en-US" dirty="0"/>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dirty="0"/>
              <a:t>Footnote/Source</a:t>
            </a:r>
          </a:p>
        </p:txBody>
      </p:sp>
      <p:sp>
        <p:nvSpPr>
          <p:cNvPr id="13" name="Bildplatzhalter 10">
            <a:extLst>
              <a:ext uri="{FF2B5EF4-FFF2-40B4-BE49-F238E27FC236}">
                <a16:creationId xmlns:a16="http://schemas.microsoft.com/office/drawing/2014/main" id="{4EA519C6-3621-AA78-3D48-CE2C8B305E30}"/>
              </a:ext>
            </a:extLst>
          </p:cNvPr>
          <p:cNvSpPr>
            <a:spLocks noGrp="1"/>
          </p:cNvSpPr>
          <p:nvPr>
            <p:ph type="pic" sz="quarter" idx="10" hasCustomPrompt="1"/>
          </p:nvPr>
        </p:nvSpPr>
        <p:spPr bwMode="gray">
          <a:xfrm>
            <a:off x="12682" y="0"/>
            <a:ext cx="20304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dirty="0"/>
              <a:t>Add picture</a:t>
            </a:r>
          </a:p>
        </p:txBody>
      </p:sp>
      <p:sp>
        <p:nvSpPr>
          <p:cNvPr id="14" name="Fußzeilenplatzhalter 13">
            <a:extLst>
              <a:ext uri="{FF2B5EF4-FFF2-40B4-BE49-F238E27FC236}">
                <a16:creationId xmlns:a16="http://schemas.microsoft.com/office/drawing/2014/main" id="{6EEB0A4C-9CB1-5FD3-5A85-95FE106E43BA}"/>
              </a:ext>
            </a:extLst>
          </p:cNvPr>
          <p:cNvSpPr>
            <a:spLocks noGrp="1"/>
          </p:cNvSpPr>
          <p:nvPr>
            <p:ph type="ftr" sz="quarter" idx="29"/>
          </p:nvPr>
        </p:nvSpPr>
        <p:spPr bwMode="gray"/>
        <p:txBody>
          <a:bodyPr/>
          <a:lstStyle/>
          <a:p>
            <a:r>
              <a:rPr lang="en-US"/>
              <a:t>RISW 2026</a:t>
            </a:r>
            <a:endParaRPr lang="en-US" dirty="0"/>
          </a:p>
        </p:txBody>
      </p:sp>
      <p:sp>
        <p:nvSpPr>
          <p:cNvPr id="15" name="Foliennummernplatzhalter 14">
            <a:extLst>
              <a:ext uri="{FF2B5EF4-FFF2-40B4-BE49-F238E27FC236}">
                <a16:creationId xmlns:a16="http://schemas.microsoft.com/office/drawing/2014/main" id="{15D18496-5D1E-5F00-2ACA-70465B9A16F2}"/>
              </a:ext>
            </a:extLst>
          </p:cNvPr>
          <p:cNvSpPr>
            <a:spLocks noGrp="1"/>
          </p:cNvSpPr>
          <p:nvPr>
            <p:ph type="sldNum" sz="quarter" idx="30"/>
          </p:nvPr>
        </p:nvSpPr>
        <p:spPr bwMode="gray"/>
        <p:txBody>
          <a:bodyPr/>
          <a:lstStyle/>
          <a:p>
            <a:fld id="{DF4E8F9F-5B1F-4F5B-BE49-3245D8C18D9F}" type="slidenum">
              <a:rPr lang="en-US" smtClean="0"/>
              <a:pPr/>
              <a:t>‹#›</a:t>
            </a:fld>
            <a:endParaRPr lang="en-US" dirty="0"/>
          </a:p>
        </p:txBody>
      </p:sp>
      <p:sp>
        <p:nvSpPr>
          <p:cNvPr id="2" name="Text Placeholder 8">
            <a:extLst>
              <a:ext uri="{FF2B5EF4-FFF2-40B4-BE49-F238E27FC236}">
                <a16:creationId xmlns:a16="http://schemas.microsoft.com/office/drawing/2014/main" id="{0581CA52-FD82-1F55-27CD-D1C50118A4C0}"/>
              </a:ext>
            </a:extLst>
          </p:cNvPr>
          <p:cNvSpPr>
            <a:spLocks noGrp="1"/>
          </p:cNvSpPr>
          <p:nvPr>
            <p:ph type="body" sz="quarter" idx="31"/>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4" name="Group 3">
            <a:extLst>
              <a:ext uri="{FF2B5EF4-FFF2-40B4-BE49-F238E27FC236}">
                <a16:creationId xmlns:a16="http://schemas.microsoft.com/office/drawing/2014/main" id="{76BEBAA2-0EF5-3F9A-2B8D-CE1351C14DD3}"/>
              </a:ext>
            </a:extLst>
          </p:cNvPr>
          <p:cNvGrpSpPr/>
          <p:nvPr userDrawn="1"/>
        </p:nvGrpSpPr>
        <p:grpSpPr>
          <a:xfrm>
            <a:off x="-1896888" y="-1"/>
            <a:ext cx="1715078" cy="3968906"/>
            <a:chOff x="-1896888" y="-1"/>
            <a:chExt cx="1715078" cy="3968906"/>
          </a:xfrm>
        </p:grpSpPr>
        <p:grpSp>
          <p:nvGrpSpPr>
            <p:cNvPr id="5" name="Group 4">
              <a:extLst>
                <a:ext uri="{FF2B5EF4-FFF2-40B4-BE49-F238E27FC236}">
                  <a16:creationId xmlns:a16="http://schemas.microsoft.com/office/drawing/2014/main" id="{0B644196-B456-6480-C7BC-5AFC3D9FA935}"/>
                </a:ext>
                <a:ext uri="{C183D7F6-B498-43B3-948B-1728B52AA6E4}">
                  <adec:decorative xmlns:adec="http://schemas.microsoft.com/office/drawing/2017/decorative" val="1"/>
                </a:ext>
              </a:extLst>
            </p:cNvPr>
            <p:cNvGrpSpPr/>
            <p:nvPr userDrawn="1"/>
          </p:nvGrpSpPr>
          <p:grpSpPr bwMode="gray">
            <a:xfrm>
              <a:off x="-1896888" y="-1"/>
              <a:ext cx="1715078" cy="3968906"/>
              <a:chOff x="-1824880" y="2708919"/>
              <a:chExt cx="1715078" cy="3968906"/>
            </a:xfrm>
          </p:grpSpPr>
          <p:sp>
            <p:nvSpPr>
              <p:cNvPr id="7" name="TextBox 6">
                <a:extLst>
                  <a:ext uri="{FF2B5EF4-FFF2-40B4-BE49-F238E27FC236}">
                    <a16:creationId xmlns:a16="http://schemas.microsoft.com/office/drawing/2014/main" id="{B1BCE646-9155-DCA2-01EA-5AA184029EF8}"/>
                  </a:ext>
                </a:extLst>
              </p:cNvPr>
              <p:cNvSpPr txBox="1"/>
              <p:nvPr userDrawn="1"/>
            </p:nvSpPr>
            <p:spPr bwMode="gray">
              <a:xfrm>
                <a:off x="-1824880" y="2708919"/>
                <a:ext cx="1715078" cy="3968905"/>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dirty="0">
                    <a:solidFill>
                      <a:schemeClr val="tx1"/>
                    </a:solidFill>
                    <a:effectLst/>
                    <a:latin typeface="+mj-lt"/>
                  </a:rPr>
                  <a:t>To insert a picture:</a:t>
                </a:r>
              </a:p>
              <a:p>
                <a:pPr marL="144000" indent="-144000">
                  <a:lnSpc>
                    <a:spcPct val="120000"/>
                  </a:lnSpc>
                  <a:spcAft>
                    <a:spcPts val="600"/>
                  </a:spcAft>
                  <a:buFont typeface="+mj-lt"/>
                  <a:buAutoNum type="arabicPeriod"/>
                </a:pPr>
                <a:r>
                  <a:rPr lang="en-US" sz="900" dirty="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dirty="0">
                    <a:solidFill>
                      <a:schemeClr val="tx1"/>
                    </a:solidFill>
                    <a:effectLst/>
                    <a:latin typeface="+mn-lt"/>
                  </a:rPr>
                  <a:t>Open the menu “Graphics Format”</a:t>
                </a:r>
              </a:p>
              <a:p>
                <a:pPr marL="144000" indent="-144000">
                  <a:lnSpc>
                    <a:spcPct val="120000"/>
                  </a:lnSpc>
                  <a:spcAft>
                    <a:spcPts val="600"/>
                  </a:spcAft>
                  <a:buFont typeface="+mj-lt"/>
                  <a:buAutoNum type="arabicPeriod"/>
                </a:pPr>
                <a:r>
                  <a:rPr lang="en-US" sz="900" dirty="0">
                    <a:solidFill>
                      <a:schemeClr val="tx1"/>
                    </a:solidFill>
                    <a:effectLst/>
                    <a:latin typeface="+mn-lt"/>
                  </a:rPr>
                  <a:t>Choose “Change Graphic” and then the corresponding source where the image is located</a:t>
                </a:r>
                <a:endParaRPr lang="en-US" sz="900" dirty="0">
                  <a:solidFill>
                    <a:schemeClr val="tx1"/>
                  </a:solidFill>
                  <a:latin typeface="+mn-lt"/>
                </a:endParaRPr>
              </a:p>
            </p:txBody>
          </p:sp>
          <p:sp>
            <p:nvSpPr>
              <p:cNvPr id="9" name="TextBox 8">
                <a:extLst>
                  <a:ext uri="{FF2B5EF4-FFF2-40B4-BE49-F238E27FC236}">
                    <a16:creationId xmlns:a16="http://schemas.microsoft.com/office/drawing/2014/main" id="{EAC9F71D-B074-EA5A-90A2-33FF9184D701}"/>
                  </a:ext>
                </a:extLst>
              </p:cNvPr>
              <p:cNvSpPr txBox="1"/>
              <p:nvPr userDrawn="1"/>
            </p:nvSpPr>
            <p:spPr bwMode="gray">
              <a:xfrm>
                <a:off x="-1824880" y="5813729"/>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dirty="0">
                    <a:solidFill>
                      <a:schemeClr val="tx1"/>
                    </a:solidFill>
                    <a:effectLst/>
                    <a:latin typeface="+mn-lt"/>
                  </a:rPr>
                  <a:t>Now the image has </a:t>
                </a:r>
                <a:br>
                  <a:rPr lang="en-US" sz="900" dirty="0">
                    <a:solidFill>
                      <a:schemeClr val="tx1"/>
                    </a:solidFill>
                    <a:effectLst/>
                    <a:latin typeface="+mn-lt"/>
                  </a:rPr>
                </a:br>
                <a:r>
                  <a:rPr lang="en-US" sz="900" dirty="0">
                    <a:solidFill>
                      <a:schemeClr val="tx1"/>
                    </a:solidFill>
                    <a:effectLst/>
                    <a:latin typeface="+mn-lt"/>
                  </a:rPr>
                  <a:t>been loaded into the </a:t>
                </a:r>
                <a:br>
                  <a:rPr lang="en-US" sz="900" dirty="0">
                    <a:solidFill>
                      <a:schemeClr val="tx1"/>
                    </a:solidFill>
                    <a:effectLst/>
                    <a:latin typeface="+mn-lt"/>
                  </a:rPr>
                </a:br>
                <a:r>
                  <a:rPr lang="en-US" sz="900" dirty="0">
                    <a:solidFill>
                      <a:schemeClr val="tx1"/>
                    </a:solidFill>
                    <a:effectLst/>
                    <a:latin typeface="+mn-lt"/>
                  </a:rPr>
                  <a:t>placeholder.</a:t>
                </a:r>
                <a:endParaRPr lang="en-US" sz="900" dirty="0">
                  <a:solidFill>
                    <a:schemeClr val="tx1"/>
                  </a:solidFill>
                  <a:latin typeface="+mn-lt"/>
                </a:endParaRPr>
              </a:p>
            </p:txBody>
          </p:sp>
        </p:grpSp>
        <p:pic>
          <p:nvPicPr>
            <p:cNvPr id="6" name="Picture 5">
              <a:extLst>
                <a:ext uri="{FF2B5EF4-FFF2-40B4-BE49-F238E27FC236}">
                  <a16:creationId xmlns:a16="http://schemas.microsoft.com/office/drawing/2014/main" id="{E4251BFD-C762-DE19-CF8F-C7E3ACD9F49B}"/>
                </a:ext>
              </a:extLst>
            </p:cNvPr>
            <p:cNvPicPr>
              <a:picLocks noChangeAspect="1"/>
            </p:cNvPicPr>
            <p:nvPr userDrawn="1"/>
          </p:nvPicPr>
          <p:blipFill>
            <a:blip r:embed="rId3"/>
            <a:stretch>
              <a:fillRect/>
            </a:stretch>
          </p:blipFill>
          <p:spPr>
            <a:xfrm>
              <a:off x="-1752872" y="2087812"/>
              <a:ext cx="1080120" cy="984668"/>
            </a:xfrm>
            <a:prstGeom prst="rect">
              <a:avLst/>
            </a:prstGeom>
          </p:spPr>
        </p:pic>
      </p:grpSp>
    </p:spTree>
    <p:extLst>
      <p:ext uri="{BB962C8B-B14F-4D97-AF65-F5344CB8AC3E}">
        <p14:creationId xmlns:p14="http://schemas.microsoft.com/office/powerpoint/2010/main" val="1221245573"/>
      </p:ext>
    </p:extLst>
  </p:cSld>
  <p:clrMapOvr>
    <a:masterClrMapping/>
  </p:clrMapOvr>
  <p:extLst>
    <p:ext uri="{DCECCB84-F9BA-43D5-87BE-67443E8EF086}">
      <p15:sldGuideLst xmlns:p15="http://schemas.microsoft.com/office/powerpoint/2012/main">
        <p15:guide id="1" pos="1459" userDrawn="1">
          <p15:clr>
            <a:srgbClr val="FBAE40"/>
          </p15:clr>
        </p15:guide>
        <p15:guide id="2" pos="1277"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1)">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4" cy="720000"/>
          </a:xfrm>
        </p:spPr>
        <p:txBody>
          <a:bodyPr/>
          <a:lstStyle>
            <a:lvl1pPr>
              <a:defRPr>
                <a:solidFill>
                  <a:schemeClr val="tx2"/>
                </a:solidFill>
              </a:defRPr>
            </a:lvl1pPr>
          </a:lstStyle>
          <a:p>
            <a:r>
              <a:rPr lang="en-US" dirty="0"/>
              <a:t>Add Title</a:t>
            </a:r>
          </a:p>
        </p:txBody>
      </p:sp>
      <p:sp>
        <p:nvSpPr>
          <p:cNvPr id="3" name="Inhaltsplatzhalter 2"/>
          <p:cNvSpPr>
            <a:spLocks noGrp="1"/>
          </p:cNvSpPr>
          <p:nvPr>
            <p:ph idx="1" hasCustomPrompt="1"/>
          </p:nvPr>
        </p:nvSpPr>
        <p:spPr bwMode="gray">
          <a:xfrm>
            <a:off x="479424" y="1412876"/>
            <a:ext cx="5472113"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endParaRPr lang="en-US" dirty="0"/>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dirty="0"/>
              <a:t>Footnote/Source</a:t>
            </a:r>
          </a:p>
        </p:txBody>
      </p:sp>
      <p:sp>
        <p:nvSpPr>
          <p:cNvPr id="7" name="Bildplatzhalter 10">
            <a:extLst>
              <a:ext uri="{FF2B5EF4-FFF2-40B4-BE49-F238E27FC236}">
                <a16:creationId xmlns:a16="http://schemas.microsoft.com/office/drawing/2014/main" id="{BB620B58-DC4D-ABB4-B16A-92C43E6933B4}"/>
              </a:ext>
            </a:extLst>
          </p:cNvPr>
          <p:cNvSpPr>
            <a:spLocks noGrp="1"/>
          </p:cNvSpPr>
          <p:nvPr>
            <p:ph type="pic" sz="quarter" idx="10" hasCustomPrompt="1"/>
          </p:nvPr>
        </p:nvSpPr>
        <p:spPr bwMode="gray">
          <a:xfrm>
            <a:off x="6096000" y="0"/>
            <a:ext cx="6095999"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dirty="0"/>
              <a:t>Add picture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RISW 2026</a:t>
            </a:r>
            <a:endParaRPr lang="en-US" dirty="0"/>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dirty="0"/>
          </a:p>
        </p:txBody>
      </p:sp>
      <p:pic>
        <p:nvPicPr>
          <p:cNvPr id="6" name="Grafik 5">
            <a:extLst>
              <a:ext uri="{FF2B5EF4-FFF2-40B4-BE49-F238E27FC236}">
                <a16:creationId xmlns:a16="http://schemas.microsoft.com/office/drawing/2014/main" id="{8F1C8E5E-1DF3-5390-67F1-46733FD70093}"/>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0"/>
            <a:ext cx="1234800" cy="372727"/>
          </a:xfrm>
          <a:prstGeom prst="rect">
            <a:avLst/>
          </a:prstGeom>
        </p:spPr>
      </p:pic>
      <p:grpSp>
        <p:nvGrpSpPr>
          <p:cNvPr id="2" name="Group 1">
            <a:extLst>
              <a:ext uri="{FF2B5EF4-FFF2-40B4-BE49-F238E27FC236}">
                <a16:creationId xmlns:a16="http://schemas.microsoft.com/office/drawing/2014/main" id="{711EBDF2-2482-F07F-EEE0-86366FA92D4F}"/>
              </a:ext>
            </a:extLst>
          </p:cNvPr>
          <p:cNvGrpSpPr/>
          <p:nvPr userDrawn="1"/>
        </p:nvGrpSpPr>
        <p:grpSpPr>
          <a:xfrm>
            <a:off x="-1896888" y="-1"/>
            <a:ext cx="1715078" cy="3968906"/>
            <a:chOff x="-1896888" y="-1"/>
            <a:chExt cx="1715078" cy="3968906"/>
          </a:xfrm>
        </p:grpSpPr>
        <p:grpSp>
          <p:nvGrpSpPr>
            <p:cNvPr id="4" name="Group 3">
              <a:extLst>
                <a:ext uri="{FF2B5EF4-FFF2-40B4-BE49-F238E27FC236}">
                  <a16:creationId xmlns:a16="http://schemas.microsoft.com/office/drawing/2014/main" id="{BD10F19C-1624-F99A-8ED8-B9BE34A1D622}"/>
                </a:ext>
                <a:ext uri="{C183D7F6-B498-43B3-948B-1728B52AA6E4}">
                  <adec:decorative xmlns:adec="http://schemas.microsoft.com/office/drawing/2017/decorative" val="1"/>
                </a:ext>
              </a:extLst>
            </p:cNvPr>
            <p:cNvGrpSpPr/>
            <p:nvPr userDrawn="1"/>
          </p:nvGrpSpPr>
          <p:grpSpPr bwMode="gray">
            <a:xfrm>
              <a:off x="-1896888" y="-1"/>
              <a:ext cx="1715078" cy="3968906"/>
              <a:chOff x="-1824880" y="2708919"/>
              <a:chExt cx="1715078" cy="3968906"/>
            </a:xfrm>
          </p:grpSpPr>
          <p:sp>
            <p:nvSpPr>
              <p:cNvPr id="11" name="TextBox 10">
                <a:extLst>
                  <a:ext uri="{FF2B5EF4-FFF2-40B4-BE49-F238E27FC236}">
                    <a16:creationId xmlns:a16="http://schemas.microsoft.com/office/drawing/2014/main" id="{12B839A8-DF08-1C50-C3BC-6D96CB20F815}"/>
                  </a:ext>
                </a:extLst>
              </p:cNvPr>
              <p:cNvSpPr txBox="1"/>
              <p:nvPr userDrawn="1"/>
            </p:nvSpPr>
            <p:spPr bwMode="gray">
              <a:xfrm>
                <a:off x="-1824880" y="2708919"/>
                <a:ext cx="1715078" cy="3968905"/>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dirty="0">
                    <a:solidFill>
                      <a:schemeClr val="tx1"/>
                    </a:solidFill>
                    <a:effectLst/>
                    <a:latin typeface="+mj-lt"/>
                  </a:rPr>
                  <a:t>To insert a picture:</a:t>
                </a:r>
              </a:p>
              <a:p>
                <a:pPr marL="144000" indent="-144000">
                  <a:lnSpc>
                    <a:spcPct val="120000"/>
                  </a:lnSpc>
                  <a:spcAft>
                    <a:spcPts val="600"/>
                  </a:spcAft>
                  <a:buFont typeface="+mj-lt"/>
                  <a:buAutoNum type="arabicPeriod"/>
                </a:pPr>
                <a:r>
                  <a:rPr lang="en-US" sz="900" dirty="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dirty="0">
                    <a:solidFill>
                      <a:schemeClr val="tx1"/>
                    </a:solidFill>
                    <a:effectLst/>
                    <a:latin typeface="+mn-lt"/>
                  </a:rPr>
                  <a:t>Open the menu “Graphics Format”</a:t>
                </a:r>
              </a:p>
              <a:p>
                <a:pPr marL="144000" indent="-144000">
                  <a:lnSpc>
                    <a:spcPct val="120000"/>
                  </a:lnSpc>
                  <a:spcAft>
                    <a:spcPts val="600"/>
                  </a:spcAft>
                  <a:buFont typeface="+mj-lt"/>
                  <a:buAutoNum type="arabicPeriod"/>
                </a:pPr>
                <a:r>
                  <a:rPr lang="en-US" sz="900" dirty="0">
                    <a:solidFill>
                      <a:schemeClr val="tx1"/>
                    </a:solidFill>
                    <a:effectLst/>
                    <a:latin typeface="+mn-lt"/>
                  </a:rPr>
                  <a:t>Choose “Change Graphic” and then the corresponding source where the image is located</a:t>
                </a:r>
                <a:endParaRPr lang="en-US" sz="900" dirty="0">
                  <a:solidFill>
                    <a:schemeClr val="tx1"/>
                  </a:solidFill>
                  <a:latin typeface="+mn-lt"/>
                </a:endParaRPr>
              </a:p>
            </p:txBody>
          </p:sp>
          <p:sp>
            <p:nvSpPr>
              <p:cNvPr id="13" name="TextBox 12">
                <a:extLst>
                  <a:ext uri="{FF2B5EF4-FFF2-40B4-BE49-F238E27FC236}">
                    <a16:creationId xmlns:a16="http://schemas.microsoft.com/office/drawing/2014/main" id="{9518FD61-FFF6-D9C4-708B-9BE416B300B1}"/>
                  </a:ext>
                </a:extLst>
              </p:cNvPr>
              <p:cNvSpPr txBox="1"/>
              <p:nvPr userDrawn="1"/>
            </p:nvSpPr>
            <p:spPr bwMode="gray">
              <a:xfrm>
                <a:off x="-1824880" y="5813729"/>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dirty="0">
                    <a:solidFill>
                      <a:schemeClr val="tx1"/>
                    </a:solidFill>
                    <a:effectLst/>
                    <a:latin typeface="+mn-lt"/>
                  </a:rPr>
                  <a:t>Now the image has </a:t>
                </a:r>
                <a:br>
                  <a:rPr lang="en-US" sz="900" dirty="0">
                    <a:solidFill>
                      <a:schemeClr val="tx1"/>
                    </a:solidFill>
                    <a:effectLst/>
                    <a:latin typeface="+mn-lt"/>
                  </a:rPr>
                </a:br>
                <a:r>
                  <a:rPr lang="en-US" sz="900" dirty="0">
                    <a:solidFill>
                      <a:schemeClr val="tx1"/>
                    </a:solidFill>
                    <a:effectLst/>
                    <a:latin typeface="+mn-lt"/>
                  </a:rPr>
                  <a:t>been loaded into the </a:t>
                </a:r>
                <a:br>
                  <a:rPr lang="en-US" sz="900" dirty="0">
                    <a:solidFill>
                      <a:schemeClr val="tx1"/>
                    </a:solidFill>
                    <a:effectLst/>
                    <a:latin typeface="+mn-lt"/>
                  </a:rPr>
                </a:br>
                <a:r>
                  <a:rPr lang="en-US" sz="900" dirty="0">
                    <a:solidFill>
                      <a:schemeClr val="tx1"/>
                    </a:solidFill>
                    <a:effectLst/>
                    <a:latin typeface="+mn-lt"/>
                  </a:rPr>
                  <a:t>placeholder.</a:t>
                </a:r>
                <a:endParaRPr lang="en-US" sz="900" dirty="0">
                  <a:solidFill>
                    <a:schemeClr val="tx1"/>
                  </a:solidFill>
                  <a:latin typeface="+mn-lt"/>
                </a:endParaRPr>
              </a:p>
            </p:txBody>
          </p:sp>
        </p:grpSp>
        <p:pic>
          <p:nvPicPr>
            <p:cNvPr id="5" name="Picture 4">
              <a:extLst>
                <a:ext uri="{FF2B5EF4-FFF2-40B4-BE49-F238E27FC236}">
                  <a16:creationId xmlns:a16="http://schemas.microsoft.com/office/drawing/2014/main" id="{56EA7648-A68B-2AA8-4D0C-7055A28A0777}"/>
                </a:ext>
              </a:extLst>
            </p:cNvPr>
            <p:cNvPicPr>
              <a:picLocks noChangeAspect="1"/>
            </p:cNvPicPr>
            <p:nvPr userDrawn="1"/>
          </p:nvPicPr>
          <p:blipFill>
            <a:blip r:embed="rId3"/>
            <a:stretch>
              <a:fillRect/>
            </a:stretch>
          </p:blipFill>
          <p:spPr>
            <a:xfrm>
              <a:off x="-1752872" y="2087812"/>
              <a:ext cx="1080120" cy="984668"/>
            </a:xfrm>
            <a:prstGeom prst="rect">
              <a:avLst/>
            </a:prstGeom>
          </p:spPr>
        </p:pic>
      </p:grpSp>
    </p:spTree>
    <p:extLst>
      <p:ext uri="{BB962C8B-B14F-4D97-AF65-F5344CB8AC3E}">
        <p14:creationId xmlns:p14="http://schemas.microsoft.com/office/powerpoint/2010/main" val="1953119291"/>
      </p:ext>
    </p:extLst>
  </p:cSld>
  <p:clrMapOvr>
    <a:masterClrMapping/>
  </p:clrMapOvr>
  <p:extLst>
    <p:ext uri="{DCECCB84-F9BA-43D5-87BE-67443E8EF086}">
      <p15:sldGuideLst xmlns:p15="http://schemas.microsoft.com/office/powerpoint/2012/main">
        <p15:guide id="1" pos="3931" userDrawn="1">
          <p15:clr>
            <a:srgbClr val="FBAE40"/>
          </p15:clr>
        </p15:guide>
        <p15:guide id="2" pos="3749" userDrawn="1">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2)">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4" y="477000"/>
            <a:ext cx="7380289" cy="720000"/>
          </a:xfrm>
        </p:spPr>
        <p:txBody>
          <a:bodyPr/>
          <a:lstStyle>
            <a:lvl1pPr>
              <a:defRPr>
                <a:solidFill>
                  <a:schemeClr val="tx2"/>
                </a:solidFill>
              </a:defRPr>
            </a:lvl1pPr>
          </a:lstStyle>
          <a:p>
            <a:r>
              <a:rPr lang="en-US" dirty="0"/>
              <a:t>Add Title</a:t>
            </a:r>
          </a:p>
        </p:txBody>
      </p:sp>
      <p:sp>
        <p:nvSpPr>
          <p:cNvPr id="3" name="Inhaltsplatzhalter 2"/>
          <p:cNvSpPr>
            <a:spLocks noGrp="1"/>
          </p:cNvSpPr>
          <p:nvPr>
            <p:ph idx="1" hasCustomPrompt="1"/>
          </p:nvPr>
        </p:nvSpPr>
        <p:spPr bwMode="gray">
          <a:xfrm>
            <a:off x="479424" y="1412876"/>
            <a:ext cx="7380289"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endParaRPr lang="en-US" dirty="0"/>
          </a:p>
        </p:txBody>
      </p:sp>
      <p:sp>
        <p:nvSpPr>
          <p:cNvPr id="8" name="Textplatzhalter 7"/>
          <p:cNvSpPr>
            <a:spLocks noGrp="1"/>
          </p:cNvSpPr>
          <p:nvPr>
            <p:ph type="body" sz="quarter" idx="13" hasCustomPrompt="1"/>
          </p:nvPr>
        </p:nvSpPr>
        <p:spPr bwMode="gray">
          <a:xfrm>
            <a:off x="479999" y="5805264"/>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dirty="0"/>
              <a:t>Footnote/Source</a:t>
            </a:r>
          </a:p>
        </p:txBody>
      </p:sp>
      <p:sp>
        <p:nvSpPr>
          <p:cNvPr id="7" name="Bildplatzhalter 10">
            <a:extLst>
              <a:ext uri="{FF2B5EF4-FFF2-40B4-BE49-F238E27FC236}">
                <a16:creationId xmlns:a16="http://schemas.microsoft.com/office/drawing/2014/main" id="{CB86A524-EBBF-8AA1-B452-E3F520BD9009}"/>
              </a:ext>
            </a:extLst>
          </p:cNvPr>
          <p:cNvSpPr>
            <a:spLocks noGrp="1"/>
          </p:cNvSpPr>
          <p:nvPr>
            <p:ph type="pic" sz="quarter" idx="10" hasCustomPrompt="1"/>
          </p:nvPr>
        </p:nvSpPr>
        <p:spPr bwMode="gray">
          <a:xfrm>
            <a:off x="8124000" y="0"/>
            <a:ext cx="4068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dirty="0"/>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dirty="0"/>
          </a:p>
        </p:txBody>
      </p:sp>
      <p:pic>
        <p:nvPicPr>
          <p:cNvPr id="6" name="Grafik 5">
            <a:extLst>
              <a:ext uri="{FF2B5EF4-FFF2-40B4-BE49-F238E27FC236}">
                <a16:creationId xmlns:a16="http://schemas.microsoft.com/office/drawing/2014/main" id="{C437CFD6-8782-8672-5598-F3A97DD175F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0"/>
            <a:ext cx="1234800" cy="372727"/>
          </a:xfrm>
          <a:prstGeom prst="rect">
            <a:avLst/>
          </a:prstGeom>
        </p:spPr>
      </p:pic>
      <p:sp>
        <p:nvSpPr>
          <p:cNvPr id="2" name="Fußzeilenplatzhalter 1">
            <a:extLst>
              <a:ext uri="{FF2B5EF4-FFF2-40B4-BE49-F238E27FC236}">
                <a16:creationId xmlns:a16="http://schemas.microsoft.com/office/drawing/2014/main" id="{10AA6098-3F2F-0A65-3542-51CB8D539E51}"/>
              </a:ext>
            </a:extLst>
          </p:cNvPr>
          <p:cNvSpPr>
            <a:spLocks noGrp="1"/>
          </p:cNvSpPr>
          <p:nvPr>
            <p:ph type="ftr" sz="quarter" idx="16"/>
          </p:nvPr>
        </p:nvSpPr>
        <p:spPr bwMode="gray"/>
        <p:txBody>
          <a:bodyPr/>
          <a:lstStyle>
            <a:lvl1pPr>
              <a:defRPr>
                <a:solidFill>
                  <a:schemeClr val="bg1"/>
                </a:solidFill>
              </a:defRPr>
            </a:lvl1pPr>
          </a:lstStyle>
          <a:p>
            <a:r>
              <a:rPr lang="en-US"/>
              <a:t>RISW 2026</a:t>
            </a:r>
            <a:endParaRPr lang="en-US" dirty="0"/>
          </a:p>
        </p:txBody>
      </p:sp>
      <p:grpSp>
        <p:nvGrpSpPr>
          <p:cNvPr id="4" name="Group 3">
            <a:extLst>
              <a:ext uri="{FF2B5EF4-FFF2-40B4-BE49-F238E27FC236}">
                <a16:creationId xmlns:a16="http://schemas.microsoft.com/office/drawing/2014/main" id="{44ED50DD-7574-9DAB-E02D-435E7814E158}"/>
              </a:ext>
            </a:extLst>
          </p:cNvPr>
          <p:cNvGrpSpPr/>
          <p:nvPr userDrawn="1"/>
        </p:nvGrpSpPr>
        <p:grpSpPr>
          <a:xfrm>
            <a:off x="-1896888" y="-1"/>
            <a:ext cx="1715078" cy="3968906"/>
            <a:chOff x="-1896888" y="-1"/>
            <a:chExt cx="1715078" cy="3968906"/>
          </a:xfrm>
        </p:grpSpPr>
        <p:grpSp>
          <p:nvGrpSpPr>
            <p:cNvPr id="5" name="Group 4">
              <a:extLst>
                <a:ext uri="{FF2B5EF4-FFF2-40B4-BE49-F238E27FC236}">
                  <a16:creationId xmlns:a16="http://schemas.microsoft.com/office/drawing/2014/main" id="{5DFCAD7C-6362-F229-F1B3-8BDF0A655112}"/>
                </a:ext>
                <a:ext uri="{C183D7F6-B498-43B3-948B-1728B52AA6E4}">
                  <adec:decorative xmlns:adec="http://schemas.microsoft.com/office/drawing/2017/decorative" val="1"/>
                </a:ext>
              </a:extLst>
            </p:cNvPr>
            <p:cNvGrpSpPr/>
            <p:nvPr userDrawn="1"/>
          </p:nvGrpSpPr>
          <p:grpSpPr bwMode="gray">
            <a:xfrm>
              <a:off x="-1896888" y="-1"/>
              <a:ext cx="1715078" cy="3968906"/>
              <a:chOff x="-1824880" y="2708919"/>
              <a:chExt cx="1715078" cy="3968906"/>
            </a:xfrm>
          </p:grpSpPr>
          <p:sp>
            <p:nvSpPr>
              <p:cNvPr id="11" name="TextBox 10">
                <a:extLst>
                  <a:ext uri="{FF2B5EF4-FFF2-40B4-BE49-F238E27FC236}">
                    <a16:creationId xmlns:a16="http://schemas.microsoft.com/office/drawing/2014/main" id="{0949D71F-A69A-F527-9C41-1A510646B911}"/>
                  </a:ext>
                </a:extLst>
              </p:cNvPr>
              <p:cNvSpPr txBox="1"/>
              <p:nvPr userDrawn="1"/>
            </p:nvSpPr>
            <p:spPr bwMode="gray">
              <a:xfrm>
                <a:off x="-1824880" y="2708919"/>
                <a:ext cx="1715078" cy="3968905"/>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dirty="0">
                    <a:solidFill>
                      <a:schemeClr val="tx1"/>
                    </a:solidFill>
                    <a:effectLst/>
                    <a:latin typeface="+mj-lt"/>
                  </a:rPr>
                  <a:t>To insert a picture:</a:t>
                </a:r>
              </a:p>
              <a:p>
                <a:pPr marL="144000" indent="-144000">
                  <a:lnSpc>
                    <a:spcPct val="120000"/>
                  </a:lnSpc>
                  <a:spcAft>
                    <a:spcPts val="600"/>
                  </a:spcAft>
                  <a:buFont typeface="+mj-lt"/>
                  <a:buAutoNum type="arabicPeriod"/>
                </a:pPr>
                <a:r>
                  <a:rPr lang="en-US" sz="900" dirty="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dirty="0">
                    <a:solidFill>
                      <a:schemeClr val="tx1"/>
                    </a:solidFill>
                    <a:effectLst/>
                    <a:latin typeface="+mn-lt"/>
                  </a:rPr>
                  <a:t>Open the menu “Graphics Format”</a:t>
                </a:r>
              </a:p>
              <a:p>
                <a:pPr marL="144000" indent="-144000">
                  <a:lnSpc>
                    <a:spcPct val="120000"/>
                  </a:lnSpc>
                  <a:spcAft>
                    <a:spcPts val="600"/>
                  </a:spcAft>
                  <a:buFont typeface="+mj-lt"/>
                  <a:buAutoNum type="arabicPeriod"/>
                </a:pPr>
                <a:r>
                  <a:rPr lang="en-US" sz="900" dirty="0">
                    <a:solidFill>
                      <a:schemeClr val="tx1"/>
                    </a:solidFill>
                    <a:effectLst/>
                    <a:latin typeface="+mn-lt"/>
                  </a:rPr>
                  <a:t>Choose “Change Graphic” and then the corresponding source where the image is located</a:t>
                </a:r>
                <a:endParaRPr lang="en-US" sz="900" dirty="0">
                  <a:solidFill>
                    <a:schemeClr val="tx1"/>
                  </a:solidFill>
                  <a:latin typeface="+mn-lt"/>
                </a:endParaRPr>
              </a:p>
            </p:txBody>
          </p:sp>
          <p:sp>
            <p:nvSpPr>
              <p:cNvPr id="13" name="TextBox 12">
                <a:extLst>
                  <a:ext uri="{FF2B5EF4-FFF2-40B4-BE49-F238E27FC236}">
                    <a16:creationId xmlns:a16="http://schemas.microsoft.com/office/drawing/2014/main" id="{58141518-27C4-8BA7-70DE-213D992D6FA9}"/>
                  </a:ext>
                </a:extLst>
              </p:cNvPr>
              <p:cNvSpPr txBox="1"/>
              <p:nvPr userDrawn="1"/>
            </p:nvSpPr>
            <p:spPr bwMode="gray">
              <a:xfrm>
                <a:off x="-1824880" y="5813729"/>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dirty="0">
                    <a:solidFill>
                      <a:schemeClr val="tx1"/>
                    </a:solidFill>
                    <a:effectLst/>
                    <a:latin typeface="+mn-lt"/>
                  </a:rPr>
                  <a:t>Now the image has </a:t>
                </a:r>
                <a:br>
                  <a:rPr lang="en-US" sz="900" dirty="0">
                    <a:solidFill>
                      <a:schemeClr val="tx1"/>
                    </a:solidFill>
                    <a:effectLst/>
                    <a:latin typeface="+mn-lt"/>
                  </a:rPr>
                </a:br>
                <a:r>
                  <a:rPr lang="en-US" sz="900" dirty="0">
                    <a:solidFill>
                      <a:schemeClr val="tx1"/>
                    </a:solidFill>
                    <a:effectLst/>
                    <a:latin typeface="+mn-lt"/>
                  </a:rPr>
                  <a:t>been loaded into the </a:t>
                </a:r>
                <a:br>
                  <a:rPr lang="en-US" sz="900" dirty="0">
                    <a:solidFill>
                      <a:schemeClr val="tx1"/>
                    </a:solidFill>
                    <a:effectLst/>
                    <a:latin typeface="+mn-lt"/>
                  </a:rPr>
                </a:br>
                <a:r>
                  <a:rPr lang="en-US" sz="900" dirty="0">
                    <a:solidFill>
                      <a:schemeClr val="tx1"/>
                    </a:solidFill>
                    <a:effectLst/>
                    <a:latin typeface="+mn-lt"/>
                  </a:rPr>
                  <a:t>placeholder.</a:t>
                </a:r>
                <a:endParaRPr lang="en-US" sz="900" dirty="0">
                  <a:solidFill>
                    <a:schemeClr val="tx1"/>
                  </a:solidFill>
                  <a:latin typeface="+mn-lt"/>
                </a:endParaRPr>
              </a:p>
            </p:txBody>
          </p:sp>
        </p:grpSp>
        <p:pic>
          <p:nvPicPr>
            <p:cNvPr id="9" name="Picture 8">
              <a:extLst>
                <a:ext uri="{FF2B5EF4-FFF2-40B4-BE49-F238E27FC236}">
                  <a16:creationId xmlns:a16="http://schemas.microsoft.com/office/drawing/2014/main" id="{8237C03F-9E6F-6A19-080A-741D69A0B506}"/>
                </a:ext>
              </a:extLst>
            </p:cNvPr>
            <p:cNvPicPr>
              <a:picLocks noChangeAspect="1"/>
            </p:cNvPicPr>
            <p:nvPr userDrawn="1"/>
          </p:nvPicPr>
          <p:blipFill>
            <a:blip r:embed="rId3"/>
            <a:stretch>
              <a:fillRect/>
            </a:stretch>
          </p:blipFill>
          <p:spPr>
            <a:xfrm>
              <a:off x="-1752872" y="2087812"/>
              <a:ext cx="1080120" cy="984668"/>
            </a:xfrm>
            <a:prstGeom prst="rect">
              <a:avLst/>
            </a:prstGeom>
          </p:spPr>
        </p:pic>
      </p:grpSp>
    </p:spTree>
    <p:extLst>
      <p:ext uri="{BB962C8B-B14F-4D97-AF65-F5344CB8AC3E}">
        <p14:creationId xmlns:p14="http://schemas.microsoft.com/office/powerpoint/2010/main" val="433178519"/>
      </p:ext>
    </p:extLst>
  </p:cSld>
  <p:clrMapOvr>
    <a:masterClrMapping/>
  </p:clrMapOvr>
  <p:extLst>
    <p:ext uri="{DCECCB84-F9BA-43D5-87BE-67443E8EF086}">
      <p15:sldGuideLst xmlns:p15="http://schemas.microsoft.com/office/powerpoint/2012/main">
        <p15:guide id="1" pos="5133" userDrawn="1">
          <p15:clr>
            <a:srgbClr val="FBAE40"/>
          </p15:clr>
        </p15:guide>
        <p15:guide id="2" pos="4951" userDrawn="1">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3)">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210" y="477000"/>
            <a:ext cx="9396414" cy="720000"/>
          </a:xfrm>
        </p:spPr>
        <p:txBody>
          <a:bodyPr/>
          <a:lstStyle>
            <a:lvl1pPr>
              <a:defRPr>
                <a:solidFill>
                  <a:schemeClr val="tx2"/>
                </a:solidFill>
              </a:defRPr>
            </a:lvl1pPr>
          </a:lstStyle>
          <a:p>
            <a:r>
              <a:rPr lang="en-US" dirty="0"/>
              <a:t>Add Title</a:t>
            </a:r>
          </a:p>
        </p:txBody>
      </p:sp>
      <p:sp>
        <p:nvSpPr>
          <p:cNvPr id="3" name="Inhaltsplatzhalter 2"/>
          <p:cNvSpPr>
            <a:spLocks noGrp="1"/>
          </p:cNvSpPr>
          <p:nvPr>
            <p:ph idx="1" hasCustomPrompt="1"/>
          </p:nvPr>
        </p:nvSpPr>
        <p:spPr bwMode="gray">
          <a:xfrm>
            <a:off x="2316209" y="1412876"/>
            <a:ext cx="9396414"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endParaRPr lang="en-US" dirty="0"/>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Clr>
                <a:schemeClr val="tx2"/>
              </a:buClr>
              <a:buNone/>
              <a:defRPr sz="800" b="0">
                <a:solidFill>
                  <a:schemeClr val="bg1"/>
                </a:solidFill>
              </a:defRPr>
            </a:lvl9pPr>
          </a:lstStyle>
          <a:p>
            <a:pPr lvl="0"/>
            <a:r>
              <a:rPr lang="en-US" dirty="0"/>
              <a:t>Footnote/Source</a:t>
            </a:r>
          </a:p>
        </p:txBody>
      </p:sp>
      <p:sp>
        <p:nvSpPr>
          <p:cNvPr id="9" name="Bildplatzhalter 10">
            <a:extLst>
              <a:ext uri="{FF2B5EF4-FFF2-40B4-BE49-F238E27FC236}">
                <a16:creationId xmlns:a16="http://schemas.microsoft.com/office/drawing/2014/main" id="{8AC3E855-6EF4-C6F2-D585-DB31C0712702}"/>
              </a:ext>
            </a:extLst>
          </p:cNvPr>
          <p:cNvSpPr>
            <a:spLocks noGrp="1"/>
          </p:cNvSpPr>
          <p:nvPr>
            <p:ph type="pic" sz="quarter" idx="10" hasCustomPrompt="1"/>
          </p:nvPr>
        </p:nvSpPr>
        <p:spPr bwMode="gray">
          <a:xfrm>
            <a:off x="0" y="0"/>
            <a:ext cx="20304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dirty="0"/>
              <a:t>Add picture</a:t>
            </a:r>
          </a:p>
        </p:txBody>
      </p:sp>
      <p:sp>
        <p:nvSpPr>
          <p:cNvPr id="13" name="Fußzeilenplatzhalter 12">
            <a:extLst>
              <a:ext uri="{FF2B5EF4-FFF2-40B4-BE49-F238E27FC236}">
                <a16:creationId xmlns:a16="http://schemas.microsoft.com/office/drawing/2014/main" id="{D88892A0-6C24-62CD-4CFC-704F04B95F1E}"/>
              </a:ext>
            </a:extLst>
          </p:cNvPr>
          <p:cNvSpPr>
            <a:spLocks noGrp="1"/>
          </p:cNvSpPr>
          <p:nvPr>
            <p:ph type="ftr" sz="quarter" idx="21"/>
          </p:nvPr>
        </p:nvSpPr>
        <p:spPr bwMode="gray"/>
        <p:txBody>
          <a:bodyPr/>
          <a:lstStyle>
            <a:lvl1pPr>
              <a:defRPr>
                <a:solidFill>
                  <a:schemeClr val="bg1"/>
                </a:solidFill>
              </a:defRPr>
            </a:lvl1pPr>
          </a:lstStyle>
          <a:p>
            <a:r>
              <a:rPr lang="en-US"/>
              <a:t>RISW 2026</a:t>
            </a:r>
            <a:endParaRPr lang="en-US" dirty="0"/>
          </a:p>
        </p:txBody>
      </p:sp>
      <p:sp>
        <p:nvSpPr>
          <p:cNvPr id="14" name="Foliennummernplatzhalter 13">
            <a:extLst>
              <a:ext uri="{FF2B5EF4-FFF2-40B4-BE49-F238E27FC236}">
                <a16:creationId xmlns:a16="http://schemas.microsoft.com/office/drawing/2014/main" id="{6C936672-C494-FE8E-9599-B67DEB310856}"/>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dirty="0"/>
          </a:p>
        </p:txBody>
      </p:sp>
      <p:sp>
        <p:nvSpPr>
          <p:cNvPr id="2" name="Text Placeholder 8">
            <a:extLst>
              <a:ext uri="{FF2B5EF4-FFF2-40B4-BE49-F238E27FC236}">
                <a16:creationId xmlns:a16="http://schemas.microsoft.com/office/drawing/2014/main" id="{BBE11ABF-3402-C443-27C0-39F802CCA058}"/>
              </a:ext>
            </a:extLst>
          </p:cNvPr>
          <p:cNvSpPr>
            <a:spLocks noGrp="1"/>
          </p:cNvSpPr>
          <p:nvPr>
            <p:ph type="body" sz="quarter" idx="31"/>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4" name="Group 3">
            <a:extLst>
              <a:ext uri="{FF2B5EF4-FFF2-40B4-BE49-F238E27FC236}">
                <a16:creationId xmlns:a16="http://schemas.microsoft.com/office/drawing/2014/main" id="{055D40B2-BDFC-9E26-5E32-A07A24E87A06}"/>
              </a:ext>
            </a:extLst>
          </p:cNvPr>
          <p:cNvGrpSpPr/>
          <p:nvPr userDrawn="1"/>
        </p:nvGrpSpPr>
        <p:grpSpPr>
          <a:xfrm>
            <a:off x="-1896888" y="-1"/>
            <a:ext cx="1715078" cy="3968906"/>
            <a:chOff x="-1896888" y="-1"/>
            <a:chExt cx="1715078" cy="3968906"/>
          </a:xfrm>
        </p:grpSpPr>
        <p:grpSp>
          <p:nvGrpSpPr>
            <p:cNvPr id="5" name="Group 4">
              <a:extLst>
                <a:ext uri="{FF2B5EF4-FFF2-40B4-BE49-F238E27FC236}">
                  <a16:creationId xmlns:a16="http://schemas.microsoft.com/office/drawing/2014/main" id="{24D11715-66ED-B8DF-EA2A-E9824A3609E7}"/>
                </a:ext>
                <a:ext uri="{C183D7F6-B498-43B3-948B-1728B52AA6E4}">
                  <adec:decorative xmlns:adec="http://schemas.microsoft.com/office/drawing/2017/decorative" val="1"/>
                </a:ext>
              </a:extLst>
            </p:cNvPr>
            <p:cNvGrpSpPr/>
            <p:nvPr userDrawn="1"/>
          </p:nvGrpSpPr>
          <p:grpSpPr bwMode="gray">
            <a:xfrm>
              <a:off x="-1896888" y="-1"/>
              <a:ext cx="1715078" cy="3968906"/>
              <a:chOff x="-1824880" y="2708919"/>
              <a:chExt cx="1715078" cy="3968906"/>
            </a:xfrm>
          </p:grpSpPr>
          <p:sp>
            <p:nvSpPr>
              <p:cNvPr id="7" name="TextBox 6">
                <a:extLst>
                  <a:ext uri="{FF2B5EF4-FFF2-40B4-BE49-F238E27FC236}">
                    <a16:creationId xmlns:a16="http://schemas.microsoft.com/office/drawing/2014/main" id="{17DF55C5-5F3F-910F-BDB0-88B112388DF7}"/>
                  </a:ext>
                </a:extLst>
              </p:cNvPr>
              <p:cNvSpPr txBox="1"/>
              <p:nvPr userDrawn="1"/>
            </p:nvSpPr>
            <p:spPr bwMode="gray">
              <a:xfrm>
                <a:off x="-1824880" y="2708919"/>
                <a:ext cx="1715078" cy="3968905"/>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dirty="0">
                    <a:solidFill>
                      <a:schemeClr val="tx1"/>
                    </a:solidFill>
                    <a:effectLst/>
                    <a:latin typeface="+mj-lt"/>
                  </a:rPr>
                  <a:t>To insert a picture:</a:t>
                </a:r>
              </a:p>
              <a:p>
                <a:pPr marL="144000" indent="-144000">
                  <a:lnSpc>
                    <a:spcPct val="120000"/>
                  </a:lnSpc>
                  <a:spcAft>
                    <a:spcPts val="600"/>
                  </a:spcAft>
                  <a:buFont typeface="+mj-lt"/>
                  <a:buAutoNum type="arabicPeriod"/>
                </a:pPr>
                <a:r>
                  <a:rPr lang="en-US" sz="900" dirty="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dirty="0">
                    <a:solidFill>
                      <a:schemeClr val="tx1"/>
                    </a:solidFill>
                    <a:effectLst/>
                    <a:latin typeface="+mn-lt"/>
                  </a:rPr>
                  <a:t>Open the menu “Graphics Format”</a:t>
                </a:r>
              </a:p>
              <a:p>
                <a:pPr marL="144000" indent="-144000">
                  <a:lnSpc>
                    <a:spcPct val="120000"/>
                  </a:lnSpc>
                  <a:spcAft>
                    <a:spcPts val="600"/>
                  </a:spcAft>
                  <a:buFont typeface="+mj-lt"/>
                  <a:buAutoNum type="arabicPeriod"/>
                </a:pPr>
                <a:r>
                  <a:rPr lang="en-US" sz="900" dirty="0">
                    <a:solidFill>
                      <a:schemeClr val="tx1"/>
                    </a:solidFill>
                    <a:effectLst/>
                    <a:latin typeface="+mn-lt"/>
                  </a:rPr>
                  <a:t>Choose “Change Graphic” and then the corresponding source where the image is located</a:t>
                </a:r>
                <a:endParaRPr lang="en-US" sz="900" dirty="0">
                  <a:solidFill>
                    <a:schemeClr val="tx1"/>
                  </a:solidFill>
                  <a:latin typeface="+mn-lt"/>
                </a:endParaRPr>
              </a:p>
            </p:txBody>
          </p:sp>
          <p:sp>
            <p:nvSpPr>
              <p:cNvPr id="10" name="TextBox 9">
                <a:extLst>
                  <a:ext uri="{FF2B5EF4-FFF2-40B4-BE49-F238E27FC236}">
                    <a16:creationId xmlns:a16="http://schemas.microsoft.com/office/drawing/2014/main" id="{E0C251A9-1855-9A6A-1E60-AFD59A4448CE}"/>
                  </a:ext>
                </a:extLst>
              </p:cNvPr>
              <p:cNvSpPr txBox="1"/>
              <p:nvPr userDrawn="1"/>
            </p:nvSpPr>
            <p:spPr bwMode="gray">
              <a:xfrm>
                <a:off x="-1824880" y="5813729"/>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dirty="0">
                    <a:solidFill>
                      <a:schemeClr val="tx1"/>
                    </a:solidFill>
                    <a:effectLst/>
                    <a:latin typeface="+mn-lt"/>
                  </a:rPr>
                  <a:t>Now the image has </a:t>
                </a:r>
                <a:br>
                  <a:rPr lang="en-US" sz="900" dirty="0">
                    <a:solidFill>
                      <a:schemeClr val="tx1"/>
                    </a:solidFill>
                    <a:effectLst/>
                    <a:latin typeface="+mn-lt"/>
                  </a:rPr>
                </a:br>
                <a:r>
                  <a:rPr lang="en-US" sz="900" dirty="0">
                    <a:solidFill>
                      <a:schemeClr val="tx1"/>
                    </a:solidFill>
                    <a:effectLst/>
                    <a:latin typeface="+mn-lt"/>
                  </a:rPr>
                  <a:t>been loaded into the </a:t>
                </a:r>
                <a:br>
                  <a:rPr lang="en-US" sz="900" dirty="0">
                    <a:solidFill>
                      <a:schemeClr val="tx1"/>
                    </a:solidFill>
                    <a:effectLst/>
                    <a:latin typeface="+mn-lt"/>
                  </a:rPr>
                </a:br>
                <a:r>
                  <a:rPr lang="en-US" sz="900" dirty="0">
                    <a:solidFill>
                      <a:schemeClr val="tx1"/>
                    </a:solidFill>
                    <a:effectLst/>
                    <a:latin typeface="+mn-lt"/>
                  </a:rPr>
                  <a:t>placeholder.</a:t>
                </a:r>
                <a:endParaRPr lang="en-US" sz="900" dirty="0">
                  <a:solidFill>
                    <a:schemeClr val="tx1"/>
                  </a:solidFill>
                  <a:latin typeface="+mn-lt"/>
                </a:endParaRPr>
              </a:p>
            </p:txBody>
          </p:sp>
        </p:grpSp>
        <p:pic>
          <p:nvPicPr>
            <p:cNvPr id="6" name="Picture 5">
              <a:extLst>
                <a:ext uri="{FF2B5EF4-FFF2-40B4-BE49-F238E27FC236}">
                  <a16:creationId xmlns:a16="http://schemas.microsoft.com/office/drawing/2014/main" id="{A8065CEF-BB47-1563-DDCD-A39DA74B19D6}"/>
                </a:ext>
              </a:extLst>
            </p:cNvPr>
            <p:cNvPicPr>
              <a:picLocks noChangeAspect="1"/>
            </p:cNvPicPr>
            <p:nvPr userDrawn="1"/>
          </p:nvPicPr>
          <p:blipFill>
            <a:blip r:embed="rId3"/>
            <a:stretch>
              <a:fillRect/>
            </a:stretch>
          </p:blipFill>
          <p:spPr>
            <a:xfrm>
              <a:off x="-1752872" y="2087812"/>
              <a:ext cx="1080120" cy="984668"/>
            </a:xfrm>
            <a:prstGeom prst="rect">
              <a:avLst/>
            </a:prstGeom>
          </p:spPr>
        </p:pic>
      </p:grpSp>
    </p:spTree>
    <p:extLst>
      <p:ext uri="{BB962C8B-B14F-4D97-AF65-F5344CB8AC3E}">
        <p14:creationId xmlns:p14="http://schemas.microsoft.com/office/powerpoint/2010/main" val="3652567264"/>
      </p:ext>
    </p:extLst>
  </p:cSld>
  <p:clrMapOvr>
    <a:masterClrMapping/>
  </p:clrMapOvr>
  <p:extLst>
    <p:ext uri="{DCECCB84-F9BA-43D5-87BE-67443E8EF086}">
      <p15:sldGuideLst xmlns:p15="http://schemas.microsoft.com/office/powerpoint/2012/main">
        <p15:guide id="1" pos="1459" userDrawn="1">
          <p15:clr>
            <a:srgbClr val="FBAE40"/>
          </p15:clr>
        </p15:guide>
        <p15:guide id="2" pos="1277" userDrawn="1">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Key message and image">
    <p:spTree>
      <p:nvGrpSpPr>
        <p:cNvPr id="1" name=""/>
        <p:cNvGrpSpPr/>
        <p:nvPr/>
      </p:nvGrpSpPr>
      <p:grpSpPr>
        <a:xfrm>
          <a:off x="0" y="0"/>
          <a:ext cx="0" cy="0"/>
          <a:chOff x="0" y="0"/>
          <a:chExt cx="0" cy="0"/>
        </a:xfrm>
      </p:grpSpPr>
      <p:sp>
        <p:nvSpPr>
          <p:cNvPr id="16" name="Bildplatzhalter 10">
            <a:extLst>
              <a:ext uri="{FF2B5EF4-FFF2-40B4-BE49-F238E27FC236}">
                <a16:creationId xmlns:a16="http://schemas.microsoft.com/office/drawing/2014/main" id="{CDCE6BA9-456A-2E17-7285-6D2E904642A7}"/>
              </a:ext>
            </a:extLst>
          </p:cNvPr>
          <p:cNvSpPr>
            <a:spLocks noGrp="1"/>
          </p:cNvSpPr>
          <p:nvPr>
            <p:ph type="pic" sz="quarter" idx="10" hasCustomPrompt="1"/>
          </p:nvPr>
        </p:nvSpPr>
        <p:spPr bwMode="ltGray">
          <a:xfrm>
            <a:off x="0" y="0"/>
            <a:ext cx="12192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dirty="0"/>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376" y="1412874"/>
            <a:ext cx="11233149" cy="4392000"/>
          </a:xfrm>
        </p:spPr>
        <p:txBody>
          <a:bodyPr/>
          <a:lstStyle>
            <a:lvl1pPr marL="0" indent="0">
              <a:lnSpc>
                <a:spcPct val="120000"/>
              </a:lnSpc>
              <a:spcAft>
                <a:spcPts val="0"/>
              </a:spcAft>
              <a:buNone/>
              <a:defRPr sz="4000" b="1">
                <a:solidFill>
                  <a:schemeClr val="bg1"/>
                </a:solidFill>
                <a:latin typeface="+mj-lt"/>
              </a:defRPr>
            </a:lvl1pPr>
            <a:lvl2pPr marL="0" indent="0">
              <a:lnSpc>
                <a:spcPct val="120000"/>
              </a:lnSpc>
              <a:spcAft>
                <a:spcPts val="0"/>
              </a:spcAft>
              <a:buNone/>
              <a:defRPr sz="4000" b="1">
                <a:solidFill>
                  <a:schemeClr val="tx2"/>
                </a:solidFill>
                <a:latin typeface="+mj-lt"/>
              </a:defRPr>
            </a:lvl2pPr>
            <a:lvl3pPr marL="0" indent="0">
              <a:lnSpc>
                <a:spcPct val="120000"/>
              </a:lnSpc>
              <a:spcAft>
                <a:spcPts val="0"/>
              </a:spcAft>
              <a:buNone/>
              <a:defRPr sz="4000" b="1">
                <a:solidFill>
                  <a:schemeClr val="tx2"/>
                </a:solidFill>
                <a:latin typeface="+mj-lt"/>
              </a:defRPr>
            </a:lvl3pPr>
            <a:lvl4pPr marL="0" indent="0">
              <a:lnSpc>
                <a:spcPct val="120000"/>
              </a:lnSpc>
              <a:spcAft>
                <a:spcPts val="0"/>
              </a:spcAft>
              <a:buNone/>
              <a:defRPr sz="4000" b="1">
                <a:solidFill>
                  <a:schemeClr val="tx2"/>
                </a:solidFill>
                <a:latin typeface="+mj-lt"/>
              </a:defRPr>
            </a:lvl4pPr>
            <a:lvl5pPr marL="0" indent="0">
              <a:lnSpc>
                <a:spcPct val="120000"/>
              </a:lnSpc>
              <a:spcAft>
                <a:spcPts val="0"/>
              </a:spcAft>
              <a:buNone/>
              <a:defRPr sz="4000" b="1">
                <a:solidFill>
                  <a:schemeClr val="tx2"/>
                </a:solidFill>
                <a:latin typeface="+mj-lt"/>
              </a:defRPr>
            </a:lvl5pPr>
            <a:lvl6pPr marL="0" indent="0">
              <a:lnSpc>
                <a:spcPct val="120000"/>
              </a:lnSpc>
              <a:spcAft>
                <a:spcPts val="0"/>
              </a:spcAft>
              <a:buNone/>
              <a:defRPr sz="4000" b="1">
                <a:solidFill>
                  <a:schemeClr val="tx2"/>
                </a:solidFill>
                <a:latin typeface="+mj-lt"/>
              </a:defRPr>
            </a:lvl6pPr>
            <a:lvl7pPr marL="0" indent="0">
              <a:lnSpc>
                <a:spcPct val="120000"/>
              </a:lnSpc>
              <a:spcAft>
                <a:spcPts val="0"/>
              </a:spcAft>
              <a:buNone/>
              <a:defRPr sz="4000" b="1">
                <a:solidFill>
                  <a:schemeClr val="tx2"/>
                </a:solidFill>
                <a:latin typeface="+mj-lt"/>
              </a:defRPr>
            </a:lvl7pPr>
            <a:lvl8pPr marL="0" indent="0">
              <a:lnSpc>
                <a:spcPct val="120000"/>
              </a:lnSpc>
              <a:spcAft>
                <a:spcPts val="0"/>
              </a:spcAft>
              <a:buNone/>
              <a:defRPr sz="4000" b="1">
                <a:solidFill>
                  <a:schemeClr val="tx2"/>
                </a:solidFill>
                <a:latin typeface="+mj-lt"/>
              </a:defRPr>
            </a:lvl8pPr>
            <a:lvl9pPr marL="0" indent="0">
              <a:lnSpc>
                <a:spcPct val="120000"/>
              </a:lnSpc>
              <a:spcAft>
                <a:spcPts val="0"/>
              </a:spcAft>
              <a:buNone/>
              <a:defRPr sz="4000" b="1">
                <a:solidFill>
                  <a:schemeClr val="tx2"/>
                </a:solidFill>
                <a:latin typeface="+mj-lt"/>
              </a:defRPr>
            </a:lvl9pPr>
          </a:lstStyle>
          <a:p>
            <a:pPr lvl="0"/>
            <a:r>
              <a:rPr lang="en-US" dirty="0"/>
              <a:t>Edit text by clicking. Use the "Increase/decrease list level" buttons on the Start tab to switch between the set up text levels.</a:t>
            </a:r>
          </a:p>
          <a:p>
            <a:pPr lvl="1"/>
            <a:r>
              <a:rPr lang="en-US" dirty="0"/>
              <a:t>Second level</a:t>
            </a:r>
          </a:p>
        </p:txBody>
      </p:sp>
      <p:sp>
        <p:nvSpPr>
          <p:cNvPr id="19" name="Fußzeilenplatzhalter 18">
            <a:extLst>
              <a:ext uri="{FF2B5EF4-FFF2-40B4-BE49-F238E27FC236}">
                <a16:creationId xmlns:a16="http://schemas.microsoft.com/office/drawing/2014/main" id="{2706031C-1812-1C52-3140-EDDE3DB5703F}"/>
              </a:ext>
            </a:extLst>
          </p:cNvPr>
          <p:cNvSpPr>
            <a:spLocks noGrp="1"/>
          </p:cNvSpPr>
          <p:nvPr>
            <p:ph type="ftr" sz="quarter" idx="29"/>
          </p:nvPr>
        </p:nvSpPr>
        <p:spPr bwMode="gray"/>
        <p:txBody>
          <a:bodyPr/>
          <a:lstStyle>
            <a:lvl1pPr>
              <a:defRPr>
                <a:solidFill>
                  <a:schemeClr val="bg1"/>
                </a:solidFill>
              </a:defRPr>
            </a:lvl1pPr>
          </a:lstStyle>
          <a:p>
            <a:r>
              <a:rPr lang="en-US"/>
              <a:t>RISW 2026</a:t>
            </a:r>
            <a:endParaRPr lang="en-US" dirty="0"/>
          </a:p>
        </p:txBody>
      </p:sp>
      <p:sp>
        <p:nvSpPr>
          <p:cNvPr id="20" name="Foliennummernplatzhalter 19">
            <a:extLst>
              <a:ext uri="{FF2B5EF4-FFF2-40B4-BE49-F238E27FC236}">
                <a16:creationId xmlns:a16="http://schemas.microsoft.com/office/drawing/2014/main" id="{55540A76-A2F8-66BE-84B7-CD50E20A56F1}"/>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dirty="0"/>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dirty="0"/>
              <a:t>Footnote/Source</a:t>
            </a:r>
          </a:p>
        </p:txBody>
      </p:sp>
      <p:sp>
        <p:nvSpPr>
          <p:cNvPr id="2" name="Text Placeholder 8">
            <a:extLst>
              <a:ext uri="{FF2B5EF4-FFF2-40B4-BE49-F238E27FC236}">
                <a16:creationId xmlns:a16="http://schemas.microsoft.com/office/drawing/2014/main" id="{E48AB895-403D-2837-EFB7-B1EA2D95A83B}"/>
              </a:ext>
            </a:extLst>
          </p:cNvPr>
          <p:cNvSpPr>
            <a:spLocks noGrp="1"/>
          </p:cNvSpPr>
          <p:nvPr>
            <p:ph type="body" sz="quarter" idx="31"/>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3" name="Group 12">
            <a:extLst>
              <a:ext uri="{FF2B5EF4-FFF2-40B4-BE49-F238E27FC236}">
                <a16:creationId xmlns:a16="http://schemas.microsoft.com/office/drawing/2014/main" id="{CE4AEE63-02E0-6605-B2A1-120F8CA2B401}"/>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7BFA4372-03FC-5464-BB8D-FDF16512BAB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dirty="0">
                  <a:solidFill>
                    <a:schemeClr val="tx1"/>
                  </a:solidFill>
                  <a:effectLst/>
                  <a:latin typeface="+mj-lt"/>
                </a:rPr>
                <a:t>To insert a picture:</a:t>
              </a:r>
            </a:p>
            <a:p>
              <a:pPr marL="144000" indent="-144000">
                <a:lnSpc>
                  <a:spcPct val="120000"/>
                </a:lnSpc>
                <a:spcAft>
                  <a:spcPts val="600"/>
                </a:spcAft>
                <a:buFont typeface="+mj-lt"/>
                <a:buAutoNum type="arabicPeriod"/>
              </a:pPr>
              <a:r>
                <a:rPr lang="en-US" sz="900" dirty="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dirty="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dirty="0">
                  <a:solidFill>
                    <a:schemeClr val="tx1"/>
                  </a:solidFill>
                  <a:effectLst/>
                  <a:latin typeface="+mn-lt"/>
                </a:rPr>
                <a:t>Choose “Pictures” and then the corresponding source where the image </a:t>
              </a:r>
              <a:r>
                <a:rPr lang="en-US" sz="900">
                  <a:solidFill>
                    <a:schemeClr val="tx1"/>
                  </a:solidFill>
                  <a:effectLst/>
                  <a:latin typeface="+mn-lt"/>
                </a:rPr>
                <a:t>is located</a:t>
              </a:r>
              <a:endParaRPr lang="en-US" sz="900" dirty="0">
                <a:solidFill>
                  <a:schemeClr val="tx1"/>
                </a:solidFill>
                <a:latin typeface="+mn-lt"/>
              </a:endParaRPr>
            </a:p>
          </p:txBody>
        </p:sp>
        <p:pic>
          <p:nvPicPr>
            <p:cNvPr id="15" name="Picture 14">
              <a:extLst>
                <a:ext uri="{FF2B5EF4-FFF2-40B4-BE49-F238E27FC236}">
                  <a16:creationId xmlns:a16="http://schemas.microsoft.com/office/drawing/2014/main" id="{B6F7839F-DF51-6296-1393-3706F5CAFADA}"/>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17" name="TextBox 16">
              <a:extLst>
                <a:ext uri="{FF2B5EF4-FFF2-40B4-BE49-F238E27FC236}">
                  <a16:creationId xmlns:a16="http://schemas.microsoft.com/office/drawing/2014/main" id="{999A7330-3B4A-E3AB-E977-BD83267E806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dirty="0">
                <a:solidFill>
                  <a:schemeClr val="tx1"/>
                </a:solidFill>
                <a:latin typeface="+mn-lt"/>
              </a:endParaRPr>
            </a:p>
          </p:txBody>
        </p:sp>
      </p:grpSp>
      <p:sp>
        <p:nvSpPr>
          <p:cNvPr id="3" name="Arrow: Pentagon 6">
            <a:extLst>
              <a:ext uri="{FF2B5EF4-FFF2-40B4-BE49-F238E27FC236}">
                <a16:creationId xmlns:a16="http://schemas.microsoft.com/office/drawing/2014/main" id="{1F1671DA-AF66-65E8-3B46-9A2A1A7C1B92}"/>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dirty="0">
                <a:solidFill>
                  <a:srgbClr val="076D7E"/>
                </a:solidFill>
                <a:latin typeface="+mj-lt"/>
              </a:rPr>
              <a:t>This layout requires a picture in the background</a:t>
            </a:r>
            <a:endParaRPr lang="en-US" sz="800" b="1" dirty="0">
              <a:solidFill>
                <a:srgbClr val="076D7E"/>
              </a:solidFill>
              <a:latin typeface="+mj-lt"/>
            </a:endParaRPr>
          </a:p>
        </p:txBody>
      </p:sp>
    </p:spTree>
    <p:extLst>
      <p:ext uri="{BB962C8B-B14F-4D97-AF65-F5344CB8AC3E}">
        <p14:creationId xmlns:p14="http://schemas.microsoft.com/office/powerpoint/2010/main" val="4257842201"/>
      </p:ext>
    </p:extLst>
  </p:cSld>
  <p:clrMapOvr>
    <a:masterClrMapping/>
  </p:clrMapOvr>
  <p:extLst>
    <p:ext uri="{DCECCB84-F9BA-43D5-87BE-67443E8EF086}">
      <p15:sldGuideLst xmlns:p15="http://schemas.microsoft.com/office/powerpoint/2012/main">
        <p15:guide id="1" pos="3931" userDrawn="1">
          <p15:clr>
            <a:srgbClr val="FBAE40"/>
          </p15:clr>
        </p15:guide>
        <p15:guide id="2" pos="3749" userDrawn="1">
          <p15:clr>
            <a:srgbClr val="FBAE40"/>
          </p15:clr>
        </p15:guide>
        <p15:guide id="3" orient="horz" pos="1298" userDrawn="1">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Key message and image division (1)">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6095999"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dirty="0"/>
              <a:t>Bild hinzufügen per </a:t>
            </a:r>
            <a:br>
              <a:rPr lang="en-US" dirty="0"/>
            </a:br>
            <a:r>
              <a:rPr lang="en-US" dirty="0"/>
              <a:t>Klick auf das Symbol</a:t>
            </a:r>
          </a:p>
        </p:txBody>
      </p:sp>
      <p:sp>
        <p:nvSpPr>
          <p:cNvPr id="6" name="Bildplatzhalter 10">
            <a:extLst>
              <a:ext uri="{FF2B5EF4-FFF2-40B4-BE49-F238E27FC236}">
                <a16:creationId xmlns:a16="http://schemas.microsoft.com/office/drawing/2014/main" id="{1B5E6665-6076-758D-8F68-22FE102F4503}"/>
              </a:ext>
            </a:extLst>
          </p:cNvPr>
          <p:cNvSpPr>
            <a:spLocks noGrp="1"/>
          </p:cNvSpPr>
          <p:nvPr>
            <p:ph type="pic" sz="quarter" idx="21" hasCustomPrompt="1"/>
          </p:nvPr>
        </p:nvSpPr>
        <p:spPr bwMode="ltGray">
          <a:xfrm>
            <a:off x="6096000" y="0"/>
            <a:ext cx="6096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dirty="0"/>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3280"/>
            <a:ext cx="54721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dirty="0"/>
              <a:t>Edit text by clicking. Use the "Increase/decrease list level" buttons on the Start tab to switch between the set up text levels.</a:t>
            </a:r>
          </a:p>
          <a:p>
            <a:pPr lvl="1"/>
            <a:r>
              <a:rPr lang="en-US" dirty="0"/>
              <a:t>Second level</a:t>
            </a:r>
          </a:p>
        </p:txBody>
      </p:sp>
      <p:sp>
        <p:nvSpPr>
          <p:cNvPr id="8" name="Textplatzhalter 7"/>
          <p:cNvSpPr>
            <a:spLocks noGrp="1"/>
          </p:cNvSpPr>
          <p:nvPr>
            <p:ph type="body" sz="quarter" idx="13" hasCustomPrompt="1"/>
          </p:nvPr>
        </p:nvSpPr>
        <p:spPr bwMode="gray">
          <a:xfrm>
            <a:off x="480000" y="5805264"/>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dirty="0"/>
              <a:t>Footnote/Source</a:t>
            </a:r>
          </a:p>
        </p:txBody>
      </p:sp>
      <p:sp>
        <p:nvSpPr>
          <p:cNvPr id="13" name="Fußzeilenplatzhalter 12">
            <a:extLst>
              <a:ext uri="{FF2B5EF4-FFF2-40B4-BE49-F238E27FC236}">
                <a16:creationId xmlns:a16="http://schemas.microsoft.com/office/drawing/2014/main" id="{A667E39B-7540-9CEB-0374-944CA8579721}"/>
              </a:ext>
            </a:extLst>
          </p:cNvPr>
          <p:cNvSpPr>
            <a:spLocks noGrp="1"/>
          </p:cNvSpPr>
          <p:nvPr>
            <p:ph type="ftr" sz="quarter" idx="29"/>
          </p:nvPr>
        </p:nvSpPr>
        <p:spPr bwMode="gray"/>
        <p:txBody>
          <a:bodyPr/>
          <a:lstStyle>
            <a:lvl1pPr>
              <a:defRPr>
                <a:solidFill>
                  <a:schemeClr val="bg1"/>
                </a:solidFill>
              </a:defRPr>
            </a:lvl1pPr>
          </a:lstStyle>
          <a:p>
            <a:r>
              <a:rPr lang="en-US"/>
              <a:t>RISW 2026</a:t>
            </a:r>
            <a:endParaRPr lang="en-US" dirty="0"/>
          </a:p>
        </p:txBody>
      </p:sp>
      <p:sp>
        <p:nvSpPr>
          <p:cNvPr id="14" name="Foliennummernplatzhalter 13">
            <a:extLst>
              <a:ext uri="{FF2B5EF4-FFF2-40B4-BE49-F238E27FC236}">
                <a16:creationId xmlns:a16="http://schemas.microsoft.com/office/drawing/2014/main" id="{8232BFC2-647B-B4B6-1EB1-6E9E32ED1994}"/>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dirty="0"/>
          </a:p>
        </p:txBody>
      </p:sp>
      <p:sp>
        <p:nvSpPr>
          <p:cNvPr id="2" name="Text Placeholder 8">
            <a:extLst>
              <a:ext uri="{FF2B5EF4-FFF2-40B4-BE49-F238E27FC236}">
                <a16:creationId xmlns:a16="http://schemas.microsoft.com/office/drawing/2014/main" id="{CB4A65EB-A398-8280-6840-772AD43C343C}"/>
              </a:ext>
            </a:extLst>
          </p:cNvPr>
          <p:cNvSpPr>
            <a:spLocks noGrp="1"/>
          </p:cNvSpPr>
          <p:nvPr>
            <p:ph type="body" sz="quarter" idx="31"/>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sp>
        <p:nvSpPr>
          <p:cNvPr id="3" name="Arrow: Pentagon 6">
            <a:extLst>
              <a:ext uri="{FF2B5EF4-FFF2-40B4-BE49-F238E27FC236}">
                <a16:creationId xmlns:a16="http://schemas.microsoft.com/office/drawing/2014/main" id="{10626C63-9EC1-F170-9293-A76090726AF6}"/>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dirty="0">
                <a:solidFill>
                  <a:srgbClr val="076D7E"/>
                </a:solidFill>
                <a:latin typeface="+mj-lt"/>
              </a:rPr>
              <a:t>This layout requires two pictures in the background</a:t>
            </a:r>
            <a:endParaRPr lang="en-US" sz="800" b="1" dirty="0">
              <a:solidFill>
                <a:srgbClr val="076D7E"/>
              </a:solidFill>
              <a:latin typeface="+mj-lt"/>
            </a:endParaRPr>
          </a:p>
        </p:txBody>
      </p:sp>
      <p:grpSp>
        <p:nvGrpSpPr>
          <p:cNvPr id="5" name="Group 4">
            <a:extLst>
              <a:ext uri="{FF2B5EF4-FFF2-40B4-BE49-F238E27FC236}">
                <a16:creationId xmlns:a16="http://schemas.microsoft.com/office/drawing/2014/main" id="{8EA50E25-2D7F-30A9-20E3-5AEDA0ABF32A}"/>
              </a:ext>
            </a:extLst>
          </p:cNvPr>
          <p:cNvGrpSpPr/>
          <p:nvPr userDrawn="1"/>
        </p:nvGrpSpPr>
        <p:grpSpPr>
          <a:xfrm>
            <a:off x="-1896888" y="-1"/>
            <a:ext cx="1715078" cy="3968906"/>
            <a:chOff x="-1896888" y="-1"/>
            <a:chExt cx="1715078" cy="3968906"/>
          </a:xfrm>
        </p:grpSpPr>
        <p:grpSp>
          <p:nvGrpSpPr>
            <p:cNvPr id="9" name="Group 8">
              <a:extLst>
                <a:ext uri="{FF2B5EF4-FFF2-40B4-BE49-F238E27FC236}">
                  <a16:creationId xmlns:a16="http://schemas.microsoft.com/office/drawing/2014/main" id="{8CB52AA6-FB1C-32C6-856C-6F20ACD614AE}"/>
                </a:ext>
                <a:ext uri="{C183D7F6-B498-43B3-948B-1728B52AA6E4}">
                  <adec:decorative xmlns:adec="http://schemas.microsoft.com/office/drawing/2017/decorative" val="1"/>
                </a:ext>
              </a:extLst>
            </p:cNvPr>
            <p:cNvGrpSpPr/>
            <p:nvPr userDrawn="1"/>
          </p:nvGrpSpPr>
          <p:grpSpPr bwMode="gray">
            <a:xfrm>
              <a:off x="-1896888" y="-1"/>
              <a:ext cx="1715078" cy="3968906"/>
              <a:chOff x="-1824880" y="2708919"/>
              <a:chExt cx="1715078" cy="3968906"/>
            </a:xfrm>
          </p:grpSpPr>
          <p:sp>
            <p:nvSpPr>
              <p:cNvPr id="11" name="TextBox 10">
                <a:extLst>
                  <a:ext uri="{FF2B5EF4-FFF2-40B4-BE49-F238E27FC236}">
                    <a16:creationId xmlns:a16="http://schemas.microsoft.com/office/drawing/2014/main" id="{FE89866E-1CBF-BCC1-4AAF-375B9C80A55B}"/>
                  </a:ext>
                </a:extLst>
              </p:cNvPr>
              <p:cNvSpPr txBox="1"/>
              <p:nvPr userDrawn="1"/>
            </p:nvSpPr>
            <p:spPr bwMode="gray">
              <a:xfrm>
                <a:off x="-1824880" y="2708919"/>
                <a:ext cx="1715078" cy="3968905"/>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dirty="0">
                    <a:solidFill>
                      <a:schemeClr val="tx1"/>
                    </a:solidFill>
                    <a:effectLst/>
                    <a:latin typeface="+mj-lt"/>
                  </a:rPr>
                  <a:t>To insert a picture:</a:t>
                </a:r>
              </a:p>
              <a:p>
                <a:pPr marL="144000" indent="-144000">
                  <a:lnSpc>
                    <a:spcPct val="120000"/>
                  </a:lnSpc>
                  <a:spcAft>
                    <a:spcPts val="600"/>
                  </a:spcAft>
                  <a:buFont typeface="+mj-lt"/>
                  <a:buAutoNum type="arabicPeriod"/>
                </a:pPr>
                <a:r>
                  <a:rPr lang="en-US" sz="900" dirty="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dirty="0">
                    <a:solidFill>
                      <a:schemeClr val="tx1"/>
                    </a:solidFill>
                    <a:effectLst/>
                    <a:latin typeface="+mn-lt"/>
                  </a:rPr>
                  <a:t>Open the menu “Graphics Format”</a:t>
                </a:r>
              </a:p>
              <a:p>
                <a:pPr marL="144000" indent="-144000">
                  <a:lnSpc>
                    <a:spcPct val="120000"/>
                  </a:lnSpc>
                  <a:spcAft>
                    <a:spcPts val="600"/>
                  </a:spcAft>
                  <a:buFont typeface="+mj-lt"/>
                  <a:buAutoNum type="arabicPeriod"/>
                </a:pPr>
                <a:r>
                  <a:rPr lang="en-US" sz="900" dirty="0">
                    <a:solidFill>
                      <a:schemeClr val="tx1"/>
                    </a:solidFill>
                    <a:effectLst/>
                    <a:latin typeface="+mn-lt"/>
                  </a:rPr>
                  <a:t>Choose “Change Graphic” and then the corresponding source where the image is located</a:t>
                </a:r>
                <a:endParaRPr lang="en-US" sz="900" dirty="0">
                  <a:solidFill>
                    <a:schemeClr val="tx1"/>
                  </a:solidFill>
                  <a:latin typeface="+mn-lt"/>
                </a:endParaRPr>
              </a:p>
            </p:txBody>
          </p:sp>
          <p:sp>
            <p:nvSpPr>
              <p:cNvPr id="12" name="TextBox 11">
                <a:extLst>
                  <a:ext uri="{FF2B5EF4-FFF2-40B4-BE49-F238E27FC236}">
                    <a16:creationId xmlns:a16="http://schemas.microsoft.com/office/drawing/2014/main" id="{D55EED42-CC0D-53D2-56E6-4B2D0C3667A6}"/>
                  </a:ext>
                </a:extLst>
              </p:cNvPr>
              <p:cNvSpPr txBox="1"/>
              <p:nvPr userDrawn="1"/>
            </p:nvSpPr>
            <p:spPr bwMode="gray">
              <a:xfrm>
                <a:off x="-1824880" y="5813729"/>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dirty="0">
                    <a:solidFill>
                      <a:schemeClr val="tx1"/>
                    </a:solidFill>
                    <a:effectLst/>
                    <a:latin typeface="+mn-lt"/>
                  </a:rPr>
                  <a:t>Now the image has </a:t>
                </a:r>
                <a:br>
                  <a:rPr lang="en-US" sz="900" dirty="0">
                    <a:solidFill>
                      <a:schemeClr val="tx1"/>
                    </a:solidFill>
                    <a:effectLst/>
                    <a:latin typeface="+mn-lt"/>
                  </a:rPr>
                </a:br>
                <a:r>
                  <a:rPr lang="en-US" sz="900" dirty="0">
                    <a:solidFill>
                      <a:schemeClr val="tx1"/>
                    </a:solidFill>
                    <a:effectLst/>
                    <a:latin typeface="+mn-lt"/>
                  </a:rPr>
                  <a:t>been loaded into the </a:t>
                </a:r>
                <a:br>
                  <a:rPr lang="en-US" sz="900" dirty="0">
                    <a:solidFill>
                      <a:schemeClr val="tx1"/>
                    </a:solidFill>
                    <a:effectLst/>
                    <a:latin typeface="+mn-lt"/>
                  </a:rPr>
                </a:br>
                <a:r>
                  <a:rPr lang="en-US" sz="900" dirty="0">
                    <a:solidFill>
                      <a:schemeClr val="tx1"/>
                    </a:solidFill>
                    <a:effectLst/>
                    <a:latin typeface="+mn-lt"/>
                  </a:rPr>
                  <a:t>placeholder.</a:t>
                </a:r>
                <a:endParaRPr lang="en-US" sz="900" dirty="0">
                  <a:solidFill>
                    <a:schemeClr val="tx1"/>
                  </a:solidFill>
                  <a:latin typeface="+mn-lt"/>
                </a:endParaRPr>
              </a:p>
            </p:txBody>
          </p:sp>
        </p:grpSp>
        <p:pic>
          <p:nvPicPr>
            <p:cNvPr id="10" name="Picture 9">
              <a:extLst>
                <a:ext uri="{FF2B5EF4-FFF2-40B4-BE49-F238E27FC236}">
                  <a16:creationId xmlns:a16="http://schemas.microsoft.com/office/drawing/2014/main" id="{4BFA22A7-5557-6292-B8E3-DC84E47EFC15}"/>
                </a:ext>
              </a:extLst>
            </p:cNvPr>
            <p:cNvPicPr>
              <a:picLocks noChangeAspect="1"/>
            </p:cNvPicPr>
            <p:nvPr userDrawn="1"/>
          </p:nvPicPr>
          <p:blipFill>
            <a:blip r:embed="rId3"/>
            <a:stretch>
              <a:fillRect/>
            </a:stretch>
          </p:blipFill>
          <p:spPr>
            <a:xfrm>
              <a:off x="-1752872" y="2087812"/>
              <a:ext cx="1080120" cy="984668"/>
            </a:xfrm>
            <a:prstGeom prst="rect">
              <a:avLst/>
            </a:prstGeom>
          </p:spPr>
        </p:pic>
      </p:grpSp>
    </p:spTree>
    <p:extLst>
      <p:ext uri="{BB962C8B-B14F-4D97-AF65-F5344CB8AC3E}">
        <p14:creationId xmlns:p14="http://schemas.microsoft.com/office/powerpoint/2010/main" val="935245917"/>
      </p:ext>
    </p:extLst>
  </p:cSld>
  <p:clrMapOvr>
    <a:masterClrMapping/>
  </p:clrMapOvr>
  <p:extLst>
    <p:ext uri="{DCECCB84-F9BA-43D5-87BE-67443E8EF086}">
      <p15:sldGuideLst xmlns:p15="http://schemas.microsoft.com/office/powerpoint/2012/main">
        <p15:guide id="1" pos="3931" userDrawn="1">
          <p15:clr>
            <a:srgbClr val="FBAE40"/>
          </p15:clr>
        </p15:guide>
        <p15:guide id="2" pos="3749" userDrawn="1">
          <p15:clr>
            <a:srgbClr val="FBAE40"/>
          </p15:clr>
        </p15:guide>
        <p15:guide id="3" orient="horz" pos="1298" userDrawn="1">
          <p15:clr>
            <a:srgbClr val="FBAE40"/>
          </p15:clr>
        </p15:guide>
        <p15:guide id="4" pos="3840" userDrawn="1">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Key message and image division (2)">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0" y="0"/>
            <a:ext cx="8148637"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dirty="0"/>
              <a:t>Bild hinzufügen per </a:t>
            </a:r>
            <a:br>
              <a:rPr lang="en-US" dirty="0"/>
            </a:br>
            <a:r>
              <a:rPr lang="en-US" dirty="0"/>
              <a:t>Klick auf das Symbol</a:t>
            </a:r>
          </a:p>
        </p:txBody>
      </p:sp>
      <p:sp>
        <p:nvSpPr>
          <p:cNvPr id="12" name="Bildplatzhalter 10">
            <a:extLst>
              <a:ext uri="{FF2B5EF4-FFF2-40B4-BE49-F238E27FC236}">
                <a16:creationId xmlns:a16="http://schemas.microsoft.com/office/drawing/2014/main" id="{4FBDAE19-EEFC-C0FF-2C91-7610E4715477}"/>
              </a:ext>
            </a:extLst>
          </p:cNvPr>
          <p:cNvSpPr>
            <a:spLocks noGrp="1"/>
          </p:cNvSpPr>
          <p:nvPr>
            <p:ph type="pic" sz="quarter" idx="21" hasCustomPrompt="1"/>
          </p:nvPr>
        </p:nvSpPr>
        <p:spPr bwMode="ltGray">
          <a:xfrm>
            <a:off x="8148638" y="0"/>
            <a:ext cx="4043362"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dirty="0"/>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2874"/>
            <a:ext cx="7380288"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dirty="0"/>
              <a:t>Edit text by clicking. Use the "Increase/decrease list level" buttons on the Start tab to switch between the set up text levels.</a:t>
            </a:r>
          </a:p>
          <a:p>
            <a:pPr lvl="1"/>
            <a:r>
              <a:rPr lang="en-US" dirty="0"/>
              <a:t>Second level</a:t>
            </a:r>
          </a:p>
        </p:txBody>
      </p:sp>
      <p:sp>
        <p:nvSpPr>
          <p:cNvPr id="8" name="Textplatzhalter 7"/>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dirty="0"/>
              <a:t>Footnote/Source</a:t>
            </a:r>
          </a:p>
        </p:txBody>
      </p:sp>
      <p:sp>
        <p:nvSpPr>
          <p:cNvPr id="14" name="Foliennummernplatzhalter 13">
            <a:extLst>
              <a:ext uri="{FF2B5EF4-FFF2-40B4-BE49-F238E27FC236}">
                <a16:creationId xmlns:a16="http://schemas.microsoft.com/office/drawing/2014/main" id="{2C16D604-692B-A946-0EC8-16D8E62D24EC}"/>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dirty="0"/>
          </a:p>
        </p:txBody>
      </p:sp>
      <p:sp>
        <p:nvSpPr>
          <p:cNvPr id="3" name="Fußzeilenplatzhalter 2">
            <a:extLst>
              <a:ext uri="{FF2B5EF4-FFF2-40B4-BE49-F238E27FC236}">
                <a16:creationId xmlns:a16="http://schemas.microsoft.com/office/drawing/2014/main" id="{29E334AD-D29B-7211-26D3-B8B8A73BFA0B}"/>
              </a:ext>
            </a:extLst>
          </p:cNvPr>
          <p:cNvSpPr>
            <a:spLocks noGrp="1"/>
          </p:cNvSpPr>
          <p:nvPr>
            <p:ph type="ftr" sz="quarter" idx="31"/>
          </p:nvPr>
        </p:nvSpPr>
        <p:spPr bwMode="gray"/>
        <p:txBody>
          <a:bodyPr/>
          <a:lstStyle>
            <a:lvl1pPr>
              <a:defRPr>
                <a:solidFill>
                  <a:schemeClr val="bg1"/>
                </a:solidFill>
              </a:defRPr>
            </a:lvl1pPr>
          </a:lstStyle>
          <a:p>
            <a:r>
              <a:rPr lang="en-US"/>
              <a:t>RISW 2026</a:t>
            </a:r>
            <a:endParaRPr lang="en-US" dirty="0"/>
          </a:p>
        </p:txBody>
      </p:sp>
      <p:sp>
        <p:nvSpPr>
          <p:cNvPr id="2" name="Text Placeholder 8">
            <a:extLst>
              <a:ext uri="{FF2B5EF4-FFF2-40B4-BE49-F238E27FC236}">
                <a16:creationId xmlns:a16="http://schemas.microsoft.com/office/drawing/2014/main" id="{AA49972D-F9C7-9152-B19D-7D4EB031A5D2}"/>
              </a:ext>
            </a:extLst>
          </p:cNvPr>
          <p:cNvSpPr>
            <a:spLocks noGrp="1"/>
          </p:cNvSpPr>
          <p:nvPr>
            <p:ph type="body" sz="quarter" idx="32"/>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sp>
        <p:nvSpPr>
          <p:cNvPr id="5" name="Arrow: Pentagon 6">
            <a:extLst>
              <a:ext uri="{FF2B5EF4-FFF2-40B4-BE49-F238E27FC236}">
                <a16:creationId xmlns:a16="http://schemas.microsoft.com/office/drawing/2014/main" id="{0DBDA80F-0715-C37D-E631-65B9559D2BA3}"/>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dirty="0">
                <a:solidFill>
                  <a:srgbClr val="076D7E"/>
                </a:solidFill>
                <a:latin typeface="+mj-lt"/>
              </a:rPr>
              <a:t>This layout requires two pictures in the background</a:t>
            </a:r>
            <a:endParaRPr lang="en-US" sz="800" b="1" dirty="0">
              <a:solidFill>
                <a:srgbClr val="076D7E"/>
              </a:solidFill>
              <a:latin typeface="+mj-lt"/>
            </a:endParaRPr>
          </a:p>
        </p:txBody>
      </p:sp>
      <p:grpSp>
        <p:nvGrpSpPr>
          <p:cNvPr id="6" name="Group 5">
            <a:extLst>
              <a:ext uri="{FF2B5EF4-FFF2-40B4-BE49-F238E27FC236}">
                <a16:creationId xmlns:a16="http://schemas.microsoft.com/office/drawing/2014/main" id="{2A2F1BC9-1769-1053-24D4-308A425C0E21}"/>
              </a:ext>
            </a:extLst>
          </p:cNvPr>
          <p:cNvGrpSpPr/>
          <p:nvPr userDrawn="1"/>
        </p:nvGrpSpPr>
        <p:grpSpPr>
          <a:xfrm>
            <a:off x="-1896888" y="-1"/>
            <a:ext cx="1715078" cy="3968906"/>
            <a:chOff x="-1896888" y="-1"/>
            <a:chExt cx="1715078" cy="3968906"/>
          </a:xfrm>
        </p:grpSpPr>
        <p:grpSp>
          <p:nvGrpSpPr>
            <p:cNvPr id="9" name="Group 8">
              <a:extLst>
                <a:ext uri="{FF2B5EF4-FFF2-40B4-BE49-F238E27FC236}">
                  <a16:creationId xmlns:a16="http://schemas.microsoft.com/office/drawing/2014/main" id="{2ACF01C6-9797-B758-9018-6DA34E70E19D}"/>
                </a:ext>
                <a:ext uri="{C183D7F6-B498-43B3-948B-1728B52AA6E4}">
                  <adec:decorative xmlns:adec="http://schemas.microsoft.com/office/drawing/2017/decorative" val="1"/>
                </a:ext>
              </a:extLst>
            </p:cNvPr>
            <p:cNvGrpSpPr/>
            <p:nvPr userDrawn="1"/>
          </p:nvGrpSpPr>
          <p:grpSpPr bwMode="gray">
            <a:xfrm>
              <a:off x="-1896888" y="-1"/>
              <a:ext cx="1715078" cy="3968906"/>
              <a:chOff x="-1824880" y="2708919"/>
              <a:chExt cx="1715078" cy="3968906"/>
            </a:xfrm>
          </p:grpSpPr>
          <p:sp>
            <p:nvSpPr>
              <p:cNvPr id="11" name="TextBox 10">
                <a:extLst>
                  <a:ext uri="{FF2B5EF4-FFF2-40B4-BE49-F238E27FC236}">
                    <a16:creationId xmlns:a16="http://schemas.microsoft.com/office/drawing/2014/main" id="{0828A1AB-E70E-20AB-EF19-5D0661568F5B}"/>
                  </a:ext>
                </a:extLst>
              </p:cNvPr>
              <p:cNvSpPr txBox="1"/>
              <p:nvPr userDrawn="1"/>
            </p:nvSpPr>
            <p:spPr bwMode="gray">
              <a:xfrm>
                <a:off x="-1824880" y="2708919"/>
                <a:ext cx="1715078" cy="3968905"/>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dirty="0">
                    <a:solidFill>
                      <a:schemeClr val="tx1"/>
                    </a:solidFill>
                    <a:effectLst/>
                    <a:latin typeface="+mj-lt"/>
                  </a:rPr>
                  <a:t>To insert a picture:</a:t>
                </a:r>
              </a:p>
              <a:p>
                <a:pPr marL="144000" indent="-144000">
                  <a:lnSpc>
                    <a:spcPct val="120000"/>
                  </a:lnSpc>
                  <a:spcAft>
                    <a:spcPts val="600"/>
                  </a:spcAft>
                  <a:buFont typeface="+mj-lt"/>
                  <a:buAutoNum type="arabicPeriod"/>
                </a:pPr>
                <a:r>
                  <a:rPr lang="en-US" sz="900" dirty="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dirty="0">
                    <a:solidFill>
                      <a:schemeClr val="tx1"/>
                    </a:solidFill>
                    <a:effectLst/>
                    <a:latin typeface="+mn-lt"/>
                  </a:rPr>
                  <a:t>Open the menu “Graphics Format”</a:t>
                </a:r>
              </a:p>
              <a:p>
                <a:pPr marL="144000" indent="-144000">
                  <a:lnSpc>
                    <a:spcPct val="120000"/>
                  </a:lnSpc>
                  <a:spcAft>
                    <a:spcPts val="600"/>
                  </a:spcAft>
                  <a:buFont typeface="+mj-lt"/>
                  <a:buAutoNum type="arabicPeriod"/>
                </a:pPr>
                <a:r>
                  <a:rPr lang="en-US" sz="900" dirty="0">
                    <a:solidFill>
                      <a:schemeClr val="tx1"/>
                    </a:solidFill>
                    <a:effectLst/>
                    <a:latin typeface="+mn-lt"/>
                  </a:rPr>
                  <a:t>Choose “Change Graphic” and then the corresponding source where the image is located</a:t>
                </a:r>
                <a:endParaRPr lang="en-US" sz="900" dirty="0">
                  <a:solidFill>
                    <a:schemeClr val="tx1"/>
                  </a:solidFill>
                  <a:latin typeface="+mn-lt"/>
                </a:endParaRPr>
              </a:p>
            </p:txBody>
          </p:sp>
          <p:sp>
            <p:nvSpPr>
              <p:cNvPr id="13" name="TextBox 12">
                <a:extLst>
                  <a:ext uri="{FF2B5EF4-FFF2-40B4-BE49-F238E27FC236}">
                    <a16:creationId xmlns:a16="http://schemas.microsoft.com/office/drawing/2014/main" id="{BC84C977-443C-7F33-A4A8-271C5766D667}"/>
                  </a:ext>
                </a:extLst>
              </p:cNvPr>
              <p:cNvSpPr txBox="1"/>
              <p:nvPr userDrawn="1"/>
            </p:nvSpPr>
            <p:spPr bwMode="gray">
              <a:xfrm>
                <a:off x="-1824880" y="5813729"/>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dirty="0">
                    <a:solidFill>
                      <a:schemeClr val="tx1"/>
                    </a:solidFill>
                    <a:effectLst/>
                    <a:latin typeface="+mn-lt"/>
                  </a:rPr>
                  <a:t>Now the image has </a:t>
                </a:r>
                <a:br>
                  <a:rPr lang="en-US" sz="900" dirty="0">
                    <a:solidFill>
                      <a:schemeClr val="tx1"/>
                    </a:solidFill>
                    <a:effectLst/>
                    <a:latin typeface="+mn-lt"/>
                  </a:rPr>
                </a:br>
                <a:r>
                  <a:rPr lang="en-US" sz="900" dirty="0">
                    <a:solidFill>
                      <a:schemeClr val="tx1"/>
                    </a:solidFill>
                    <a:effectLst/>
                    <a:latin typeface="+mn-lt"/>
                  </a:rPr>
                  <a:t>been loaded into the </a:t>
                </a:r>
                <a:br>
                  <a:rPr lang="en-US" sz="900" dirty="0">
                    <a:solidFill>
                      <a:schemeClr val="tx1"/>
                    </a:solidFill>
                    <a:effectLst/>
                    <a:latin typeface="+mn-lt"/>
                  </a:rPr>
                </a:br>
                <a:r>
                  <a:rPr lang="en-US" sz="900" dirty="0">
                    <a:solidFill>
                      <a:schemeClr val="tx1"/>
                    </a:solidFill>
                    <a:effectLst/>
                    <a:latin typeface="+mn-lt"/>
                  </a:rPr>
                  <a:t>placeholder.</a:t>
                </a:r>
                <a:endParaRPr lang="en-US" sz="900" dirty="0">
                  <a:solidFill>
                    <a:schemeClr val="tx1"/>
                  </a:solidFill>
                  <a:latin typeface="+mn-lt"/>
                </a:endParaRPr>
              </a:p>
            </p:txBody>
          </p:sp>
        </p:grpSp>
        <p:pic>
          <p:nvPicPr>
            <p:cNvPr id="10" name="Picture 9">
              <a:extLst>
                <a:ext uri="{FF2B5EF4-FFF2-40B4-BE49-F238E27FC236}">
                  <a16:creationId xmlns:a16="http://schemas.microsoft.com/office/drawing/2014/main" id="{2B3343E8-02F4-1281-73C7-7E19A6CB7CB3}"/>
                </a:ext>
              </a:extLst>
            </p:cNvPr>
            <p:cNvPicPr>
              <a:picLocks noChangeAspect="1"/>
            </p:cNvPicPr>
            <p:nvPr userDrawn="1"/>
          </p:nvPicPr>
          <p:blipFill>
            <a:blip r:embed="rId3"/>
            <a:stretch>
              <a:fillRect/>
            </a:stretch>
          </p:blipFill>
          <p:spPr>
            <a:xfrm>
              <a:off x="-1752872" y="2087812"/>
              <a:ext cx="1080120" cy="984668"/>
            </a:xfrm>
            <a:prstGeom prst="rect">
              <a:avLst/>
            </a:prstGeom>
          </p:spPr>
        </p:pic>
      </p:grpSp>
    </p:spTree>
    <p:extLst>
      <p:ext uri="{BB962C8B-B14F-4D97-AF65-F5344CB8AC3E}">
        <p14:creationId xmlns:p14="http://schemas.microsoft.com/office/powerpoint/2010/main" val="3503938524"/>
      </p:ext>
    </p:extLst>
  </p:cSld>
  <p:clrMapOvr>
    <a:masterClrMapping/>
  </p:clrMapOvr>
  <p:extLst>
    <p:ext uri="{DCECCB84-F9BA-43D5-87BE-67443E8EF086}">
      <p15:sldGuideLst xmlns:p15="http://schemas.microsoft.com/office/powerpoint/2012/main">
        <p15:guide id="1" pos="4951" userDrawn="1">
          <p15:clr>
            <a:srgbClr val="FBAE40"/>
          </p15:clr>
        </p15:guide>
        <p15:guide id="3" orient="horz" pos="1298" userDrawn="1">
          <p15:clr>
            <a:srgbClr val="FBAE40"/>
          </p15:clr>
        </p15:guide>
        <p15:guide id="4" pos="5133" userDrawn="1">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Key message and image division (3)">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10164762"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dirty="0"/>
              <a:t>Bild hinzufügen per </a:t>
            </a:r>
            <a:br>
              <a:rPr lang="en-US" dirty="0"/>
            </a:br>
            <a:r>
              <a:rPr lang="en-US" dirty="0"/>
              <a:t>Klick auf das Symbol</a:t>
            </a:r>
          </a:p>
        </p:txBody>
      </p:sp>
      <p:sp>
        <p:nvSpPr>
          <p:cNvPr id="12" name="Bildplatzhalter 10">
            <a:extLst>
              <a:ext uri="{FF2B5EF4-FFF2-40B4-BE49-F238E27FC236}">
                <a16:creationId xmlns:a16="http://schemas.microsoft.com/office/drawing/2014/main" id="{7A533ABC-C52E-DA13-A669-D0BEA88A8E1A}"/>
              </a:ext>
            </a:extLst>
          </p:cNvPr>
          <p:cNvSpPr>
            <a:spLocks noGrp="1"/>
          </p:cNvSpPr>
          <p:nvPr>
            <p:ph type="pic" sz="quarter" idx="21" hasCustomPrompt="1"/>
          </p:nvPr>
        </p:nvSpPr>
        <p:spPr bwMode="ltGray">
          <a:xfrm>
            <a:off x="10164763" y="0"/>
            <a:ext cx="2027236"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dirty="0"/>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4" y="1412874"/>
            <a:ext cx="93964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dirty="0"/>
              <a:t>Edit text by clicking. Use the "Increase/decrease list level" buttons on the Start tab to switch between the set up text levels.</a:t>
            </a:r>
          </a:p>
          <a:p>
            <a:pPr lvl="1"/>
            <a:r>
              <a:rPr lang="en-US" dirty="0"/>
              <a:t>Second level</a:t>
            </a:r>
          </a:p>
        </p:txBody>
      </p:sp>
      <p:sp>
        <p:nvSpPr>
          <p:cNvPr id="8" name="Textplatzhalter 7"/>
          <p:cNvSpPr>
            <a:spLocks noGrp="1"/>
          </p:cNvSpPr>
          <p:nvPr>
            <p:ph type="body" sz="quarter" idx="13" hasCustomPrompt="1"/>
          </p:nvPr>
        </p:nvSpPr>
        <p:spPr bwMode="gray">
          <a:xfrm>
            <a:off x="480000"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dirty="0"/>
              <a:t>Footnote/Source</a:t>
            </a:r>
          </a:p>
        </p:txBody>
      </p:sp>
      <p:sp>
        <p:nvSpPr>
          <p:cNvPr id="14" name="Foliennummernplatzhalter 13">
            <a:extLst>
              <a:ext uri="{FF2B5EF4-FFF2-40B4-BE49-F238E27FC236}">
                <a16:creationId xmlns:a16="http://schemas.microsoft.com/office/drawing/2014/main" id="{45F3464A-9797-B24C-824F-1ACC52EFDC22}"/>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dirty="0"/>
          </a:p>
        </p:txBody>
      </p:sp>
      <p:sp>
        <p:nvSpPr>
          <p:cNvPr id="3" name="Fußzeilenplatzhalter 2">
            <a:extLst>
              <a:ext uri="{FF2B5EF4-FFF2-40B4-BE49-F238E27FC236}">
                <a16:creationId xmlns:a16="http://schemas.microsoft.com/office/drawing/2014/main" id="{60A36999-AA89-78BB-997C-93DA7D5BAB15}"/>
              </a:ext>
            </a:extLst>
          </p:cNvPr>
          <p:cNvSpPr>
            <a:spLocks noGrp="1"/>
          </p:cNvSpPr>
          <p:nvPr>
            <p:ph type="ftr" sz="quarter" idx="31"/>
          </p:nvPr>
        </p:nvSpPr>
        <p:spPr bwMode="gray"/>
        <p:txBody>
          <a:bodyPr/>
          <a:lstStyle>
            <a:lvl1pPr>
              <a:defRPr>
                <a:solidFill>
                  <a:schemeClr val="bg1"/>
                </a:solidFill>
              </a:defRPr>
            </a:lvl1pPr>
          </a:lstStyle>
          <a:p>
            <a:r>
              <a:rPr lang="en-US"/>
              <a:t>RISW 2026</a:t>
            </a:r>
            <a:endParaRPr lang="en-US" dirty="0"/>
          </a:p>
        </p:txBody>
      </p:sp>
      <p:sp>
        <p:nvSpPr>
          <p:cNvPr id="2" name="Text Placeholder 8">
            <a:extLst>
              <a:ext uri="{FF2B5EF4-FFF2-40B4-BE49-F238E27FC236}">
                <a16:creationId xmlns:a16="http://schemas.microsoft.com/office/drawing/2014/main" id="{65A201DE-2CBA-3A2F-BCAF-2D18E1438B20}"/>
              </a:ext>
            </a:extLst>
          </p:cNvPr>
          <p:cNvSpPr>
            <a:spLocks noGrp="1"/>
          </p:cNvSpPr>
          <p:nvPr>
            <p:ph type="body" sz="quarter" idx="32"/>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sp>
        <p:nvSpPr>
          <p:cNvPr id="5" name="Arrow: Pentagon 6">
            <a:extLst>
              <a:ext uri="{FF2B5EF4-FFF2-40B4-BE49-F238E27FC236}">
                <a16:creationId xmlns:a16="http://schemas.microsoft.com/office/drawing/2014/main" id="{E400A93E-ECB0-FAFD-59FC-294C05F64D5E}"/>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dirty="0">
                <a:solidFill>
                  <a:srgbClr val="076D7E"/>
                </a:solidFill>
                <a:latin typeface="+mj-lt"/>
              </a:rPr>
              <a:t>This layout requires two pictures in the background</a:t>
            </a:r>
            <a:endParaRPr lang="en-US" sz="800" b="1" dirty="0">
              <a:solidFill>
                <a:srgbClr val="076D7E"/>
              </a:solidFill>
              <a:latin typeface="+mj-lt"/>
            </a:endParaRPr>
          </a:p>
        </p:txBody>
      </p:sp>
      <p:grpSp>
        <p:nvGrpSpPr>
          <p:cNvPr id="6" name="Group 5">
            <a:extLst>
              <a:ext uri="{FF2B5EF4-FFF2-40B4-BE49-F238E27FC236}">
                <a16:creationId xmlns:a16="http://schemas.microsoft.com/office/drawing/2014/main" id="{36A82B00-831C-5A06-77A5-10CF1850E50C}"/>
              </a:ext>
            </a:extLst>
          </p:cNvPr>
          <p:cNvGrpSpPr/>
          <p:nvPr userDrawn="1"/>
        </p:nvGrpSpPr>
        <p:grpSpPr>
          <a:xfrm>
            <a:off x="-1896888" y="-1"/>
            <a:ext cx="1715078" cy="3968906"/>
            <a:chOff x="-1896888" y="-1"/>
            <a:chExt cx="1715078" cy="3968906"/>
          </a:xfrm>
        </p:grpSpPr>
        <p:grpSp>
          <p:nvGrpSpPr>
            <p:cNvPr id="9" name="Group 8">
              <a:extLst>
                <a:ext uri="{FF2B5EF4-FFF2-40B4-BE49-F238E27FC236}">
                  <a16:creationId xmlns:a16="http://schemas.microsoft.com/office/drawing/2014/main" id="{BF4DC83E-8858-4B6C-3949-9E00EC1FEC3A}"/>
                </a:ext>
                <a:ext uri="{C183D7F6-B498-43B3-948B-1728B52AA6E4}">
                  <adec:decorative xmlns:adec="http://schemas.microsoft.com/office/drawing/2017/decorative" val="1"/>
                </a:ext>
              </a:extLst>
            </p:cNvPr>
            <p:cNvGrpSpPr/>
            <p:nvPr userDrawn="1"/>
          </p:nvGrpSpPr>
          <p:grpSpPr bwMode="gray">
            <a:xfrm>
              <a:off x="-1896888" y="-1"/>
              <a:ext cx="1715078" cy="3968906"/>
              <a:chOff x="-1824880" y="2708919"/>
              <a:chExt cx="1715078" cy="3968906"/>
            </a:xfrm>
          </p:grpSpPr>
          <p:sp>
            <p:nvSpPr>
              <p:cNvPr id="11" name="TextBox 10">
                <a:extLst>
                  <a:ext uri="{FF2B5EF4-FFF2-40B4-BE49-F238E27FC236}">
                    <a16:creationId xmlns:a16="http://schemas.microsoft.com/office/drawing/2014/main" id="{C93F7BCC-3EBD-28D5-4345-523914771D93}"/>
                  </a:ext>
                </a:extLst>
              </p:cNvPr>
              <p:cNvSpPr txBox="1"/>
              <p:nvPr userDrawn="1"/>
            </p:nvSpPr>
            <p:spPr bwMode="gray">
              <a:xfrm>
                <a:off x="-1824880" y="2708919"/>
                <a:ext cx="1715078" cy="3968905"/>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dirty="0">
                    <a:solidFill>
                      <a:schemeClr val="tx1"/>
                    </a:solidFill>
                    <a:effectLst/>
                    <a:latin typeface="+mj-lt"/>
                  </a:rPr>
                  <a:t>To insert a picture:</a:t>
                </a:r>
              </a:p>
              <a:p>
                <a:pPr marL="144000" indent="-144000">
                  <a:lnSpc>
                    <a:spcPct val="120000"/>
                  </a:lnSpc>
                  <a:spcAft>
                    <a:spcPts val="600"/>
                  </a:spcAft>
                  <a:buFont typeface="+mj-lt"/>
                  <a:buAutoNum type="arabicPeriod"/>
                </a:pPr>
                <a:r>
                  <a:rPr lang="en-US" sz="900" dirty="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dirty="0">
                    <a:solidFill>
                      <a:schemeClr val="tx1"/>
                    </a:solidFill>
                    <a:effectLst/>
                    <a:latin typeface="+mn-lt"/>
                  </a:rPr>
                  <a:t>Open the menu “Graphics Format”</a:t>
                </a:r>
              </a:p>
              <a:p>
                <a:pPr marL="144000" indent="-144000">
                  <a:lnSpc>
                    <a:spcPct val="120000"/>
                  </a:lnSpc>
                  <a:spcAft>
                    <a:spcPts val="600"/>
                  </a:spcAft>
                  <a:buFont typeface="+mj-lt"/>
                  <a:buAutoNum type="arabicPeriod"/>
                </a:pPr>
                <a:r>
                  <a:rPr lang="en-US" sz="900" dirty="0">
                    <a:solidFill>
                      <a:schemeClr val="tx1"/>
                    </a:solidFill>
                    <a:effectLst/>
                    <a:latin typeface="+mn-lt"/>
                  </a:rPr>
                  <a:t>Choose “Change Graphic” and then the corresponding source where the image is located</a:t>
                </a:r>
                <a:endParaRPr lang="en-US" sz="900" dirty="0">
                  <a:solidFill>
                    <a:schemeClr val="tx1"/>
                  </a:solidFill>
                  <a:latin typeface="+mn-lt"/>
                </a:endParaRPr>
              </a:p>
            </p:txBody>
          </p:sp>
          <p:sp>
            <p:nvSpPr>
              <p:cNvPr id="13" name="TextBox 12">
                <a:extLst>
                  <a:ext uri="{FF2B5EF4-FFF2-40B4-BE49-F238E27FC236}">
                    <a16:creationId xmlns:a16="http://schemas.microsoft.com/office/drawing/2014/main" id="{2172DAE4-3089-2187-476B-4AC627126C31}"/>
                  </a:ext>
                </a:extLst>
              </p:cNvPr>
              <p:cNvSpPr txBox="1"/>
              <p:nvPr userDrawn="1"/>
            </p:nvSpPr>
            <p:spPr bwMode="gray">
              <a:xfrm>
                <a:off x="-1824880" y="5813729"/>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dirty="0">
                    <a:solidFill>
                      <a:schemeClr val="tx1"/>
                    </a:solidFill>
                    <a:effectLst/>
                    <a:latin typeface="+mn-lt"/>
                  </a:rPr>
                  <a:t>Now the image has </a:t>
                </a:r>
                <a:br>
                  <a:rPr lang="en-US" sz="900" dirty="0">
                    <a:solidFill>
                      <a:schemeClr val="tx1"/>
                    </a:solidFill>
                    <a:effectLst/>
                    <a:latin typeface="+mn-lt"/>
                  </a:rPr>
                </a:br>
                <a:r>
                  <a:rPr lang="en-US" sz="900" dirty="0">
                    <a:solidFill>
                      <a:schemeClr val="tx1"/>
                    </a:solidFill>
                    <a:effectLst/>
                    <a:latin typeface="+mn-lt"/>
                  </a:rPr>
                  <a:t>been loaded into the </a:t>
                </a:r>
                <a:br>
                  <a:rPr lang="en-US" sz="900" dirty="0">
                    <a:solidFill>
                      <a:schemeClr val="tx1"/>
                    </a:solidFill>
                    <a:effectLst/>
                    <a:latin typeface="+mn-lt"/>
                  </a:rPr>
                </a:br>
                <a:r>
                  <a:rPr lang="en-US" sz="900" dirty="0">
                    <a:solidFill>
                      <a:schemeClr val="tx1"/>
                    </a:solidFill>
                    <a:effectLst/>
                    <a:latin typeface="+mn-lt"/>
                  </a:rPr>
                  <a:t>placeholder.</a:t>
                </a:r>
                <a:endParaRPr lang="en-US" sz="900" dirty="0">
                  <a:solidFill>
                    <a:schemeClr val="tx1"/>
                  </a:solidFill>
                  <a:latin typeface="+mn-lt"/>
                </a:endParaRPr>
              </a:p>
            </p:txBody>
          </p:sp>
        </p:grpSp>
        <p:pic>
          <p:nvPicPr>
            <p:cNvPr id="10" name="Picture 9">
              <a:extLst>
                <a:ext uri="{FF2B5EF4-FFF2-40B4-BE49-F238E27FC236}">
                  <a16:creationId xmlns:a16="http://schemas.microsoft.com/office/drawing/2014/main" id="{2B724134-4847-9BFE-7E36-528EAF969E5B}"/>
                </a:ext>
              </a:extLst>
            </p:cNvPr>
            <p:cNvPicPr>
              <a:picLocks noChangeAspect="1"/>
            </p:cNvPicPr>
            <p:nvPr userDrawn="1"/>
          </p:nvPicPr>
          <p:blipFill>
            <a:blip r:embed="rId3"/>
            <a:stretch>
              <a:fillRect/>
            </a:stretch>
          </p:blipFill>
          <p:spPr>
            <a:xfrm>
              <a:off x="-1752872" y="2087812"/>
              <a:ext cx="1080120" cy="984668"/>
            </a:xfrm>
            <a:prstGeom prst="rect">
              <a:avLst/>
            </a:prstGeom>
          </p:spPr>
        </p:pic>
      </p:grpSp>
    </p:spTree>
    <p:extLst>
      <p:ext uri="{BB962C8B-B14F-4D97-AF65-F5344CB8AC3E}">
        <p14:creationId xmlns:p14="http://schemas.microsoft.com/office/powerpoint/2010/main" val="3333980837"/>
      </p:ext>
    </p:extLst>
  </p:cSld>
  <p:clrMapOvr>
    <a:masterClrMapping/>
  </p:clrMapOvr>
  <p:extLst>
    <p:ext uri="{DCECCB84-F9BA-43D5-87BE-67443E8EF086}">
      <p15:sldGuideLst xmlns:p15="http://schemas.microsoft.com/office/powerpoint/2012/main">
        <p15:guide id="1" pos="6221" userDrawn="1">
          <p15:clr>
            <a:srgbClr val="FBAE40"/>
          </p15:clr>
        </p15:guide>
        <p15:guide id="2" pos="6403" userDrawn="1">
          <p15:clr>
            <a:srgbClr val="FBAE40"/>
          </p15:clr>
        </p15:guide>
        <p15:guide id="3" orient="horz" pos="1298" userDrawn="1">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dirty="0"/>
              <a:t>Add Title</a:t>
            </a:r>
          </a:p>
        </p:txBody>
      </p:sp>
      <p:sp>
        <p:nvSpPr>
          <p:cNvPr id="11" name="Textplatzhalter 7">
            <a:extLst>
              <a:ext uri="{FF2B5EF4-FFF2-40B4-BE49-F238E27FC236}">
                <a16:creationId xmlns:a16="http://schemas.microsoft.com/office/drawing/2014/main" id="{87DC9DBC-428C-0141-1449-618275A50D20}"/>
              </a:ext>
            </a:extLst>
          </p:cNvPr>
          <p:cNvSpPr>
            <a:spLocks noGrp="1"/>
          </p:cNvSpPr>
          <p:nvPr>
            <p:ph type="body" sz="quarter" idx="13" hasCustomPrompt="1"/>
          </p:nvPr>
        </p:nvSpPr>
        <p:spPr bwMode="gray">
          <a:xfrm>
            <a:off x="479998"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dirty="0"/>
              <a:t>Footnote/Source</a:t>
            </a:r>
          </a:p>
        </p:txBody>
      </p:sp>
      <p:sp>
        <p:nvSpPr>
          <p:cNvPr id="7" name="Fußzeilenplatzhalter 6">
            <a:extLst>
              <a:ext uri="{FF2B5EF4-FFF2-40B4-BE49-F238E27FC236}">
                <a16:creationId xmlns:a16="http://schemas.microsoft.com/office/drawing/2014/main" id="{AC322F83-D582-6CFE-50EE-9B963E9DAFF2}"/>
              </a:ext>
            </a:extLst>
          </p:cNvPr>
          <p:cNvSpPr>
            <a:spLocks noGrp="1"/>
          </p:cNvSpPr>
          <p:nvPr>
            <p:ph type="ftr" sz="quarter" idx="10"/>
          </p:nvPr>
        </p:nvSpPr>
        <p:spPr bwMode="gray"/>
        <p:txBody>
          <a:bodyPr/>
          <a:lstStyle/>
          <a:p>
            <a:r>
              <a:rPr lang="en-US"/>
              <a:t>RISW 2026</a:t>
            </a:r>
            <a:endParaRPr lang="en-US" dirty="0"/>
          </a:p>
        </p:txBody>
      </p:sp>
      <p:sp>
        <p:nvSpPr>
          <p:cNvPr id="10" name="Foliennummernplatzhalter 9">
            <a:extLst>
              <a:ext uri="{FF2B5EF4-FFF2-40B4-BE49-F238E27FC236}">
                <a16:creationId xmlns:a16="http://schemas.microsoft.com/office/drawing/2014/main" id="{381724B2-BBE4-E79B-167B-326D36AACC52}"/>
              </a:ext>
            </a:extLst>
          </p:cNvPr>
          <p:cNvSpPr>
            <a:spLocks noGrp="1"/>
          </p:cNvSpPr>
          <p:nvPr>
            <p:ph type="sldNum" sz="quarter" idx="11"/>
          </p:nvPr>
        </p:nvSpPr>
        <p:spPr bwMode="gray"/>
        <p:txBody>
          <a:bodyPr/>
          <a:lstStyle/>
          <a:p>
            <a:fld id="{8FF9B0DE-3FEB-4AA0-B465-B80EF7C1333D}" type="slidenum">
              <a:rPr lang="en-US" smtClean="0"/>
              <a:pPr/>
              <a:t>‹#›</a:t>
            </a:fld>
            <a:endParaRPr lang="en-US" dirty="0"/>
          </a:p>
        </p:txBody>
      </p:sp>
    </p:spTree>
    <p:extLst>
      <p:ext uri="{BB962C8B-B14F-4D97-AF65-F5344CB8AC3E}">
        <p14:creationId xmlns:p14="http://schemas.microsoft.com/office/powerpoint/2010/main" val="79432764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Empty">
    <p:spTree>
      <p:nvGrpSpPr>
        <p:cNvPr id="1" name=""/>
        <p:cNvGrpSpPr/>
        <p:nvPr/>
      </p:nvGrpSpPr>
      <p:grpSpPr>
        <a:xfrm>
          <a:off x="0" y="0"/>
          <a:ext cx="0" cy="0"/>
          <a:chOff x="0" y="0"/>
          <a:chExt cx="0" cy="0"/>
        </a:xfrm>
      </p:grpSpPr>
      <p:sp>
        <p:nvSpPr>
          <p:cNvPr id="9" name="Textplatzhalter 7">
            <a:extLst>
              <a:ext uri="{FF2B5EF4-FFF2-40B4-BE49-F238E27FC236}">
                <a16:creationId xmlns:a16="http://schemas.microsoft.com/office/drawing/2014/main" id="{5B4F68A4-760E-D8DD-FB9B-EEEE9A86D218}"/>
              </a:ext>
            </a:extLst>
          </p:cNvPr>
          <p:cNvSpPr>
            <a:spLocks noGrp="1"/>
          </p:cNvSpPr>
          <p:nvPr>
            <p:ph type="body" sz="quarter" idx="13" hasCustomPrompt="1"/>
          </p:nvPr>
        </p:nvSpPr>
        <p:spPr bwMode="gray">
          <a:xfrm>
            <a:off x="479998"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dirty="0"/>
              <a:t>Footnote/Source</a:t>
            </a:r>
          </a:p>
        </p:txBody>
      </p:sp>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t>RISW 2026</a:t>
            </a:r>
            <a:endParaRPr lang="en-US" dirty="0"/>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dirty="0"/>
          </a:p>
        </p:txBody>
      </p:sp>
    </p:spTree>
    <p:extLst>
      <p:ext uri="{BB962C8B-B14F-4D97-AF65-F5344CB8AC3E}">
        <p14:creationId xmlns:p14="http://schemas.microsoft.com/office/powerpoint/2010/main" val="137181749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act">
    <p:bg>
      <p:bgPr>
        <a:solidFill>
          <a:schemeClr val="bg2"/>
        </a:solidFill>
        <a:effectLst/>
      </p:bgPr>
    </p:bg>
    <p:spTree>
      <p:nvGrpSpPr>
        <p:cNvPr id="1" name=""/>
        <p:cNvGrpSpPr/>
        <p:nvPr/>
      </p:nvGrpSpPr>
      <p:grpSpPr>
        <a:xfrm>
          <a:off x="0" y="0"/>
          <a:ext cx="0" cy="0"/>
          <a:chOff x="0" y="0"/>
          <a:chExt cx="0" cy="0"/>
        </a:xfrm>
      </p:grpSpPr>
      <p:sp>
        <p:nvSpPr>
          <p:cNvPr id="13" name="Titel 12">
            <a:extLst>
              <a:ext uri="{FF2B5EF4-FFF2-40B4-BE49-F238E27FC236}">
                <a16:creationId xmlns:a16="http://schemas.microsoft.com/office/drawing/2014/main" id="{DB5A7F3B-7D8D-EFD1-99CB-9BB681ACBDEE}"/>
              </a:ext>
            </a:extLst>
          </p:cNvPr>
          <p:cNvSpPr>
            <a:spLocks noGrp="1"/>
          </p:cNvSpPr>
          <p:nvPr>
            <p:ph type="title" hasCustomPrompt="1"/>
          </p:nvPr>
        </p:nvSpPr>
        <p:spPr bwMode="gray"/>
        <p:txBody>
          <a:bodyPr/>
          <a:lstStyle>
            <a:lvl1pPr>
              <a:defRPr>
                <a:solidFill>
                  <a:schemeClr val="bg1"/>
                </a:solidFill>
              </a:defRPr>
            </a:lvl1pPr>
          </a:lstStyle>
          <a:p>
            <a:r>
              <a:rPr lang="en-US" dirty="0"/>
              <a:t>Add End Message</a:t>
            </a:r>
          </a:p>
        </p:txBody>
      </p:sp>
      <p:sp>
        <p:nvSpPr>
          <p:cNvPr id="5" name="Bildplatzhalter 10">
            <a:extLst>
              <a:ext uri="{FF2B5EF4-FFF2-40B4-BE49-F238E27FC236}">
                <a16:creationId xmlns:a16="http://schemas.microsoft.com/office/drawing/2014/main" id="{ED8B2C2E-F2A3-10EF-4F1B-48E4651D76B7}"/>
              </a:ext>
            </a:extLst>
          </p:cNvPr>
          <p:cNvSpPr>
            <a:spLocks noGrp="1"/>
          </p:cNvSpPr>
          <p:nvPr>
            <p:ph type="pic" sz="quarter" idx="19" hasCustomPrompt="1"/>
          </p:nvPr>
        </p:nvSpPr>
        <p:spPr bwMode="ltGray">
          <a:xfrm>
            <a:off x="1" y="0"/>
            <a:ext cx="12191998" cy="3392488"/>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dirty="0"/>
              <a:t>Add picture</a:t>
            </a:r>
          </a:p>
        </p:txBody>
      </p:sp>
      <p:sp>
        <p:nvSpPr>
          <p:cNvPr id="8" name="Textplatzhalter 7"/>
          <p:cNvSpPr>
            <a:spLocks noGrp="1"/>
          </p:cNvSpPr>
          <p:nvPr>
            <p:ph type="body" sz="quarter" idx="10" hasCustomPrompt="1"/>
          </p:nvPr>
        </p:nvSpPr>
        <p:spPr bwMode="gray">
          <a:xfrm>
            <a:off x="479424"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900" algn="l"/>
              </a:tabLst>
              <a:defRPr b="1">
                <a:solidFill>
                  <a:schemeClr val="bg1"/>
                </a:solidFill>
              </a:defRPr>
            </a:lvl2pPr>
            <a:lvl3pPr marL="0" indent="0" algn="l">
              <a:spcBef>
                <a:spcPts val="0"/>
              </a:spcBef>
              <a:spcAft>
                <a:spcPts val="1200"/>
              </a:spcAft>
              <a:buNone/>
              <a:tabLst>
                <a:tab pos="266700" algn="l"/>
              </a:tabLst>
              <a:defRPr sz="1400">
                <a:solidFill>
                  <a:schemeClr val="bg1"/>
                </a:solidFill>
              </a:defRPr>
            </a:lvl3pPr>
            <a:lvl4pPr marL="0" indent="0" algn="l">
              <a:spcBef>
                <a:spcPts val="0"/>
              </a:spcBef>
              <a:spcAft>
                <a:spcPts val="1200"/>
              </a:spcAft>
              <a:buNone/>
              <a:tabLst>
                <a:tab pos="723900" algn="l"/>
              </a:tabLst>
              <a:defRPr sz="1400">
                <a:solidFill>
                  <a:schemeClr val="bg1"/>
                </a:solidFill>
              </a:defRPr>
            </a:lvl4pPr>
            <a:lvl5pPr marL="0" indent="0" algn="l">
              <a:spcBef>
                <a:spcPts val="0"/>
              </a:spcBef>
              <a:spcAft>
                <a:spcPts val="1200"/>
              </a:spcAft>
              <a:buNone/>
              <a:tabLst>
                <a:tab pos="723900" algn="l"/>
              </a:tabLst>
              <a:defRPr sz="1400">
                <a:solidFill>
                  <a:schemeClr val="bg1"/>
                </a:solidFill>
              </a:defRPr>
            </a:lvl5pPr>
            <a:lvl6pPr marL="0" indent="0">
              <a:spcBef>
                <a:spcPts val="0"/>
              </a:spcBef>
              <a:spcAft>
                <a:spcPts val="1200"/>
              </a:spcAft>
              <a:buNone/>
              <a:tabLst>
                <a:tab pos="723900" algn="l"/>
              </a:tabLst>
              <a:defRPr sz="1400">
                <a:solidFill>
                  <a:schemeClr val="bg1"/>
                </a:solidFill>
              </a:defRPr>
            </a:lvl6pPr>
            <a:lvl7pPr marL="0" indent="0">
              <a:spcBef>
                <a:spcPts val="0"/>
              </a:spcBef>
              <a:spcAft>
                <a:spcPts val="1200"/>
              </a:spcAft>
              <a:buNone/>
              <a:tabLst>
                <a:tab pos="723900" algn="l"/>
              </a:tabLst>
              <a:defRPr sz="1400">
                <a:solidFill>
                  <a:schemeClr val="bg1"/>
                </a:solidFill>
              </a:defRPr>
            </a:lvl7pPr>
            <a:lvl8pPr marL="0" indent="0">
              <a:spcBef>
                <a:spcPts val="0"/>
              </a:spcBef>
              <a:spcAft>
                <a:spcPts val="1200"/>
              </a:spcAft>
              <a:buNone/>
              <a:tabLst>
                <a:tab pos="723900" algn="l"/>
              </a:tabLst>
              <a:defRPr sz="1400">
                <a:solidFill>
                  <a:schemeClr val="bg1"/>
                </a:solidFill>
              </a:defRPr>
            </a:lvl8pPr>
            <a:lvl9pPr marL="0" indent="0">
              <a:spcBef>
                <a:spcPts val="0"/>
              </a:spcBef>
              <a:spcAft>
                <a:spcPts val="1200"/>
              </a:spcAft>
              <a:buNone/>
              <a:tabLst>
                <a:tab pos="723900"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endParaRPr lang="en-US" dirty="0"/>
          </a:p>
          <a:p>
            <a:pPr lvl="1"/>
            <a:r>
              <a:rPr lang="en-US" dirty="0"/>
              <a:t>Second level</a:t>
            </a:r>
          </a:p>
          <a:p>
            <a:pPr lvl="2"/>
            <a:r>
              <a:rPr lang="en-US" dirty="0"/>
              <a:t>Third level</a:t>
            </a:r>
          </a:p>
        </p:txBody>
      </p:sp>
      <p:sp>
        <p:nvSpPr>
          <p:cNvPr id="11" name="Textplatzhalter 7">
            <a:extLst>
              <a:ext uri="{FF2B5EF4-FFF2-40B4-BE49-F238E27FC236}">
                <a16:creationId xmlns:a16="http://schemas.microsoft.com/office/drawing/2014/main" id="{63EFF41A-2249-B1BB-008D-C93DA85C3703}"/>
              </a:ext>
            </a:extLst>
          </p:cNvPr>
          <p:cNvSpPr>
            <a:spLocks noGrp="1"/>
          </p:cNvSpPr>
          <p:nvPr>
            <p:ph type="body" sz="quarter" idx="15" hasCustomPrompt="1"/>
          </p:nvPr>
        </p:nvSpPr>
        <p:spPr bwMode="gray">
          <a:xfrm>
            <a:off x="6235526"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900" algn="l"/>
              </a:tabLst>
              <a:defRPr b="1">
                <a:solidFill>
                  <a:schemeClr val="bg1"/>
                </a:solidFill>
              </a:defRPr>
            </a:lvl2pPr>
            <a:lvl3pPr marL="0" indent="0" algn="l">
              <a:spcBef>
                <a:spcPts val="0"/>
              </a:spcBef>
              <a:spcAft>
                <a:spcPts val="1200"/>
              </a:spcAft>
              <a:buNone/>
              <a:tabLst>
                <a:tab pos="266700" algn="l"/>
              </a:tabLst>
              <a:defRPr sz="1400">
                <a:solidFill>
                  <a:schemeClr val="bg1"/>
                </a:solidFill>
              </a:defRPr>
            </a:lvl3pPr>
            <a:lvl4pPr marL="0" indent="0" algn="l">
              <a:spcBef>
                <a:spcPts val="0"/>
              </a:spcBef>
              <a:spcAft>
                <a:spcPts val="1200"/>
              </a:spcAft>
              <a:buNone/>
              <a:tabLst>
                <a:tab pos="723900" algn="l"/>
              </a:tabLst>
              <a:defRPr sz="1400">
                <a:solidFill>
                  <a:schemeClr val="bg1"/>
                </a:solidFill>
              </a:defRPr>
            </a:lvl4pPr>
            <a:lvl5pPr marL="0" indent="0" algn="l">
              <a:spcBef>
                <a:spcPts val="0"/>
              </a:spcBef>
              <a:spcAft>
                <a:spcPts val="1200"/>
              </a:spcAft>
              <a:buNone/>
              <a:tabLst>
                <a:tab pos="723900" algn="l"/>
              </a:tabLst>
              <a:defRPr sz="1400">
                <a:solidFill>
                  <a:schemeClr val="bg1"/>
                </a:solidFill>
              </a:defRPr>
            </a:lvl5pPr>
            <a:lvl6pPr marL="0" indent="0">
              <a:spcBef>
                <a:spcPts val="0"/>
              </a:spcBef>
              <a:spcAft>
                <a:spcPts val="1200"/>
              </a:spcAft>
              <a:buNone/>
              <a:tabLst>
                <a:tab pos="723900" algn="l"/>
              </a:tabLst>
              <a:defRPr sz="1400">
                <a:solidFill>
                  <a:schemeClr val="bg1"/>
                </a:solidFill>
              </a:defRPr>
            </a:lvl6pPr>
            <a:lvl7pPr marL="0" indent="0">
              <a:spcBef>
                <a:spcPts val="0"/>
              </a:spcBef>
              <a:spcAft>
                <a:spcPts val="1200"/>
              </a:spcAft>
              <a:buNone/>
              <a:tabLst>
                <a:tab pos="723900" algn="l"/>
              </a:tabLst>
              <a:defRPr sz="1400">
                <a:solidFill>
                  <a:schemeClr val="bg1"/>
                </a:solidFill>
              </a:defRPr>
            </a:lvl7pPr>
            <a:lvl8pPr marL="0" indent="0">
              <a:spcBef>
                <a:spcPts val="0"/>
              </a:spcBef>
              <a:spcAft>
                <a:spcPts val="1200"/>
              </a:spcAft>
              <a:buNone/>
              <a:tabLst>
                <a:tab pos="723900" algn="l"/>
              </a:tabLst>
              <a:defRPr sz="1400">
                <a:solidFill>
                  <a:schemeClr val="bg1"/>
                </a:solidFill>
              </a:defRPr>
            </a:lvl8pPr>
            <a:lvl9pPr marL="0" indent="0">
              <a:spcBef>
                <a:spcPts val="0"/>
              </a:spcBef>
              <a:spcAft>
                <a:spcPts val="1200"/>
              </a:spcAft>
              <a:buNone/>
              <a:tabLst>
                <a:tab pos="723900"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endParaRPr lang="en-US" dirty="0"/>
          </a:p>
        </p:txBody>
      </p:sp>
      <p:sp>
        <p:nvSpPr>
          <p:cNvPr id="7" name="Fußzeilenplatzhalter 6">
            <a:extLst>
              <a:ext uri="{FF2B5EF4-FFF2-40B4-BE49-F238E27FC236}">
                <a16:creationId xmlns:a16="http://schemas.microsoft.com/office/drawing/2014/main" id="{9D23F8D4-2091-3342-FC66-194C19083D99}"/>
              </a:ext>
            </a:extLst>
          </p:cNvPr>
          <p:cNvSpPr>
            <a:spLocks noGrp="1"/>
          </p:cNvSpPr>
          <p:nvPr>
            <p:ph type="ftr" sz="quarter" idx="21"/>
          </p:nvPr>
        </p:nvSpPr>
        <p:spPr bwMode="gray"/>
        <p:txBody>
          <a:bodyPr/>
          <a:lstStyle>
            <a:lvl1pPr>
              <a:defRPr>
                <a:solidFill>
                  <a:schemeClr val="bg1"/>
                </a:solidFill>
              </a:defRPr>
            </a:lvl1pPr>
          </a:lstStyle>
          <a:p>
            <a:r>
              <a:rPr lang="en-US"/>
              <a:t>RISW 2026</a:t>
            </a:r>
            <a:endParaRPr lang="en-US" dirty="0"/>
          </a:p>
        </p:txBody>
      </p:sp>
      <p:sp>
        <p:nvSpPr>
          <p:cNvPr id="9" name="Foliennummernplatzhalter 8">
            <a:extLst>
              <a:ext uri="{FF2B5EF4-FFF2-40B4-BE49-F238E27FC236}">
                <a16:creationId xmlns:a16="http://schemas.microsoft.com/office/drawing/2014/main" id="{41B27782-384F-041B-A991-2E9D5FCFE582}"/>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dirty="0"/>
          </a:p>
        </p:txBody>
      </p:sp>
      <p:pic>
        <p:nvPicPr>
          <p:cNvPr id="12" name="Grafik 11">
            <a:extLst>
              <a:ext uri="{FF2B5EF4-FFF2-40B4-BE49-F238E27FC236}">
                <a16:creationId xmlns:a16="http://schemas.microsoft.com/office/drawing/2014/main" id="{F2874AFC-74CB-0BE3-BE94-780E6A5A13B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0"/>
            <a:ext cx="1234800" cy="372727"/>
          </a:xfrm>
          <a:prstGeom prst="rect">
            <a:avLst/>
          </a:prstGeom>
        </p:spPr>
      </p:pic>
      <p:grpSp>
        <p:nvGrpSpPr>
          <p:cNvPr id="2" name="Group 1">
            <a:extLst>
              <a:ext uri="{FF2B5EF4-FFF2-40B4-BE49-F238E27FC236}">
                <a16:creationId xmlns:a16="http://schemas.microsoft.com/office/drawing/2014/main" id="{7390D142-6F7E-E922-B04B-BC1F6FA589FD}"/>
              </a:ext>
            </a:extLst>
          </p:cNvPr>
          <p:cNvGrpSpPr/>
          <p:nvPr userDrawn="1"/>
        </p:nvGrpSpPr>
        <p:grpSpPr>
          <a:xfrm>
            <a:off x="-1896888" y="-1"/>
            <a:ext cx="1715078" cy="3968906"/>
            <a:chOff x="-1896888" y="-1"/>
            <a:chExt cx="1715078" cy="3968906"/>
          </a:xfrm>
        </p:grpSpPr>
        <p:grpSp>
          <p:nvGrpSpPr>
            <p:cNvPr id="3" name="Group 2">
              <a:extLst>
                <a:ext uri="{FF2B5EF4-FFF2-40B4-BE49-F238E27FC236}">
                  <a16:creationId xmlns:a16="http://schemas.microsoft.com/office/drawing/2014/main" id="{0EE2EF52-DC71-8D6E-82E2-DB441DA273DC}"/>
                </a:ext>
                <a:ext uri="{C183D7F6-B498-43B3-948B-1728B52AA6E4}">
                  <adec:decorative xmlns:adec="http://schemas.microsoft.com/office/drawing/2017/decorative" val="1"/>
                </a:ext>
              </a:extLst>
            </p:cNvPr>
            <p:cNvGrpSpPr/>
            <p:nvPr userDrawn="1"/>
          </p:nvGrpSpPr>
          <p:grpSpPr bwMode="gray">
            <a:xfrm>
              <a:off x="-1896888" y="-1"/>
              <a:ext cx="1715078" cy="3968906"/>
              <a:chOff x="-1824880" y="2708919"/>
              <a:chExt cx="1715078" cy="3968906"/>
            </a:xfrm>
          </p:grpSpPr>
          <p:sp>
            <p:nvSpPr>
              <p:cNvPr id="6" name="TextBox 5">
                <a:extLst>
                  <a:ext uri="{FF2B5EF4-FFF2-40B4-BE49-F238E27FC236}">
                    <a16:creationId xmlns:a16="http://schemas.microsoft.com/office/drawing/2014/main" id="{1E02BFE9-CE02-7687-7DE9-0D893FFDA6E8}"/>
                  </a:ext>
                </a:extLst>
              </p:cNvPr>
              <p:cNvSpPr txBox="1"/>
              <p:nvPr userDrawn="1"/>
            </p:nvSpPr>
            <p:spPr bwMode="gray">
              <a:xfrm>
                <a:off x="-1824880" y="2708919"/>
                <a:ext cx="1715078" cy="3968905"/>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dirty="0">
                    <a:solidFill>
                      <a:schemeClr val="tx1"/>
                    </a:solidFill>
                    <a:effectLst/>
                    <a:latin typeface="+mj-lt"/>
                  </a:rPr>
                  <a:t>To insert a picture:</a:t>
                </a:r>
              </a:p>
              <a:p>
                <a:pPr marL="144000" indent="-144000">
                  <a:lnSpc>
                    <a:spcPct val="120000"/>
                  </a:lnSpc>
                  <a:spcAft>
                    <a:spcPts val="600"/>
                  </a:spcAft>
                  <a:buFont typeface="+mj-lt"/>
                  <a:buAutoNum type="arabicPeriod"/>
                </a:pPr>
                <a:r>
                  <a:rPr lang="en-US" sz="900" dirty="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dirty="0">
                    <a:solidFill>
                      <a:schemeClr val="tx1"/>
                    </a:solidFill>
                    <a:effectLst/>
                    <a:latin typeface="+mn-lt"/>
                  </a:rPr>
                  <a:t>Open the menu “Graphics Format”</a:t>
                </a:r>
              </a:p>
              <a:p>
                <a:pPr marL="144000" indent="-144000">
                  <a:lnSpc>
                    <a:spcPct val="120000"/>
                  </a:lnSpc>
                  <a:spcAft>
                    <a:spcPts val="600"/>
                  </a:spcAft>
                  <a:buFont typeface="+mj-lt"/>
                  <a:buAutoNum type="arabicPeriod"/>
                </a:pPr>
                <a:r>
                  <a:rPr lang="en-US" sz="900" dirty="0">
                    <a:solidFill>
                      <a:schemeClr val="tx1"/>
                    </a:solidFill>
                    <a:effectLst/>
                    <a:latin typeface="+mn-lt"/>
                  </a:rPr>
                  <a:t>Choose “Change Graphic” and then the corresponding source where the image is located</a:t>
                </a:r>
                <a:endParaRPr lang="en-US" sz="900" dirty="0">
                  <a:solidFill>
                    <a:schemeClr val="tx1"/>
                  </a:solidFill>
                  <a:latin typeface="+mn-lt"/>
                </a:endParaRPr>
              </a:p>
            </p:txBody>
          </p:sp>
          <p:sp>
            <p:nvSpPr>
              <p:cNvPr id="17" name="TextBox 16">
                <a:extLst>
                  <a:ext uri="{FF2B5EF4-FFF2-40B4-BE49-F238E27FC236}">
                    <a16:creationId xmlns:a16="http://schemas.microsoft.com/office/drawing/2014/main" id="{3897B499-1D33-E5D5-0BEA-99EF3B0FB39E}"/>
                  </a:ext>
                </a:extLst>
              </p:cNvPr>
              <p:cNvSpPr txBox="1"/>
              <p:nvPr userDrawn="1"/>
            </p:nvSpPr>
            <p:spPr bwMode="gray">
              <a:xfrm>
                <a:off x="-1824880" y="5813729"/>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dirty="0">
                    <a:solidFill>
                      <a:schemeClr val="tx1"/>
                    </a:solidFill>
                    <a:effectLst/>
                    <a:latin typeface="+mn-lt"/>
                  </a:rPr>
                  <a:t>Now the image has </a:t>
                </a:r>
                <a:br>
                  <a:rPr lang="en-US" sz="900" dirty="0">
                    <a:solidFill>
                      <a:schemeClr val="tx1"/>
                    </a:solidFill>
                    <a:effectLst/>
                    <a:latin typeface="+mn-lt"/>
                  </a:rPr>
                </a:br>
                <a:r>
                  <a:rPr lang="en-US" sz="900" dirty="0">
                    <a:solidFill>
                      <a:schemeClr val="tx1"/>
                    </a:solidFill>
                    <a:effectLst/>
                    <a:latin typeface="+mn-lt"/>
                  </a:rPr>
                  <a:t>been loaded into the </a:t>
                </a:r>
                <a:br>
                  <a:rPr lang="en-US" sz="900" dirty="0">
                    <a:solidFill>
                      <a:schemeClr val="tx1"/>
                    </a:solidFill>
                    <a:effectLst/>
                    <a:latin typeface="+mn-lt"/>
                  </a:rPr>
                </a:br>
                <a:r>
                  <a:rPr lang="en-US" sz="900" dirty="0">
                    <a:solidFill>
                      <a:schemeClr val="tx1"/>
                    </a:solidFill>
                    <a:effectLst/>
                    <a:latin typeface="+mn-lt"/>
                  </a:rPr>
                  <a:t>placeholder.</a:t>
                </a:r>
                <a:endParaRPr lang="en-US" sz="900" dirty="0">
                  <a:solidFill>
                    <a:schemeClr val="tx1"/>
                  </a:solidFill>
                  <a:latin typeface="+mn-lt"/>
                </a:endParaRPr>
              </a:p>
            </p:txBody>
          </p:sp>
        </p:grpSp>
        <p:pic>
          <p:nvPicPr>
            <p:cNvPr id="4" name="Picture 3">
              <a:extLst>
                <a:ext uri="{FF2B5EF4-FFF2-40B4-BE49-F238E27FC236}">
                  <a16:creationId xmlns:a16="http://schemas.microsoft.com/office/drawing/2014/main" id="{5FB3C7A1-D163-DF39-DAA9-23A5F759D25C}"/>
                </a:ext>
              </a:extLst>
            </p:cNvPr>
            <p:cNvPicPr>
              <a:picLocks noChangeAspect="1"/>
            </p:cNvPicPr>
            <p:nvPr userDrawn="1"/>
          </p:nvPicPr>
          <p:blipFill>
            <a:blip r:embed="rId3"/>
            <a:stretch>
              <a:fillRect/>
            </a:stretch>
          </p:blipFill>
          <p:spPr>
            <a:xfrm>
              <a:off x="-1752872" y="2087812"/>
              <a:ext cx="1080120" cy="984668"/>
            </a:xfrm>
            <a:prstGeom prst="rect">
              <a:avLst/>
            </a:prstGeom>
          </p:spPr>
        </p:pic>
      </p:grpSp>
    </p:spTree>
    <p:extLst>
      <p:ext uri="{BB962C8B-B14F-4D97-AF65-F5344CB8AC3E}">
        <p14:creationId xmlns:p14="http://schemas.microsoft.com/office/powerpoint/2010/main" val="1293466420"/>
      </p:ext>
    </p:extLst>
  </p:cSld>
  <p:clrMapOvr>
    <a:masterClrMapping/>
  </p:clrMapOvr>
  <p:extLst>
    <p:ext uri="{DCECCB84-F9BA-43D5-87BE-67443E8EF086}">
      <p15:sldGuideLst xmlns:p15="http://schemas.microsoft.com/office/powerpoint/2012/main">
        <p15:guide id="1" pos="3931" userDrawn="1">
          <p15:clr>
            <a:srgbClr val="FBAE40"/>
          </p15:clr>
        </p15:guide>
        <p15:guide id="2" orient="horz" pos="2137" userDrawn="1">
          <p15:clr>
            <a:srgbClr val="FBAE40"/>
          </p15:clr>
        </p15:guide>
        <p15:guide id="3" orient="horz" pos="1434" userDrawn="1">
          <p15:clr>
            <a:srgbClr val="FBAE40"/>
          </p15:clr>
        </p15:guide>
        <p15:guide id="4" pos="3749" userDrawn="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Disclaimer">
    <p:spTree>
      <p:nvGrpSpPr>
        <p:cNvPr id="1" name=""/>
        <p:cNvGrpSpPr/>
        <p:nvPr/>
      </p:nvGrpSpPr>
      <p:grpSpPr>
        <a:xfrm>
          <a:off x="0" y="0"/>
          <a:ext cx="0" cy="0"/>
          <a:chOff x="0" y="0"/>
          <a:chExt cx="0" cy="0"/>
        </a:xfrm>
      </p:grpSpPr>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t>RISW 2026</a:t>
            </a:r>
            <a:endParaRPr lang="en-US" dirty="0"/>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dirty="0"/>
          </a:p>
        </p:txBody>
      </p:sp>
      <p:sp>
        <p:nvSpPr>
          <p:cNvPr id="2" name="Rechteck 1">
            <a:extLst>
              <a:ext uri="{FF2B5EF4-FFF2-40B4-BE49-F238E27FC236}">
                <a16:creationId xmlns:a16="http://schemas.microsoft.com/office/drawing/2014/main" id="{3341D3C2-8E8C-C888-7E53-E3465CB0DDEB}"/>
              </a:ext>
            </a:extLst>
          </p:cNvPr>
          <p:cNvSpPr/>
          <p:nvPr userDrawn="1"/>
        </p:nvSpPr>
        <p:spPr bwMode="gray">
          <a:xfrm>
            <a:off x="479425" y="476250"/>
            <a:ext cx="11233150" cy="720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US" sz="2500" b="1" dirty="0">
                <a:solidFill>
                  <a:schemeClr val="bg2"/>
                </a:solidFill>
                <a:latin typeface="+mj-lt"/>
              </a:rPr>
              <a:t>Thank you!</a:t>
            </a:r>
          </a:p>
        </p:txBody>
      </p:sp>
      <p:sp>
        <p:nvSpPr>
          <p:cNvPr id="6" name="Inhaltsplatzhalter 18">
            <a:extLst>
              <a:ext uri="{FF2B5EF4-FFF2-40B4-BE49-F238E27FC236}">
                <a16:creationId xmlns:a16="http://schemas.microsoft.com/office/drawing/2014/main" id="{DDE0E452-5F2C-BB59-8DE7-874CECE76ABE}"/>
              </a:ext>
            </a:extLst>
          </p:cNvPr>
          <p:cNvSpPr txBox="1">
            <a:spLocks/>
          </p:cNvSpPr>
          <p:nvPr userDrawn="1"/>
        </p:nvSpPr>
        <p:spPr bwMode="gray">
          <a:xfrm>
            <a:off x="479425" y="1916832"/>
            <a:ext cx="6120631" cy="3456384"/>
          </a:xfrm>
          <a:prstGeom prst="rect">
            <a:avLst/>
          </a:prstGeom>
        </p:spPr>
        <p:txBody>
          <a:bodyPr vert="horz" lIns="0" tIns="0" rIns="0" bIns="0" numCol="1" spcCol="28800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spcAft>
                <a:spcPts val="1200"/>
              </a:spcAft>
              <a:buFont typeface="Arial" panose="020B0604020202020204" pitchFamily="34" charset="0"/>
              <a:buNone/>
            </a:pPr>
            <a:r>
              <a:rPr lang="en-US" sz="1400"/>
              <a:t>This presentation and its contents are property of Boehringer Ingelheim and are, inter alia, protected by copyright law. Complete or partial passing on to third parties as well as copying, reproduction, publication or any other use by third parties is not permitted.</a:t>
            </a:r>
            <a:endParaRPr lang="en-US" sz="1400" dirty="0"/>
          </a:p>
        </p:txBody>
      </p:sp>
      <p:sp>
        <p:nvSpPr>
          <p:cNvPr id="10" name="Inhaltsplatzhalter 18">
            <a:extLst>
              <a:ext uri="{FF2B5EF4-FFF2-40B4-BE49-F238E27FC236}">
                <a16:creationId xmlns:a16="http://schemas.microsoft.com/office/drawing/2014/main" id="{7FF0A3E9-BBDF-2079-1E3B-71A2C0AF8B14}"/>
              </a:ext>
            </a:extLst>
          </p:cNvPr>
          <p:cNvSpPr txBox="1">
            <a:spLocks/>
          </p:cNvSpPr>
          <p:nvPr userDrawn="1"/>
        </p:nvSpPr>
        <p:spPr bwMode="gray">
          <a:xfrm>
            <a:off x="475503" y="5697252"/>
            <a:ext cx="8892000" cy="252698"/>
          </a:xfrm>
          <a:prstGeom prst="rect">
            <a:avLst/>
          </a:prstGeom>
        </p:spPr>
        <p:txBody>
          <a:bodyPr vert="horz" lIns="0" tIns="0" rIns="0" bIns="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Font typeface="Arial" panose="020B0604020202020204" pitchFamily="34" charset="0"/>
              <a:buNone/>
            </a:pPr>
            <a:r>
              <a:rPr lang="en-US" sz="1400" dirty="0"/>
              <a:t> </a:t>
            </a:r>
          </a:p>
        </p:txBody>
      </p:sp>
      <p:sp>
        <p:nvSpPr>
          <p:cNvPr id="11" name="Inhaltsplatzhalter 18">
            <a:extLst>
              <a:ext uri="{FF2B5EF4-FFF2-40B4-BE49-F238E27FC236}">
                <a16:creationId xmlns:a16="http://schemas.microsoft.com/office/drawing/2014/main" id="{74AA0B8D-5EC8-118E-FABE-831281106603}"/>
              </a:ext>
            </a:extLst>
          </p:cNvPr>
          <p:cNvSpPr txBox="1">
            <a:spLocks/>
          </p:cNvSpPr>
          <p:nvPr userDrawn="1"/>
        </p:nvSpPr>
        <p:spPr bwMode="gray">
          <a:xfrm>
            <a:off x="475503" y="1412875"/>
            <a:ext cx="5436555" cy="180020"/>
          </a:xfrm>
          <a:prstGeom prst="rect">
            <a:avLst/>
          </a:prstGeom>
        </p:spPr>
        <p:txBody>
          <a:bodyPr vert="horz" lIns="0" tIns="0" rIns="0" bIns="0" rtlCol="0" anchor="b" anchorCtr="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buFont typeface="Arial" panose="020B0604020202020204" pitchFamily="34" charset="0"/>
              <a:buNone/>
            </a:pPr>
            <a:r>
              <a:rPr lang="en-US" sz="900" dirty="0"/>
              <a:t>© </a:t>
            </a:r>
            <a:fld id="{2F99CDBD-C73A-474F-91D2-EC8081FF32A1}" type="datetimeyyyy">
              <a:rPr lang="en-US" sz="900" smtClean="0"/>
              <a:t>2026</a:t>
            </a:fld>
            <a:r>
              <a:rPr lang="en-US" sz="900" dirty="0"/>
              <a:t> Boehringer Ingelheim International GmbH. All rights reserved.</a:t>
            </a:r>
          </a:p>
        </p:txBody>
      </p:sp>
    </p:spTree>
    <p:extLst>
      <p:ext uri="{BB962C8B-B14F-4D97-AF65-F5344CB8AC3E}">
        <p14:creationId xmlns:p14="http://schemas.microsoft.com/office/powerpoint/2010/main" val="3131020907"/>
      </p:ext>
    </p:extLst>
  </p:cSld>
  <p:clrMapOvr>
    <a:masterClrMapping/>
  </p:clrMapOvr>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One content dark Outro">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solidFill>
                  <a:schemeClr val="tx2"/>
                </a:solidFill>
              </a:defRPr>
            </a:lvl1pPr>
          </a:lstStyle>
          <a:p>
            <a:r>
              <a:rPr lang="en-US" dirty="0"/>
              <a:t>Add Title</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799" b="0">
                <a:solidFill>
                  <a:schemeClr val="bg1"/>
                </a:solidFill>
              </a:defRPr>
            </a:lvl1pPr>
            <a:lvl2pPr marL="0" indent="0">
              <a:lnSpc>
                <a:spcPct val="100000"/>
              </a:lnSpc>
              <a:spcBef>
                <a:spcPts val="0"/>
              </a:spcBef>
              <a:spcAft>
                <a:spcPts val="0"/>
              </a:spcAft>
              <a:buFont typeface="Arial" panose="020B0604020202020204" pitchFamily="34" charset="0"/>
              <a:buNone/>
              <a:defRPr sz="799" b="0">
                <a:solidFill>
                  <a:schemeClr val="bg1"/>
                </a:solidFill>
              </a:defRPr>
            </a:lvl2pPr>
            <a:lvl3pPr marL="0" indent="0">
              <a:lnSpc>
                <a:spcPct val="100000"/>
              </a:lnSpc>
              <a:spcBef>
                <a:spcPts val="0"/>
              </a:spcBef>
              <a:spcAft>
                <a:spcPts val="0"/>
              </a:spcAft>
              <a:buNone/>
              <a:defRPr sz="799" b="0">
                <a:solidFill>
                  <a:schemeClr val="bg1"/>
                </a:solidFill>
              </a:defRPr>
            </a:lvl3pPr>
            <a:lvl4pPr marL="0" indent="0">
              <a:lnSpc>
                <a:spcPct val="100000"/>
              </a:lnSpc>
              <a:spcBef>
                <a:spcPts val="0"/>
              </a:spcBef>
              <a:spcAft>
                <a:spcPts val="0"/>
              </a:spcAft>
              <a:buNone/>
              <a:defRPr sz="799" b="0">
                <a:solidFill>
                  <a:schemeClr val="bg1"/>
                </a:solidFill>
              </a:defRPr>
            </a:lvl4pPr>
            <a:lvl5pPr marL="0" indent="0">
              <a:lnSpc>
                <a:spcPct val="100000"/>
              </a:lnSpc>
              <a:spcBef>
                <a:spcPts val="0"/>
              </a:spcBef>
              <a:spcAft>
                <a:spcPts val="0"/>
              </a:spcAft>
              <a:buNone/>
              <a:defRPr sz="799" b="0">
                <a:solidFill>
                  <a:schemeClr val="bg1"/>
                </a:solidFill>
              </a:defRPr>
            </a:lvl5pPr>
            <a:lvl6pPr marL="0" indent="0">
              <a:lnSpc>
                <a:spcPct val="100000"/>
              </a:lnSpc>
              <a:spcBef>
                <a:spcPts val="0"/>
              </a:spcBef>
              <a:spcAft>
                <a:spcPts val="0"/>
              </a:spcAft>
              <a:buNone/>
              <a:defRPr sz="799" b="0">
                <a:solidFill>
                  <a:schemeClr val="bg1"/>
                </a:solidFill>
              </a:defRPr>
            </a:lvl6pPr>
            <a:lvl7pPr marL="0" indent="0">
              <a:lnSpc>
                <a:spcPct val="100000"/>
              </a:lnSpc>
              <a:spcBef>
                <a:spcPts val="0"/>
              </a:spcBef>
              <a:spcAft>
                <a:spcPts val="0"/>
              </a:spcAft>
              <a:buNone/>
              <a:defRPr sz="799" b="0">
                <a:solidFill>
                  <a:schemeClr val="bg1"/>
                </a:solidFill>
              </a:defRPr>
            </a:lvl7pPr>
            <a:lvl8pPr marL="0" indent="0">
              <a:lnSpc>
                <a:spcPct val="100000"/>
              </a:lnSpc>
              <a:spcBef>
                <a:spcPts val="0"/>
              </a:spcBef>
              <a:spcAft>
                <a:spcPts val="0"/>
              </a:spcAft>
              <a:buNone/>
              <a:defRPr sz="799" b="0">
                <a:solidFill>
                  <a:schemeClr val="bg1"/>
                </a:solidFill>
              </a:defRPr>
            </a:lvl8pPr>
            <a:lvl9pPr marL="0" indent="0">
              <a:lnSpc>
                <a:spcPct val="100000"/>
              </a:lnSpc>
              <a:spcBef>
                <a:spcPts val="0"/>
              </a:spcBef>
              <a:spcAft>
                <a:spcPts val="0"/>
              </a:spcAft>
              <a:buNone/>
              <a:defRPr sz="799" b="0">
                <a:solidFill>
                  <a:schemeClr val="bg1"/>
                </a:solidFill>
              </a:defRPr>
            </a:lvl9pPr>
          </a:lstStyle>
          <a:p>
            <a:pPr lvl="0"/>
            <a:r>
              <a:rPr lang="en-US" dirty="0"/>
              <a:t>Footnote/Source</a:t>
            </a:r>
          </a:p>
        </p:txBody>
      </p:sp>
      <p:pic>
        <p:nvPicPr>
          <p:cNvPr id="6" name="Grafik 5">
            <a:extLst>
              <a:ext uri="{FF2B5EF4-FFF2-40B4-BE49-F238E27FC236}">
                <a16:creationId xmlns:a16="http://schemas.microsoft.com/office/drawing/2014/main" id="{655943AA-9582-D43E-426E-499CC57E5187}"/>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5" y="6165001"/>
            <a:ext cx="1234800" cy="372727"/>
          </a:xfrm>
          <a:prstGeom prst="rect">
            <a:avLst/>
          </a:prstGeom>
        </p:spPr>
      </p:pic>
    </p:spTree>
    <p:extLst>
      <p:ext uri="{BB962C8B-B14F-4D97-AF65-F5344CB8AC3E}">
        <p14:creationId xmlns:p14="http://schemas.microsoft.com/office/powerpoint/2010/main" val="262569994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cSld name="MASTER">
    <p:bg>
      <p:bgPr>
        <a:solidFill>
          <a:srgbClr val="061A2E"/>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7C4C8"/>
          </a:solidFill>
          <a:ln w="12700">
            <a:solidFill>
              <a:srgbClr val="27C4C8"/>
            </a:solidFill>
            <a:prstDash val="solid"/>
          </a:ln>
        </p:spPr>
      </p:sp>
      <p:sp>
        <p:nvSpPr>
          <p:cNvPr id="3" name="Text 1"/>
          <p:cNvSpPr/>
          <p:nvPr/>
        </p:nvSpPr>
        <p:spPr>
          <a:xfrm>
            <a:off x="228600" y="6565392"/>
            <a:ext cx="3108960" cy="109728"/>
          </a:xfrm>
          <a:prstGeom prst="rect">
            <a:avLst/>
          </a:prstGeom>
          <a:noFill/>
          <a:ln/>
        </p:spPr>
        <p:txBody>
          <a:bodyPr wrap="square" lIns="0" tIns="0" rIns="0" bIns="0" rtlCol="0" anchor="ctr"/>
          <a:lstStyle/>
          <a:p>
            <a:pPr marL="0" indent="0">
              <a:buNone/>
            </a:pPr>
            <a:r>
              <a:rPr lang="en-US" sz="550" kern="0" spc="110">
                <a:solidFill>
                  <a:srgbClr val="A2B7C6"/>
                </a:solidFill>
                <a:latin typeface="Aptos" pitchFamily="34" charset="0"/>
                <a:ea typeface="Aptos" pitchFamily="34" charset="-122"/>
                <a:cs typeface="Aptos" pitchFamily="34" charset="-120"/>
              </a:rPr>
              <a:t>EFFICIENCY+ / EXTERNAL LANDSCAPE</a:t>
            </a:r>
            <a:endParaRPr lang="en-US" sz="550"/>
          </a:p>
        </p:txBody>
      </p:sp>
      <p:sp>
        <p:nvSpPr>
          <p:cNvPr id="4" name="Text 2"/>
          <p:cNvSpPr/>
          <p:nvPr/>
        </p:nvSpPr>
        <p:spPr>
          <a:xfrm>
            <a:off x="10561320" y="6565392"/>
            <a:ext cx="1371600" cy="109728"/>
          </a:xfrm>
          <a:prstGeom prst="rect">
            <a:avLst/>
          </a:prstGeom>
          <a:noFill/>
          <a:ln/>
        </p:spPr>
        <p:txBody>
          <a:bodyPr wrap="square" lIns="0" tIns="0" rIns="0" bIns="0" rtlCol="0" anchor="ctr"/>
          <a:lstStyle/>
          <a:p>
            <a:pPr marL="0" indent="0" algn="r">
              <a:buNone/>
            </a:pPr>
            <a:r>
              <a:rPr lang="en-US" sz="550">
                <a:solidFill>
                  <a:srgbClr val="A2B7C6"/>
                </a:solidFill>
                <a:latin typeface="Aptos" pitchFamily="34" charset="0"/>
                <a:ea typeface="Aptos" pitchFamily="34" charset="-122"/>
                <a:cs typeface="Aptos" pitchFamily="34" charset="-120"/>
              </a:rPr>
              <a:t>September 2026   |   1</a:t>
            </a:r>
            <a:endParaRPr lang="en-US" sz="550"/>
          </a:p>
        </p:txBody>
      </p:sp>
      <p:sp>
        <p:nvSpPr>
          <p:cNvPr id="25" name="Slide Number Placeholder 0"/>
          <p:cNvSpPr>
            <a:spLocks noGrp="1"/>
          </p:cNvSpPr>
          <p:nvPr>
            <p:ph type="sldNum" sz="quarter" idx="4294967295"/>
          </p:nvPr>
        </p:nvSpPr>
        <p:spPr>
          <a:xfrm>
            <a:off x="11841480" y="6565392"/>
            <a:ext cx="800000" cy="300000"/>
          </a:xfrm>
          <a:prstGeom prst="rect">
            <a:avLst/>
          </a:prstGeom>
          <a:extLst>
            <a:ext uri="{C572A759-6A51-4108-AA02-DFA0A04FC94B}">
              <ma14:wrappingTextBoxFlag xmlns="" xmlns:ma14="http://schemas.microsoft.com/office/mac/drawingml/2011/main" val="0"/>
            </a:ext>
          </a:extLst>
        </p:spPr>
        <p:txBody>
          <a:bodyPr/>
          <a:lstStyle>
            <a:lvl1pPr>
              <a:defRPr sz="550">
                <a:solidFill>
                  <a:srgbClr val="A2B7C6"/>
                </a:solidFill>
                <a:latin typeface="Aptos"/>
                <a:ea typeface="Aptos"/>
                <a:cs typeface="Aptos"/>
              </a:defRPr>
            </a:lvl1pPr>
          </a:lstStyle>
          <a:p>
            <a:pPr algn="l"/>
            <a:fld id="{F7021451-1387-4CA6-816F-3879F97B5CBC}" type="slidenum">
              <a:rPr lang="en-US" b="0"/>
              <a:t>‹#›</a:t>
            </a:fld>
            <a:endParaRPr lang="en-US"/>
          </a:p>
        </p:txBody>
      </p:sp>
    </p:spTree>
    <p:extLst>
      <p:ext uri="{BB962C8B-B14F-4D97-AF65-F5344CB8AC3E}">
        <p14:creationId xmlns:p14="http://schemas.microsoft.com/office/powerpoint/2010/main" val="281326458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cSld name="M">
    <p:bg>
      <p:bgPr>
        <a:solidFill>
          <a:srgbClr val="071A2D"/>
        </a:solidFill>
        <a:effectLst/>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21C4C8"/>
          </a:solidFill>
          <a:ln w="12700">
            <a:solidFill>
              <a:srgbClr val="21C4C8"/>
            </a:solidFill>
            <a:prstDash val="solid"/>
          </a:ln>
        </p:spPr>
      </p:sp>
      <p:sp>
        <p:nvSpPr>
          <p:cNvPr id="3" name="Text 1"/>
          <p:cNvSpPr/>
          <p:nvPr/>
        </p:nvSpPr>
        <p:spPr>
          <a:xfrm>
            <a:off x="502920" y="6519672"/>
            <a:ext cx="4389120" cy="146304"/>
          </a:xfrm>
          <a:prstGeom prst="rect">
            <a:avLst/>
          </a:prstGeom>
          <a:noFill/>
          <a:ln/>
        </p:spPr>
        <p:txBody>
          <a:bodyPr wrap="square" lIns="0" tIns="0" rIns="0" bIns="0" rtlCol="0" anchor="ctr"/>
          <a:lstStyle/>
          <a:p>
            <a:pPr marL="0" indent="0">
              <a:buNone/>
            </a:pPr>
            <a:r>
              <a:rPr lang="en-US" sz="800" kern="0" spc="110">
                <a:solidFill>
                  <a:srgbClr val="8CA9BA"/>
                </a:solidFill>
                <a:latin typeface="Aptos" pitchFamily="34" charset="0"/>
                <a:ea typeface="Aptos" pitchFamily="34" charset="-122"/>
                <a:cs typeface="Aptos" pitchFamily="34" charset="-120"/>
              </a:rPr>
              <a:t>EFFICIENCY+ | BIOSTATISTICS AS A DESIGN ENGINE</a:t>
            </a:r>
            <a:endParaRPr lang="en-US" sz="800"/>
          </a:p>
        </p:txBody>
      </p:sp>
      <p:sp>
        <p:nvSpPr>
          <p:cNvPr id="4" name="Text 2"/>
          <p:cNvSpPr/>
          <p:nvPr/>
        </p:nvSpPr>
        <p:spPr>
          <a:xfrm>
            <a:off x="8778240" y="6519672"/>
            <a:ext cx="2788920" cy="146304"/>
          </a:xfrm>
          <a:prstGeom prst="rect">
            <a:avLst/>
          </a:prstGeom>
          <a:noFill/>
          <a:ln/>
        </p:spPr>
        <p:txBody>
          <a:bodyPr wrap="square" lIns="0" tIns="0" rIns="0" bIns="0" rtlCol="0" anchor="ctr"/>
          <a:lstStyle/>
          <a:p>
            <a:pPr marL="0" indent="0" algn="r">
              <a:buNone/>
            </a:pPr>
            <a:r>
              <a:rPr lang="en-US" sz="800">
                <a:solidFill>
                  <a:srgbClr val="8CA9BA"/>
                </a:solidFill>
                <a:latin typeface="Aptos" pitchFamily="34" charset="0"/>
                <a:ea typeface="Aptos" pitchFamily="34" charset="-122"/>
                <a:cs typeface="Aptos" pitchFamily="34" charset="-120"/>
              </a:rPr>
              <a:t>Peer-reviewed evidence | full references in notes</a:t>
            </a:r>
            <a:endParaRPr lang="en-US" sz="800"/>
          </a:p>
        </p:txBody>
      </p:sp>
      <p:sp>
        <p:nvSpPr>
          <p:cNvPr id="25" name="Slide Number Placeholder 0"/>
          <p:cNvSpPr>
            <a:spLocks noGrp="1"/>
          </p:cNvSpPr>
          <p:nvPr>
            <p:ph type="sldNum" sz="quarter" idx="4294967295"/>
          </p:nvPr>
        </p:nvSpPr>
        <p:spPr>
          <a:xfrm>
            <a:off x="11759184" y="6501384"/>
            <a:ext cx="800000" cy="300000"/>
          </a:xfrm>
          <a:prstGeom prst="rect">
            <a:avLst/>
          </a:prstGeom>
          <a:extLst>
            <a:ext uri="{C572A759-6A51-4108-AA02-DFA0A04FC94B}">
              <ma14:wrappingTextBoxFlag xmlns="" xmlns:ma14="http://schemas.microsoft.com/office/mac/drawingml/2011/main" val="0"/>
            </a:ext>
          </a:extLst>
        </p:spPr>
        <p:txBody>
          <a:bodyPr/>
          <a:lstStyle>
            <a:lvl1pPr>
              <a:defRPr sz="800">
                <a:solidFill>
                  <a:srgbClr val="8CA9BA"/>
                </a:solidFill>
                <a:latin typeface="Aptos"/>
                <a:ea typeface="Aptos"/>
                <a:cs typeface="Aptos"/>
              </a:defRPr>
            </a:lvl1pPr>
          </a:lstStyle>
          <a:p>
            <a:pPr algn="l"/>
            <a:fld id="{F7021451-1387-4CA6-816F-3879F97B5CBC}" type="slidenum">
              <a:rPr lang="en-US" b="0"/>
              <a:t>‹#›</a:t>
            </a:fld>
            <a:endParaRPr lang="en-US"/>
          </a:p>
        </p:txBody>
      </p:sp>
    </p:spTree>
    <p:extLst>
      <p:ext uri="{BB962C8B-B14F-4D97-AF65-F5344CB8AC3E}">
        <p14:creationId xmlns:p14="http://schemas.microsoft.com/office/powerpoint/2010/main" val="306336609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56889990"/>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image" Target="../media/image1.svg"/><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bwMode="gray">
          <a:xfrm>
            <a:off x="479424" y="477000"/>
            <a:ext cx="11233151" cy="720000"/>
          </a:xfrm>
          <a:prstGeom prst="rect">
            <a:avLst/>
          </a:prstGeom>
        </p:spPr>
        <p:txBody>
          <a:bodyPr vert="horz" lIns="0" tIns="0" rIns="0" bIns="0" rtlCol="0" anchor="t">
            <a:noAutofit/>
          </a:bodyPr>
          <a:lstStyle/>
          <a:p>
            <a:r>
              <a:rPr lang="en-US" dirty="0"/>
              <a:t>Add Title</a:t>
            </a:r>
          </a:p>
        </p:txBody>
      </p:sp>
      <p:sp>
        <p:nvSpPr>
          <p:cNvPr id="3" name="Textplatzhalter 2"/>
          <p:cNvSpPr>
            <a:spLocks noGrp="1"/>
          </p:cNvSpPr>
          <p:nvPr>
            <p:ph type="body" idx="1"/>
          </p:nvPr>
        </p:nvSpPr>
        <p:spPr bwMode="gray">
          <a:xfrm>
            <a:off x="479473" y="1413280"/>
            <a:ext cx="11233151" cy="4536000"/>
          </a:xfrm>
          <a:prstGeom prst="rect">
            <a:avLst/>
          </a:prstGeom>
        </p:spPr>
        <p:txBody>
          <a:bodyPr vert="horz" lIns="0" tIns="0" rIns="0" bIns="0" rtlCol="0">
            <a:noAutofit/>
          </a:bodyPr>
          <a:lstStyle/>
          <a:p>
            <a:pPr lvl="0"/>
            <a:r>
              <a:rPr lang="en-US" dirty="0"/>
              <a:t>Edit text by clicking. Use the "Increase/decrease list level" buttons on the Start tab to switch between the set up text levels. For an optional subheading, set the text in bold.</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5" name="Fußzeilenplatzhalter 4"/>
          <p:cNvSpPr>
            <a:spLocks noGrp="1"/>
          </p:cNvSpPr>
          <p:nvPr>
            <p:ph type="ftr" sz="quarter" idx="3"/>
          </p:nvPr>
        </p:nvSpPr>
        <p:spPr bwMode="gray">
          <a:xfrm>
            <a:off x="6312024" y="6246836"/>
            <a:ext cx="5040560" cy="288000"/>
          </a:xfrm>
          <a:prstGeom prst="rect">
            <a:avLst/>
          </a:prstGeom>
        </p:spPr>
        <p:txBody>
          <a:bodyPr vert="horz" lIns="0" tIns="0" rIns="0" bIns="0" rtlCol="0" anchor="b">
            <a:noAutofit/>
          </a:bodyPr>
          <a:lstStyle>
            <a:lvl1pPr marL="0" indent="0" algn="r">
              <a:spcAft>
                <a:spcPts val="300"/>
              </a:spcAft>
              <a:defRPr sz="800">
                <a:solidFill>
                  <a:schemeClr val="bg2"/>
                </a:solidFill>
              </a:defRPr>
            </a:lvl1pPr>
            <a:lvl2pPr marL="0" indent="0" algn="l">
              <a:defRPr sz="800"/>
            </a:lvl2pPr>
            <a:lvl3pPr marL="0" indent="0" algn="l">
              <a:defRPr sz="800"/>
            </a:lvl3pPr>
            <a:lvl4pPr marL="0" indent="0" algn="l">
              <a:defRPr sz="800"/>
            </a:lvl4pPr>
            <a:lvl5pPr marL="0" indent="0" algn="l">
              <a:defRPr sz="800"/>
            </a:lvl5pPr>
            <a:lvl6pPr marL="0" indent="0" algn="l">
              <a:defRPr sz="800"/>
            </a:lvl6pPr>
            <a:lvl7pPr marL="0" indent="0" algn="l">
              <a:defRPr sz="800"/>
            </a:lvl7pPr>
            <a:lvl8pPr marL="0" indent="0" algn="l">
              <a:defRPr sz="800"/>
            </a:lvl8pPr>
            <a:lvl9pPr marL="0" indent="0" algn="l">
              <a:defRPr sz="800"/>
            </a:lvl9pPr>
          </a:lstStyle>
          <a:p>
            <a:r>
              <a:rPr lang="en-US"/>
              <a:t>RISW 2026</a:t>
            </a:r>
            <a:endParaRPr lang="en-US" dirty="0"/>
          </a:p>
        </p:txBody>
      </p:sp>
      <p:sp>
        <p:nvSpPr>
          <p:cNvPr id="6" name="Foliennummernplatzhalter 5"/>
          <p:cNvSpPr>
            <a:spLocks noGrp="1"/>
          </p:cNvSpPr>
          <p:nvPr>
            <p:ph type="sldNum" sz="quarter" idx="4"/>
          </p:nvPr>
        </p:nvSpPr>
        <p:spPr bwMode="gray">
          <a:xfrm>
            <a:off x="11424592" y="6246836"/>
            <a:ext cx="288000" cy="288000"/>
          </a:xfrm>
          <a:prstGeom prst="rect">
            <a:avLst/>
          </a:prstGeom>
        </p:spPr>
        <p:txBody>
          <a:bodyPr vert="horz" lIns="0" tIns="0" rIns="0" bIns="0" rtlCol="0" anchor="b">
            <a:noAutofit/>
          </a:bodyPr>
          <a:lstStyle>
            <a:lvl1pPr algn="r">
              <a:defRPr sz="800">
                <a:solidFill>
                  <a:schemeClr val="bg2"/>
                </a:solidFill>
              </a:defRPr>
            </a:lvl1pPr>
          </a:lstStyle>
          <a:p>
            <a:fld id="{DF4E8F9F-5B1F-4F5B-BE49-3245D8C18D9F}" type="slidenum">
              <a:rPr lang="en-US" smtClean="0"/>
              <a:pPr/>
              <a:t>‹#›</a:t>
            </a:fld>
            <a:endParaRPr lang="en-US" dirty="0"/>
          </a:p>
        </p:txBody>
      </p:sp>
      <p:grpSp>
        <p:nvGrpSpPr>
          <p:cNvPr id="2082" name="Gruppieren 2081">
            <a:extLst>
              <a:ext uri="{FF2B5EF4-FFF2-40B4-BE49-F238E27FC236}">
                <a16:creationId xmlns:a16="http://schemas.microsoft.com/office/drawing/2014/main" id="{541D1760-5727-61F0-8478-5E672791C3A5}"/>
              </a:ext>
            </a:extLst>
          </p:cNvPr>
          <p:cNvGrpSpPr/>
          <p:nvPr userDrawn="1"/>
        </p:nvGrpSpPr>
        <p:grpSpPr bwMode="gray">
          <a:xfrm>
            <a:off x="480000" y="-171400"/>
            <a:ext cx="11232624" cy="72000"/>
            <a:chOff x="480000" y="-171400"/>
            <a:chExt cx="11232624" cy="72000"/>
          </a:xfrm>
        </p:grpSpPr>
        <p:cxnSp>
          <p:nvCxnSpPr>
            <p:cNvPr id="13" name="Gerader Verbinder 12"/>
            <p:cNvCxnSpPr/>
            <p:nvPr userDrawn="1"/>
          </p:nvCxnSpPr>
          <p:spPr bwMode="gray">
            <a:xfrm>
              <a:off x="48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Gerader Verbinder 13"/>
            <p:cNvCxnSpPr>
              <a:cxnSpLocks/>
            </p:cNvCxnSpPr>
            <p:nvPr userDrawn="1"/>
          </p:nvCxnSpPr>
          <p:spPr bwMode="gray">
            <a:xfrm>
              <a:off x="4043376"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Gerader Verbinder 14"/>
            <p:cNvCxnSpPr>
              <a:cxnSpLocks/>
            </p:cNvCxnSpPr>
            <p:nvPr userDrawn="1"/>
          </p:nvCxnSpPr>
          <p:spPr bwMode="gray">
            <a:xfrm>
              <a:off x="4331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Gerader Verbinder 15"/>
            <p:cNvCxnSpPr/>
            <p:nvPr userDrawn="1"/>
          </p:nvCxnSpPr>
          <p:spPr bwMode="gray">
            <a:xfrm>
              <a:off x="5952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Gerader Verbinder 16"/>
            <p:cNvCxnSpPr/>
            <p:nvPr userDrawn="1"/>
          </p:nvCxnSpPr>
          <p:spPr bwMode="gray">
            <a:xfrm>
              <a:off x="624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Gerader Verbinder 17"/>
            <p:cNvCxnSpPr>
              <a:cxnSpLocks/>
            </p:cNvCxnSpPr>
            <p:nvPr userDrawn="1"/>
          </p:nvCxnSpPr>
          <p:spPr bwMode="gray">
            <a:xfrm>
              <a:off x="7859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Gerader Verbinder 18"/>
            <p:cNvCxnSpPr>
              <a:cxnSpLocks/>
            </p:cNvCxnSpPr>
            <p:nvPr userDrawn="1"/>
          </p:nvCxnSpPr>
          <p:spPr bwMode="gray">
            <a:xfrm>
              <a:off x="8148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Gerader Verbinder 19"/>
            <p:cNvCxnSpPr/>
            <p:nvPr userDrawn="1"/>
          </p:nvCxnSpPr>
          <p:spPr bwMode="gray">
            <a:xfrm>
              <a:off x="11712624"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5" name="Gruppieren 24"/>
          <p:cNvGrpSpPr/>
          <p:nvPr userDrawn="1"/>
        </p:nvGrpSpPr>
        <p:grpSpPr bwMode="gray">
          <a:xfrm>
            <a:off x="-168688" y="1413000"/>
            <a:ext cx="72000" cy="4536000"/>
            <a:chOff x="-456728" y="1628800"/>
            <a:chExt cx="216000" cy="4536504"/>
          </a:xfrm>
        </p:grpSpPr>
        <p:cxnSp>
          <p:nvCxnSpPr>
            <p:cNvPr id="23" name="Gerader Verbinder 22"/>
            <p:cNvCxnSpPr/>
            <p:nvPr userDrawn="1"/>
          </p:nvCxnSpPr>
          <p:spPr bwMode="gray">
            <a:xfrm>
              <a:off x="-456728" y="1628800"/>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Gerader Verbinder 23"/>
            <p:cNvCxnSpPr/>
            <p:nvPr userDrawn="1"/>
          </p:nvCxnSpPr>
          <p:spPr bwMode="gray">
            <a:xfrm>
              <a:off x="-456728" y="6165304"/>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2069" name="Grafik 2068">
            <a:extLst>
              <a:ext uri="{FF2B5EF4-FFF2-40B4-BE49-F238E27FC236}">
                <a16:creationId xmlns:a16="http://schemas.microsoft.com/office/drawing/2014/main" id="{F9F7D00D-6B99-C8F0-6093-D3BE62E56953}"/>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9"/>
              </a:ext>
            </a:extLst>
          </a:blip>
          <a:stretch>
            <a:fillRect/>
          </a:stretch>
        </p:blipFill>
        <p:spPr bwMode="gray">
          <a:xfrm>
            <a:off x="479424" y="6165000"/>
            <a:ext cx="1234800" cy="372727"/>
          </a:xfrm>
          <a:prstGeom prst="rect">
            <a:avLst/>
          </a:prstGeom>
        </p:spPr>
      </p:pic>
      <p:cxnSp>
        <p:nvCxnSpPr>
          <p:cNvPr id="4" name="Gerade Verbindung mit Pfeil 3">
            <a:extLst>
              <a:ext uri="{FF2B5EF4-FFF2-40B4-BE49-F238E27FC236}">
                <a16:creationId xmlns:a16="http://schemas.microsoft.com/office/drawing/2014/main" id="{5AB7C8FB-2B45-077A-672A-E1237FC1C4B8}"/>
              </a:ext>
            </a:extLst>
          </p:cNvPr>
          <p:cNvCxnSpPr>
            <a:cxnSpLocks/>
          </p:cNvCxnSpPr>
          <p:nvPr userDrawn="1"/>
        </p:nvCxnSpPr>
        <p:spPr bwMode="gray">
          <a:xfrm>
            <a:off x="6096000" y="-308428"/>
            <a:ext cx="6096000" cy="0"/>
          </a:xfrm>
          <a:prstGeom prst="straightConnector1">
            <a:avLst/>
          </a:prstGeom>
          <a:ln w="6350">
            <a:solidFill>
              <a:schemeClr val="bg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7" name="Gerade Verbindung mit Pfeil 6">
            <a:extLst>
              <a:ext uri="{FF2B5EF4-FFF2-40B4-BE49-F238E27FC236}">
                <a16:creationId xmlns:a16="http://schemas.microsoft.com/office/drawing/2014/main" id="{8D4BD20D-A8DE-2730-8E1A-C7A964713829}"/>
              </a:ext>
            </a:extLst>
          </p:cNvPr>
          <p:cNvCxnSpPr>
            <a:cxnSpLocks/>
          </p:cNvCxnSpPr>
          <p:nvPr userDrawn="1"/>
        </p:nvCxnSpPr>
        <p:spPr bwMode="gray">
          <a:xfrm>
            <a:off x="8124825" y="-466420"/>
            <a:ext cx="4067175" cy="0"/>
          </a:xfrm>
          <a:prstGeom prst="straightConnector1">
            <a:avLst/>
          </a:prstGeom>
          <a:ln w="6350">
            <a:solidFill>
              <a:schemeClr val="bg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8" name="Gerade Verbindung mit Pfeil 7">
            <a:extLst>
              <a:ext uri="{FF2B5EF4-FFF2-40B4-BE49-F238E27FC236}">
                <a16:creationId xmlns:a16="http://schemas.microsoft.com/office/drawing/2014/main" id="{B348630B-B4E3-5FD5-D870-6A03E0FA4B08}"/>
              </a:ext>
            </a:extLst>
          </p:cNvPr>
          <p:cNvCxnSpPr>
            <a:cxnSpLocks/>
          </p:cNvCxnSpPr>
          <p:nvPr userDrawn="1"/>
        </p:nvCxnSpPr>
        <p:spPr bwMode="gray">
          <a:xfrm>
            <a:off x="10158413" y="-719682"/>
            <a:ext cx="2033587" cy="0"/>
          </a:xfrm>
          <a:prstGeom prst="straightConnector1">
            <a:avLst/>
          </a:prstGeom>
          <a:ln w="6350">
            <a:solidFill>
              <a:schemeClr val="bg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9" name="Textfeld 8">
            <a:extLst>
              <a:ext uri="{FF2B5EF4-FFF2-40B4-BE49-F238E27FC236}">
                <a16:creationId xmlns:a16="http://schemas.microsoft.com/office/drawing/2014/main" id="{5C3C62F2-C86D-241F-9B4E-83D16EB4C0C4}"/>
              </a:ext>
            </a:extLst>
          </p:cNvPr>
          <p:cNvSpPr txBox="1"/>
          <p:nvPr userDrawn="1"/>
        </p:nvSpPr>
        <p:spPr bwMode="gray">
          <a:xfrm>
            <a:off x="9033109" y="-387424"/>
            <a:ext cx="221783" cy="157992"/>
          </a:xfrm>
          <a:prstGeom prst="rect">
            <a:avLst/>
          </a:prstGeom>
          <a:solidFill>
            <a:srgbClr val="282828"/>
          </a:solidFill>
        </p:spPr>
        <p:txBody>
          <a:bodyPr wrap="none" lIns="36000" tIns="0" rIns="36000" bIns="0" rtlCol="0" anchor="ctr" anchorCtr="0">
            <a:spAutoFit/>
          </a:bodyPr>
          <a:lstStyle/>
          <a:p>
            <a:pPr marL="0" indent="0" algn="ctr">
              <a:lnSpc>
                <a:spcPct val="140000"/>
              </a:lnSpc>
              <a:buFont typeface="Arial" panose="020B0604020202020204" pitchFamily="34" charset="0"/>
              <a:buNone/>
            </a:pPr>
            <a:r>
              <a:rPr lang="de-DE" sz="800" dirty="0">
                <a:solidFill>
                  <a:schemeClr val="bg1"/>
                </a:solidFill>
              </a:rPr>
              <a:t>1:1</a:t>
            </a:r>
          </a:p>
        </p:txBody>
      </p:sp>
      <p:sp>
        <p:nvSpPr>
          <p:cNvPr id="10" name="Textfeld 9">
            <a:extLst>
              <a:ext uri="{FF2B5EF4-FFF2-40B4-BE49-F238E27FC236}">
                <a16:creationId xmlns:a16="http://schemas.microsoft.com/office/drawing/2014/main" id="{4E1CFB27-CD6F-E9C4-F487-A2DA85D53448}"/>
              </a:ext>
            </a:extLst>
          </p:cNvPr>
          <p:cNvSpPr txBox="1"/>
          <p:nvPr userDrawn="1"/>
        </p:nvSpPr>
        <p:spPr bwMode="gray">
          <a:xfrm>
            <a:off x="10047521" y="-545416"/>
            <a:ext cx="221783" cy="157992"/>
          </a:xfrm>
          <a:prstGeom prst="rect">
            <a:avLst/>
          </a:prstGeom>
          <a:solidFill>
            <a:srgbClr val="282828"/>
          </a:solidFill>
        </p:spPr>
        <p:txBody>
          <a:bodyPr wrap="none" lIns="36000" tIns="0" rIns="36000" bIns="0" rtlCol="0" anchor="ctr" anchorCtr="0">
            <a:spAutoFit/>
          </a:bodyPr>
          <a:lstStyle/>
          <a:p>
            <a:pPr marL="0" indent="0" algn="ctr">
              <a:lnSpc>
                <a:spcPct val="140000"/>
              </a:lnSpc>
              <a:buFont typeface="Arial" panose="020B0604020202020204" pitchFamily="34" charset="0"/>
              <a:buNone/>
            </a:pPr>
            <a:r>
              <a:rPr lang="de-DE" sz="800" dirty="0">
                <a:solidFill>
                  <a:schemeClr val="bg1"/>
                </a:solidFill>
              </a:rPr>
              <a:t>2:1</a:t>
            </a:r>
          </a:p>
        </p:txBody>
      </p:sp>
      <p:sp>
        <p:nvSpPr>
          <p:cNvPr id="11" name="Textfeld 10">
            <a:extLst>
              <a:ext uri="{FF2B5EF4-FFF2-40B4-BE49-F238E27FC236}">
                <a16:creationId xmlns:a16="http://schemas.microsoft.com/office/drawing/2014/main" id="{B9814EB2-CEE6-3B79-D2B8-83F5B8F76523}"/>
              </a:ext>
            </a:extLst>
          </p:cNvPr>
          <p:cNvSpPr txBox="1"/>
          <p:nvPr userDrawn="1"/>
        </p:nvSpPr>
        <p:spPr bwMode="gray">
          <a:xfrm>
            <a:off x="11064315" y="-798678"/>
            <a:ext cx="221783" cy="157992"/>
          </a:xfrm>
          <a:prstGeom prst="rect">
            <a:avLst/>
          </a:prstGeom>
          <a:solidFill>
            <a:srgbClr val="282828"/>
          </a:solidFill>
        </p:spPr>
        <p:txBody>
          <a:bodyPr wrap="none" lIns="36000" tIns="0" rIns="36000" bIns="0" rtlCol="0" anchor="ctr" anchorCtr="0">
            <a:spAutoFit/>
          </a:bodyPr>
          <a:lstStyle/>
          <a:p>
            <a:pPr marL="0" indent="0" algn="ctr">
              <a:lnSpc>
                <a:spcPct val="140000"/>
              </a:lnSpc>
              <a:buFont typeface="Arial" panose="020B0604020202020204" pitchFamily="34" charset="0"/>
              <a:buNone/>
            </a:pPr>
            <a:r>
              <a:rPr lang="de-DE" sz="800" dirty="0">
                <a:solidFill>
                  <a:schemeClr val="bg1"/>
                </a:solidFill>
              </a:rPr>
              <a:t>5:1</a:t>
            </a:r>
          </a:p>
        </p:txBody>
      </p:sp>
    </p:spTree>
    <p:extLst>
      <p:ext uri="{BB962C8B-B14F-4D97-AF65-F5344CB8AC3E}">
        <p14:creationId xmlns:p14="http://schemas.microsoft.com/office/powerpoint/2010/main" val="2536109598"/>
      </p:ext>
    </p:extLst>
  </p:cSld>
  <p:clrMap bg1="lt1" tx1="dk1" bg2="lt2" tx2="dk2" accent1="accent1" accent2="accent2" accent3="accent3" accent4="accent4" accent5="accent5" accent6="accent6" hlink="hlink" folHlink="folHlink"/>
  <p:sldLayoutIdLst>
    <p:sldLayoutId id="2147483772" r:id="rId1"/>
    <p:sldLayoutId id="2147483812" r:id="rId2"/>
    <p:sldLayoutId id="2147483786" r:id="rId3"/>
    <p:sldLayoutId id="2147483805" r:id="rId4"/>
    <p:sldLayoutId id="2147483787" r:id="rId5"/>
    <p:sldLayoutId id="2147483773" r:id="rId6"/>
    <p:sldLayoutId id="2147483804" r:id="rId7"/>
    <p:sldLayoutId id="2147483802" r:id="rId8"/>
    <p:sldLayoutId id="2147483803" r:id="rId9"/>
    <p:sldLayoutId id="2147483808" r:id="rId10"/>
    <p:sldLayoutId id="2147483775" r:id="rId11"/>
    <p:sldLayoutId id="2147483807" r:id="rId12"/>
    <p:sldLayoutId id="2147483776" r:id="rId13"/>
    <p:sldLayoutId id="2147483810" r:id="rId14"/>
    <p:sldLayoutId id="2147483809" r:id="rId15"/>
    <p:sldLayoutId id="2147483788" r:id="rId16"/>
    <p:sldLayoutId id="2147483789" r:id="rId17"/>
    <p:sldLayoutId id="2147483790" r:id="rId18"/>
    <p:sldLayoutId id="2147483791" r:id="rId19"/>
    <p:sldLayoutId id="2147483792" r:id="rId20"/>
    <p:sldLayoutId id="2147483793" r:id="rId21"/>
    <p:sldLayoutId id="2147483794" r:id="rId22"/>
    <p:sldLayoutId id="2147483799" r:id="rId23"/>
    <p:sldLayoutId id="2147483800" r:id="rId24"/>
    <p:sldLayoutId id="2147483806" r:id="rId25"/>
    <p:sldLayoutId id="2147483795" r:id="rId26"/>
    <p:sldLayoutId id="2147483796" r:id="rId27"/>
    <p:sldLayoutId id="2147483797" r:id="rId28"/>
    <p:sldLayoutId id="2147483798" r:id="rId29"/>
    <p:sldLayoutId id="2147483783" r:id="rId30"/>
    <p:sldLayoutId id="2147483784" r:id="rId31"/>
    <p:sldLayoutId id="2147483785" r:id="rId32"/>
    <p:sldLayoutId id="2147483811" r:id="rId33"/>
    <p:sldLayoutId id="2147483813" r:id="rId34"/>
    <p:sldLayoutId id="2147483814" r:id="rId35"/>
    <p:sldLayoutId id="2147483815" r:id="rId36"/>
    <p:sldLayoutId id="2147483816" r:id="rId37"/>
  </p:sldLayoutIdLst>
  <p:hf sldNum="0" hdr="0" ftr="0" dt="0"/>
  <p:txStyles>
    <p:titleStyle>
      <a:lvl1pPr algn="l" defTabSz="914400" rtl="0" eaLnBrk="1" latinLnBrk="0" hangingPunct="1">
        <a:lnSpc>
          <a:spcPct val="100000"/>
        </a:lnSpc>
        <a:spcBef>
          <a:spcPct val="0"/>
        </a:spcBef>
        <a:buNone/>
        <a:defRPr sz="2500" b="1" kern="1200">
          <a:solidFill>
            <a:schemeClr val="bg2"/>
          </a:solidFill>
          <a:latin typeface="+mj-lt"/>
          <a:ea typeface="+mj-ea"/>
          <a:cs typeface="+mj-cs"/>
        </a:defRPr>
      </a:lvl1pPr>
    </p:titleStyle>
    <p:body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02" userDrawn="1">
          <p15:clr>
            <a:srgbClr val="F26B43"/>
          </p15:clr>
        </p15:guide>
        <p15:guide id="2" pos="7378" userDrawn="1">
          <p15:clr>
            <a:srgbClr val="F26B43"/>
          </p15:clr>
        </p15:guide>
        <p15:guide id="3" orient="horz" pos="890" userDrawn="1">
          <p15:clr>
            <a:srgbClr val="F26B43"/>
          </p15:clr>
        </p15:guide>
        <p15:guide id="5" orient="horz" pos="300" userDrawn="1">
          <p15:clr>
            <a:srgbClr val="F26B43"/>
          </p15:clr>
        </p15:guide>
        <p15:guide id="6" orient="horz" pos="3748"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1.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4D32C4-4DD4-F071-DC5F-39CEBEE98A42}"/>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927DA133-99A4-C7B3-8CD0-540A42BDD0EE}"/>
              </a:ext>
            </a:extLst>
          </p:cNvPr>
          <p:cNvSpPr>
            <a:spLocks noGrp="1"/>
          </p:cNvSpPr>
          <p:nvPr>
            <p:ph type="ctrTitle"/>
          </p:nvPr>
        </p:nvSpPr>
        <p:spPr bwMode="gray">
          <a:xfrm>
            <a:off x="479425" y="2637000"/>
            <a:ext cx="8893175" cy="1584000"/>
          </a:xfrm>
        </p:spPr>
        <p:txBody>
          <a:bodyPr/>
          <a:lstStyle/>
          <a:p>
            <a:r>
              <a:rPr lang="en-US" sz="4400" b="0" dirty="0"/>
              <a:t>Status Update - #7</a:t>
            </a:r>
          </a:p>
        </p:txBody>
      </p:sp>
      <p:sp>
        <p:nvSpPr>
          <p:cNvPr id="3" name="Untertitel 2">
            <a:extLst>
              <a:ext uri="{FF2B5EF4-FFF2-40B4-BE49-F238E27FC236}">
                <a16:creationId xmlns:a16="http://schemas.microsoft.com/office/drawing/2014/main" id="{0B82EEAA-AFE5-C786-367E-176B8B8FF20E}"/>
              </a:ext>
            </a:extLst>
          </p:cNvPr>
          <p:cNvSpPr>
            <a:spLocks noGrp="1"/>
          </p:cNvSpPr>
          <p:nvPr>
            <p:ph type="subTitle" idx="1"/>
          </p:nvPr>
        </p:nvSpPr>
        <p:spPr bwMode="gray">
          <a:xfrm>
            <a:off x="533400" y="4329060"/>
            <a:ext cx="8281375" cy="1296136"/>
          </a:xfrm>
        </p:spPr>
        <p:txBody>
          <a:bodyPr/>
          <a:lstStyle/>
          <a:p>
            <a:pPr>
              <a:spcAft>
                <a:spcPts val="600"/>
              </a:spcAft>
            </a:pPr>
            <a:endParaRPr lang="en-US" sz="1800" noProof="0" dirty="0"/>
          </a:p>
          <a:p>
            <a:pPr>
              <a:spcAft>
                <a:spcPts val="600"/>
              </a:spcAft>
            </a:pPr>
            <a:r>
              <a:rPr lang="en-US" sz="1800" noProof="0" dirty="0"/>
              <a:t>Dooti Roy,  Head of Innovation, Clinical Data Science and Methodology</a:t>
            </a:r>
          </a:p>
          <a:p>
            <a:pPr>
              <a:spcAft>
                <a:spcPts val="600"/>
              </a:spcAft>
            </a:pPr>
            <a:r>
              <a:rPr lang="en-US" sz="1800" dirty="0"/>
              <a:t>On Behalf of </a:t>
            </a:r>
          </a:p>
          <a:p>
            <a:pPr>
              <a:spcAft>
                <a:spcPts val="600"/>
              </a:spcAft>
            </a:pPr>
            <a:r>
              <a:rPr lang="en-US" sz="1800" dirty="0"/>
              <a:t>Efficiency+ Sub-team of Design and Operation</a:t>
            </a:r>
          </a:p>
          <a:p>
            <a:pPr>
              <a:spcAft>
                <a:spcPts val="600"/>
              </a:spcAft>
            </a:pPr>
            <a:endParaRPr lang="en-US" sz="1800" noProof="0" dirty="0"/>
          </a:p>
          <a:p>
            <a:r>
              <a:rPr lang="en-US" noProof="0" dirty="0"/>
              <a:t> </a:t>
            </a:r>
          </a:p>
        </p:txBody>
      </p:sp>
      <p:pic>
        <p:nvPicPr>
          <p:cNvPr id="6" name="Picture 5" descr="eyJpZGVudGlmaWVyIjoxODc0NzAsInR5cGUiOiJhc3NldCJ9">
            <a:extLst>
              <a:ext uri="{FF2B5EF4-FFF2-40B4-BE49-F238E27FC236}">
                <a16:creationId xmlns:a16="http://schemas.microsoft.com/office/drawing/2014/main" id="{538B3CE7-5303-4D29-8815-0763E6F46E04}"/>
              </a:ext>
            </a:extLst>
          </p:cNvPr>
          <p:cNvPicPr>
            <a:picLocks noChangeAspect="1"/>
          </p:cNvPicPr>
          <p:nvPr/>
        </p:nvPicPr>
        <p:blipFill>
          <a:blip r:embed="rId3"/>
          <a:stretch>
            <a:fillRect/>
          </a:stretch>
        </p:blipFill>
        <p:spPr>
          <a:xfrm>
            <a:off x="8794455" y="1828800"/>
            <a:ext cx="3200400" cy="3200400"/>
          </a:xfrm>
          <a:prstGeom prst="rect">
            <a:avLst/>
          </a:prstGeom>
        </p:spPr>
      </p:pic>
    </p:spTree>
    <p:extLst>
      <p:ext uri="{BB962C8B-B14F-4D97-AF65-F5344CB8AC3E}">
        <p14:creationId xmlns:p14="http://schemas.microsoft.com/office/powerpoint/2010/main" val="4931688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67632C-F039-DBC9-9E40-94D86B8E967B}"/>
              </a:ext>
            </a:extLst>
          </p:cNvPr>
          <p:cNvSpPr>
            <a:spLocks noGrp="1"/>
          </p:cNvSpPr>
          <p:nvPr>
            <p:ph type="title"/>
          </p:nvPr>
        </p:nvSpPr>
        <p:spPr/>
        <p:txBody>
          <a:bodyPr/>
          <a:lstStyle/>
          <a:p>
            <a:r>
              <a:rPr lang="en-US" dirty="0"/>
              <a:t>Sub-Team Members – New Recruits Welcome!</a:t>
            </a:r>
          </a:p>
        </p:txBody>
      </p:sp>
      <p:graphicFrame>
        <p:nvGraphicFramePr>
          <p:cNvPr id="6" name="Content Placeholder 5">
            <a:extLst>
              <a:ext uri="{FF2B5EF4-FFF2-40B4-BE49-F238E27FC236}">
                <a16:creationId xmlns:a16="http://schemas.microsoft.com/office/drawing/2014/main" id="{0AC854EB-CCE2-4BB0-137E-38A53D6AFE89}"/>
              </a:ext>
            </a:extLst>
          </p:cNvPr>
          <p:cNvGraphicFramePr>
            <a:graphicFrameLocks noGrp="1"/>
          </p:cNvGraphicFramePr>
          <p:nvPr>
            <p:ph idx="1"/>
            <p:extLst>
              <p:ext uri="{D42A27DB-BD31-4B8C-83A1-F6EECF244321}">
                <p14:modId xmlns:p14="http://schemas.microsoft.com/office/powerpoint/2010/main" val="3290498599"/>
              </p:ext>
            </p:extLst>
          </p:nvPr>
        </p:nvGraphicFramePr>
        <p:xfrm>
          <a:off x="479425" y="1412875"/>
          <a:ext cx="11233150" cy="439261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80" name="Recruiting Stamp"/>
          <p:cNvSpPr/>
          <p:nvPr/>
        </p:nvSpPr>
        <p:spPr>
          <a:xfrm rot="-780000">
            <a:off x="8850000" y="520000"/>
            <a:ext cx="2750000" cy="880000"/>
          </a:xfrm>
          <a:prstGeom prst="roundRect">
            <a:avLst>
              <a:gd name="adj" fmla="val 12000"/>
            </a:avLst>
          </a:prstGeom>
          <a:solidFill>
            <a:srgbClr val="08312A"/>
          </a:solidFill>
          <a:ln w="38100">
            <a:solidFill>
              <a:srgbClr val="00E47C"/>
            </a:solidFill>
          </a:ln>
        </p:spPr>
        <p:txBody>
          <a:bodyPr wrap="square" lIns="120000" tIns="60000" rIns="120000" bIns="60000" anchor="ctr">
            <a:noAutofit/>
          </a:bodyPr>
          <a:lstStyle/>
          <a:p>
            <a:pPr algn="ctr"/>
            <a:r>
              <a:rPr lang="en-US" sz="2000" b="1" spc="100" dirty="0">
                <a:solidFill>
                  <a:srgbClr val="FFFFFF"/>
                </a:solidFill>
                <a:latin typeface="Boehringer Headline"/>
              </a:rPr>
              <a:t>We are recruiting!</a:t>
            </a:r>
          </a:p>
        </p:txBody>
      </p:sp>
    </p:spTree>
    <p:extLst>
      <p:ext uri="{BB962C8B-B14F-4D97-AF65-F5344CB8AC3E}">
        <p14:creationId xmlns:p14="http://schemas.microsoft.com/office/powerpoint/2010/main" val="23331653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E83911-667D-4F1B-BC2C-3B9438B28631}"/>
              </a:ext>
            </a:extLst>
          </p:cNvPr>
          <p:cNvSpPr>
            <a:spLocks noGrp="1"/>
          </p:cNvSpPr>
          <p:nvPr>
            <p:ph type="title"/>
          </p:nvPr>
        </p:nvSpPr>
        <p:spPr/>
        <p:txBody>
          <a:bodyPr/>
          <a:lstStyle/>
          <a:p>
            <a:r>
              <a:rPr lang="en-US" dirty="0"/>
              <a:t>RISW 2026 Session Debrief</a:t>
            </a:r>
          </a:p>
        </p:txBody>
      </p:sp>
      <p:sp>
        <p:nvSpPr>
          <p:cNvPr id="3" name="Content Placeholder 2">
            <a:extLst>
              <a:ext uri="{FF2B5EF4-FFF2-40B4-BE49-F238E27FC236}">
                <a16:creationId xmlns:a16="http://schemas.microsoft.com/office/drawing/2014/main" id="{6F1AEA5B-5F07-117F-7C12-91BB07179702}"/>
              </a:ext>
            </a:extLst>
          </p:cNvPr>
          <p:cNvSpPr>
            <a:spLocks noGrp="1"/>
          </p:cNvSpPr>
          <p:nvPr>
            <p:ph idx="1"/>
          </p:nvPr>
        </p:nvSpPr>
        <p:spPr>
          <a:xfrm>
            <a:off x="479424" y="1412876"/>
            <a:ext cx="11233151" cy="420000"/>
          </a:xfrm>
        </p:spPr>
        <p:txBody>
          <a:bodyPr/>
          <a:lstStyle/>
          <a:p>
            <a:pPr marL="0" indent="0">
              <a:buNone/>
            </a:pPr>
            <a:r>
              <a:rPr lang="en-US" dirty="0"/>
              <a:t>Strong reception at RISW 2026 and path towards the intent</a:t>
            </a:r>
          </a:p>
        </p:txBody>
      </p:sp>
      <p:sp>
        <p:nvSpPr>
          <p:cNvPr id="20" name="Card 1 BG"/>
          <p:cNvSpPr/>
          <p:nvPr/>
        </p:nvSpPr>
        <p:spPr>
          <a:xfrm>
            <a:off x="479424" y="1949999"/>
            <a:ext cx="2673287" cy="3075125"/>
          </a:xfrm>
          <a:prstGeom prst="rect">
            <a:avLst/>
          </a:prstGeom>
          <a:solidFill>
            <a:srgbClr val="F2F6F4"/>
          </a:solidFill>
          <a:ln>
            <a:noFill/>
          </a:ln>
        </p:spPr>
        <p:txBody>
          <a:bodyPr/>
          <a:lstStyle/>
          <a:p>
            <a:endParaRPr lang="en-US" sz="2400"/>
          </a:p>
        </p:txBody>
      </p:sp>
      <p:sp>
        <p:nvSpPr>
          <p:cNvPr id="21" name="Card 1 Accent"/>
          <p:cNvSpPr/>
          <p:nvPr/>
        </p:nvSpPr>
        <p:spPr>
          <a:xfrm>
            <a:off x="479424" y="1950000"/>
            <a:ext cx="2673287" cy="50800"/>
          </a:xfrm>
          <a:prstGeom prst="rect">
            <a:avLst/>
          </a:prstGeom>
          <a:solidFill>
            <a:srgbClr val="00E47C"/>
          </a:solidFill>
          <a:ln>
            <a:noFill/>
          </a:ln>
        </p:spPr>
        <p:txBody>
          <a:bodyPr/>
          <a:lstStyle/>
          <a:p>
            <a:endParaRPr lang="en-US"/>
          </a:p>
        </p:txBody>
      </p:sp>
      <p:sp>
        <p:nvSpPr>
          <p:cNvPr id="22" name="Card 1 Text"/>
          <p:cNvSpPr txBox="1"/>
          <p:nvPr/>
        </p:nvSpPr>
        <p:spPr>
          <a:xfrm>
            <a:off x="708024" y="2269999"/>
            <a:ext cx="2216087" cy="2118419"/>
          </a:xfrm>
          <a:prstGeom prst="rect">
            <a:avLst/>
          </a:prstGeom>
          <a:noFill/>
        </p:spPr>
        <p:txBody>
          <a:bodyPr wrap="square" lIns="0" tIns="0" rIns="0" bIns="0">
            <a:normAutofit/>
          </a:bodyPr>
          <a:lstStyle/>
          <a:p>
            <a:pPr marL="0" indent="0">
              <a:buNone/>
            </a:pPr>
            <a:r>
              <a:rPr lang="en-US" sz="1600" b="1" dirty="0">
                <a:solidFill>
                  <a:srgbClr val="00E47C"/>
                </a:solidFill>
              </a:rPr>
              <a:t>01</a:t>
            </a:r>
          </a:p>
          <a:p>
            <a:pPr marL="0" indent="0">
              <a:lnSpc>
                <a:spcPct val="100000"/>
              </a:lnSpc>
              <a:spcBef>
                <a:spcPts val="600"/>
              </a:spcBef>
              <a:buNone/>
            </a:pPr>
            <a:r>
              <a:rPr lang="en-US" sz="1100" b="1" spc="150" dirty="0">
                <a:solidFill>
                  <a:srgbClr val="5A6B68"/>
                </a:solidFill>
              </a:rPr>
              <a:t>RECEPTION</a:t>
            </a:r>
          </a:p>
          <a:p>
            <a:pPr marL="0" indent="0">
              <a:lnSpc>
                <a:spcPct val="100000"/>
              </a:lnSpc>
              <a:spcBef>
                <a:spcPts val="400"/>
              </a:spcBef>
              <a:buNone/>
            </a:pPr>
            <a:r>
              <a:rPr lang="en-US" sz="1600" b="1" dirty="0">
                <a:solidFill>
                  <a:srgbClr val="08312A"/>
                </a:solidFill>
              </a:rPr>
              <a:t>Message well received</a:t>
            </a:r>
          </a:p>
          <a:p>
            <a:pPr marL="0" indent="0">
              <a:lnSpc>
                <a:spcPct val="100000"/>
              </a:lnSpc>
              <a:spcBef>
                <a:spcPts val="600"/>
              </a:spcBef>
              <a:buNone/>
            </a:pPr>
            <a:r>
              <a:rPr lang="en-US" sz="1400" dirty="0">
                <a:solidFill>
                  <a:srgbClr val="3A4A47"/>
                </a:solidFill>
              </a:rPr>
              <a:t>Clear intent to create impact through mutual learning across organizations.</a:t>
            </a:r>
          </a:p>
        </p:txBody>
      </p:sp>
      <p:sp>
        <p:nvSpPr>
          <p:cNvPr id="23" name="Card 2 BG"/>
          <p:cNvSpPr/>
          <p:nvPr/>
        </p:nvSpPr>
        <p:spPr>
          <a:xfrm>
            <a:off x="3332711" y="1949999"/>
            <a:ext cx="2673287" cy="3075125"/>
          </a:xfrm>
          <a:prstGeom prst="rect">
            <a:avLst/>
          </a:prstGeom>
          <a:solidFill>
            <a:srgbClr val="F2F6F4"/>
          </a:solidFill>
          <a:ln>
            <a:noFill/>
          </a:ln>
        </p:spPr>
        <p:txBody>
          <a:bodyPr/>
          <a:lstStyle/>
          <a:p>
            <a:endParaRPr lang="en-US" sz="2400"/>
          </a:p>
        </p:txBody>
      </p:sp>
      <p:sp>
        <p:nvSpPr>
          <p:cNvPr id="24" name="Card 2 Accent"/>
          <p:cNvSpPr/>
          <p:nvPr/>
        </p:nvSpPr>
        <p:spPr>
          <a:xfrm>
            <a:off x="3332711" y="1950000"/>
            <a:ext cx="2673287" cy="50800"/>
          </a:xfrm>
          <a:prstGeom prst="rect">
            <a:avLst/>
          </a:prstGeom>
          <a:solidFill>
            <a:srgbClr val="00E47C"/>
          </a:solidFill>
          <a:ln>
            <a:noFill/>
          </a:ln>
        </p:spPr>
        <p:txBody>
          <a:bodyPr/>
          <a:lstStyle/>
          <a:p>
            <a:endParaRPr lang="en-US"/>
          </a:p>
        </p:txBody>
      </p:sp>
      <p:sp>
        <p:nvSpPr>
          <p:cNvPr id="25" name="Card 2 Text"/>
          <p:cNvSpPr txBox="1"/>
          <p:nvPr/>
        </p:nvSpPr>
        <p:spPr>
          <a:xfrm>
            <a:off x="3561311" y="2269999"/>
            <a:ext cx="2216087" cy="2118419"/>
          </a:xfrm>
          <a:prstGeom prst="rect">
            <a:avLst/>
          </a:prstGeom>
          <a:noFill/>
        </p:spPr>
        <p:txBody>
          <a:bodyPr wrap="square" lIns="0" tIns="0" rIns="0" bIns="0">
            <a:normAutofit/>
          </a:bodyPr>
          <a:lstStyle/>
          <a:p>
            <a:pPr marL="0" indent="0">
              <a:buNone/>
            </a:pPr>
            <a:r>
              <a:rPr lang="en-US" sz="1600" b="1" dirty="0">
                <a:solidFill>
                  <a:srgbClr val="00E47C"/>
                </a:solidFill>
              </a:rPr>
              <a:t>02</a:t>
            </a:r>
          </a:p>
          <a:p>
            <a:pPr marL="0" indent="0">
              <a:lnSpc>
                <a:spcPct val="100000"/>
              </a:lnSpc>
              <a:spcBef>
                <a:spcPts val="600"/>
              </a:spcBef>
              <a:buNone/>
            </a:pPr>
            <a:r>
              <a:rPr lang="en-US" sz="1000" b="1" spc="150" dirty="0">
                <a:solidFill>
                  <a:srgbClr val="5A6B68"/>
                </a:solidFill>
              </a:rPr>
              <a:t>RESONANCE</a:t>
            </a:r>
          </a:p>
          <a:p>
            <a:pPr marL="0" indent="0">
              <a:lnSpc>
                <a:spcPct val="100000"/>
              </a:lnSpc>
              <a:spcBef>
                <a:spcPts val="400"/>
              </a:spcBef>
              <a:buNone/>
            </a:pPr>
            <a:r>
              <a:rPr lang="en-US" sz="1600" b="1" dirty="0">
                <a:solidFill>
                  <a:srgbClr val="08312A"/>
                </a:solidFill>
              </a:rPr>
              <a:t>Engagement from peers</a:t>
            </a:r>
          </a:p>
          <a:p>
            <a:pPr marL="0" indent="0">
              <a:lnSpc>
                <a:spcPct val="100000"/>
              </a:lnSpc>
              <a:spcBef>
                <a:spcPts val="600"/>
              </a:spcBef>
              <a:buNone/>
            </a:pPr>
            <a:r>
              <a:rPr lang="en-US" sz="1400" dirty="0">
                <a:solidFill>
                  <a:srgbClr val="3A4A47"/>
                </a:solidFill>
              </a:rPr>
              <a:t>May Mo (Amgen), Greg Ball, and Michelle Detry (Berry Consultants) echoed the direction.</a:t>
            </a:r>
          </a:p>
        </p:txBody>
      </p:sp>
      <p:sp>
        <p:nvSpPr>
          <p:cNvPr id="26" name="Card 3 BG"/>
          <p:cNvSpPr/>
          <p:nvPr/>
        </p:nvSpPr>
        <p:spPr>
          <a:xfrm>
            <a:off x="6185998" y="1950000"/>
            <a:ext cx="2673287" cy="3075124"/>
          </a:xfrm>
          <a:prstGeom prst="rect">
            <a:avLst/>
          </a:prstGeom>
          <a:solidFill>
            <a:srgbClr val="F2F6F4"/>
          </a:solidFill>
          <a:ln>
            <a:noFill/>
          </a:ln>
        </p:spPr>
        <p:txBody>
          <a:bodyPr/>
          <a:lstStyle/>
          <a:p>
            <a:endParaRPr lang="en-US"/>
          </a:p>
        </p:txBody>
      </p:sp>
      <p:sp>
        <p:nvSpPr>
          <p:cNvPr id="27" name="Card 3 Accent"/>
          <p:cNvSpPr/>
          <p:nvPr/>
        </p:nvSpPr>
        <p:spPr>
          <a:xfrm>
            <a:off x="6185998" y="1950000"/>
            <a:ext cx="2673287" cy="50800"/>
          </a:xfrm>
          <a:prstGeom prst="rect">
            <a:avLst/>
          </a:prstGeom>
          <a:solidFill>
            <a:srgbClr val="00E47C"/>
          </a:solidFill>
          <a:ln>
            <a:noFill/>
          </a:ln>
        </p:spPr>
        <p:txBody>
          <a:bodyPr/>
          <a:lstStyle/>
          <a:p>
            <a:endParaRPr lang="en-US"/>
          </a:p>
        </p:txBody>
      </p:sp>
      <p:sp>
        <p:nvSpPr>
          <p:cNvPr id="28" name="Card 3 Text"/>
          <p:cNvSpPr txBox="1"/>
          <p:nvPr/>
        </p:nvSpPr>
        <p:spPr>
          <a:xfrm>
            <a:off x="6414598" y="2269999"/>
            <a:ext cx="2216087" cy="2118419"/>
          </a:xfrm>
          <a:prstGeom prst="rect">
            <a:avLst/>
          </a:prstGeom>
          <a:noFill/>
        </p:spPr>
        <p:txBody>
          <a:bodyPr wrap="square" lIns="0" tIns="0" rIns="0" bIns="0">
            <a:normAutofit/>
          </a:bodyPr>
          <a:lstStyle/>
          <a:p>
            <a:pPr marL="0" indent="0">
              <a:buNone/>
            </a:pPr>
            <a:r>
              <a:rPr lang="en-US" sz="1600" b="1" dirty="0">
                <a:solidFill>
                  <a:srgbClr val="00E47C"/>
                </a:solidFill>
              </a:rPr>
              <a:t>03</a:t>
            </a:r>
          </a:p>
          <a:p>
            <a:pPr marL="0" indent="0">
              <a:lnSpc>
                <a:spcPct val="100000"/>
              </a:lnSpc>
              <a:spcBef>
                <a:spcPts val="600"/>
              </a:spcBef>
              <a:buNone/>
            </a:pPr>
            <a:r>
              <a:rPr lang="en-US" sz="1100" b="1" spc="150" dirty="0">
                <a:solidFill>
                  <a:srgbClr val="5A6B68"/>
                </a:solidFill>
              </a:rPr>
              <a:t>ROADMAP</a:t>
            </a:r>
          </a:p>
          <a:p>
            <a:pPr marL="0" indent="0">
              <a:lnSpc>
                <a:spcPct val="100000"/>
              </a:lnSpc>
              <a:spcBef>
                <a:spcPts val="400"/>
              </a:spcBef>
              <a:buNone/>
            </a:pPr>
            <a:r>
              <a:rPr lang="en-US" sz="1600" b="1" dirty="0">
                <a:solidFill>
                  <a:srgbClr val="08312A"/>
                </a:solidFill>
              </a:rPr>
              <a:t>Deliverables presented</a:t>
            </a:r>
          </a:p>
          <a:p>
            <a:pPr marL="0" indent="0">
              <a:lnSpc>
                <a:spcPct val="100000"/>
              </a:lnSpc>
              <a:spcBef>
                <a:spcPts val="600"/>
              </a:spcBef>
              <a:buNone/>
            </a:pPr>
            <a:r>
              <a:rPr lang="en-US" sz="1400" dirty="0">
                <a:solidFill>
                  <a:srgbClr val="3A4A47"/>
                </a:solidFill>
              </a:rPr>
              <a:t>Shared the workstream's future deliverables and the roadmap to achieve them.</a:t>
            </a:r>
          </a:p>
        </p:txBody>
      </p:sp>
      <p:sp>
        <p:nvSpPr>
          <p:cNvPr id="29" name="Card 4 BG"/>
          <p:cNvSpPr/>
          <p:nvPr/>
        </p:nvSpPr>
        <p:spPr>
          <a:xfrm>
            <a:off x="9039285" y="1949999"/>
            <a:ext cx="2673287" cy="3075125"/>
          </a:xfrm>
          <a:prstGeom prst="rect">
            <a:avLst/>
          </a:prstGeom>
          <a:solidFill>
            <a:srgbClr val="F2F6F4"/>
          </a:solidFill>
          <a:ln>
            <a:noFill/>
          </a:ln>
        </p:spPr>
        <p:txBody>
          <a:bodyPr/>
          <a:lstStyle/>
          <a:p>
            <a:endParaRPr lang="en-US" sz="2400"/>
          </a:p>
        </p:txBody>
      </p:sp>
      <p:sp>
        <p:nvSpPr>
          <p:cNvPr id="30" name="Card 4 Accent"/>
          <p:cNvSpPr/>
          <p:nvPr/>
        </p:nvSpPr>
        <p:spPr>
          <a:xfrm>
            <a:off x="9039285" y="1950000"/>
            <a:ext cx="2673287" cy="50800"/>
          </a:xfrm>
          <a:prstGeom prst="rect">
            <a:avLst/>
          </a:prstGeom>
          <a:solidFill>
            <a:srgbClr val="00E47C"/>
          </a:solidFill>
          <a:ln>
            <a:noFill/>
          </a:ln>
        </p:spPr>
        <p:txBody>
          <a:bodyPr/>
          <a:lstStyle/>
          <a:p>
            <a:endParaRPr lang="en-US"/>
          </a:p>
        </p:txBody>
      </p:sp>
      <p:sp>
        <p:nvSpPr>
          <p:cNvPr id="31" name="Card 4 Text"/>
          <p:cNvSpPr txBox="1"/>
          <p:nvPr/>
        </p:nvSpPr>
        <p:spPr>
          <a:xfrm>
            <a:off x="9267885" y="2269999"/>
            <a:ext cx="2216087" cy="2118419"/>
          </a:xfrm>
          <a:prstGeom prst="rect">
            <a:avLst/>
          </a:prstGeom>
          <a:noFill/>
        </p:spPr>
        <p:txBody>
          <a:bodyPr wrap="square" lIns="0" tIns="0" rIns="0" bIns="0">
            <a:normAutofit/>
          </a:bodyPr>
          <a:lstStyle/>
          <a:p>
            <a:pPr marL="0" indent="0">
              <a:buNone/>
            </a:pPr>
            <a:r>
              <a:rPr lang="en-US" b="1" dirty="0">
                <a:solidFill>
                  <a:srgbClr val="00E47C"/>
                </a:solidFill>
              </a:rPr>
              <a:t>04</a:t>
            </a:r>
          </a:p>
          <a:p>
            <a:pPr marL="0" indent="0">
              <a:lnSpc>
                <a:spcPct val="100000"/>
              </a:lnSpc>
              <a:spcBef>
                <a:spcPts val="600"/>
              </a:spcBef>
              <a:buNone/>
            </a:pPr>
            <a:r>
              <a:rPr lang="en-US" sz="1100" b="1" spc="150" dirty="0">
                <a:solidFill>
                  <a:srgbClr val="5A6B68"/>
                </a:solidFill>
              </a:rPr>
              <a:t>NEXT STOP</a:t>
            </a:r>
          </a:p>
          <a:p>
            <a:pPr marL="0" indent="0">
              <a:lnSpc>
                <a:spcPct val="100000"/>
              </a:lnSpc>
              <a:spcBef>
                <a:spcPts val="400"/>
              </a:spcBef>
              <a:buNone/>
            </a:pPr>
            <a:r>
              <a:rPr lang="en-US" sz="1600" b="1" dirty="0">
                <a:solidFill>
                  <a:srgbClr val="08312A"/>
                </a:solidFill>
              </a:rPr>
              <a:t>JSM 2027 proposal</a:t>
            </a:r>
          </a:p>
          <a:p>
            <a:pPr marL="0" indent="0">
              <a:lnSpc>
                <a:spcPct val="100000"/>
              </a:lnSpc>
              <a:spcBef>
                <a:spcPts val="600"/>
              </a:spcBef>
              <a:buNone/>
            </a:pPr>
            <a:endParaRPr lang="en-US" sz="1400" dirty="0">
              <a:solidFill>
                <a:srgbClr val="3A4A47"/>
              </a:solidFill>
            </a:endParaRPr>
          </a:p>
          <a:p>
            <a:pPr marL="0" indent="0">
              <a:lnSpc>
                <a:spcPct val="100000"/>
              </a:lnSpc>
              <a:spcBef>
                <a:spcPts val="600"/>
              </a:spcBef>
              <a:buNone/>
            </a:pPr>
            <a:r>
              <a:rPr lang="en-US" sz="1400" dirty="0">
                <a:solidFill>
                  <a:srgbClr val="3A4A47"/>
                </a:solidFill>
              </a:rPr>
              <a:t>Fei is writing a session proposal to carry the momentum forward.</a:t>
            </a:r>
          </a:p>
        </p:txBody>
      </p:sp>
      <p:sp>
        <p:nvSpPr>
          <p:cNvPr id="40" name="Footer Placeholder 4"/>
          <p:cNvSpPr>
            <a:spLocks noGrp="1"/>
          </p:cNvSpPr>
          <p:nvPr>
            <p:ph type="ftr" sz="quarter" idx="19"/>
          </p:nvPr>
        </p:nvSpPr>
        <p:spPr/>
        <p:txBody>
          <a:bodyPr/>
          <a:lstStyle/>
          <a:p>
            <a:r>
              <a:rPr lang="en-US"/>
              <a:t>RISW 2026</a:t>
            </a:r>
          </a:p>
        </p:txBody>
      </p:sp>
    </p:spTree>
    <p:extLst>
      <p:ext uri="{BB962C8B-B14F-4D97-AF65-F5344CB8AC3E}">
        <p14:creationId xmlns:p14="http://schemas.microsoft.com/office/powerpoint/2010/main" val="34072861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Workstream Outputs</a:t>
            </a:r>
          </a:p>
        </p:txBody>
      </p:sp>
      <p:sp>
        <p:nvSpPr>
          <p:cNvPr id="3" name="Sub"/>
          <p:cNvSpPr txBox="1"/>
          <p:nvPr/>
        </p:nvSpPr>
        <p:spPr>
          <a:xfrm>
            <a:off x="479424" y="1400000"/>
            <a:ext cx="11233151" cy="300000"/>
          </a:xfrm>
          <a:prstGeom prst="rect">
            <a:avLst/>
          </a:prstGeom>
          <a:noFill/>
        </p:spPr>
        <p:txBody>
          <a:bodyPr wrap="square" lIns="0" tIns="0" rIns="0" bIns="0" anchor="t">
            <a:noAutofit/>
          </a:bodyPr>
          <a:lstStyle/>
          <a:p>
            <a:pPr algn="l">
              <a:spcAft>
                <a:spcPts val="0"/>
              </a:spcAft>
            </a:pPr>
            <a:r>
              <a:rPr lang="en-US" sz="1600" b="0" dirty="0">
                <a:solidFill>
                  <a:srgbClr val="5A6B68"/>
                </a:solidFill>
                <a:latin typeface="Boehringer Text"/>
              </a:rPr>
              <a:t>Four outputs carry the workstream from research to organisational capability</a:t>
            </a:r>
          </a:p>
        </p:txBody>
      </p:sp>
      <p:sp>
        <p:nvSpPr>
          <p:cNvPr id="20" name="C0"/>
          <p:cNvSpPr/>
          <p:nvPr/>
        </p:nvSpPr>
        <p:spPr>
          <a:xfrm>
            <a:off x="479424" y="1900000"/>
            <a:ext cx="2623287" cy="3815000"/>
          </a:xfrm>
          <a:prstGeom prst="rect">
            <a:avLst/>
          </a:prstGeom>
          <a:solidFill>
            <a:srgbClr val="F2F6F4"/>
          </a:solidFill>
          <a:ln>
            <a:noFill/>
          </a:ln>
        </p:spPr>
        <p:txBody>
          <a:bodyPr/>
          <a:lstStyle/>
          <a:p>
            <a:endParaRPr/>
          </a:p>
        </p:txBody>
      </p:sp>
      <p:sp>
        <p:nvSpPr>
          <p:cNvPr id="21" name="B0"/>
          <p:cNvSpPr/>
          <p:nvPr/>
        </p:nvSpPr>
        <p:spPr>
          <a:xfrm>
            <a:off x="479424" y="1900000"/>
            <a:ext cx="2583287" cy="54000"/>
          </a:xfrm>
          <a:prstGeom prst="rect">
            <a:avLst/>
          </a:prstGeom>
          <a:solidFill>
            <a:srgbClr val="00E47C"/>
          </a:solidFill>
          <a:ln>
            <a:noFill/>
          </a:ln>
        </p:spPr>
        <p:txBody>
          <a:bodyPr/>
          <a:lstStyle/>
          <a:p>
            <a:endParaRPr/>
          </a:p>
        </p:txBody>
      </p:sp>
      <p:sp>
        <p:nvSpPr>
          <p:cNvPr id="22" name="N0"/>
          <p:cNvSpPr txBox="1"/>
          <p:nvPr/>
        </p:nvSpPr>
        <p:spPr>
          <a:xfrm>
            <a:off x="739424" y="2200000"/>
            <a:ext cx="2063287" cy="300000"/>
          </a:xfrm>
          <a:prstGeom prst="rect">
            <a:avLst/>
          </a:prstGeom>
          <a:noFill/>
        </p:spPr>
        <p:txBody>
          <a:bodyPr wrap="square" lIns="0" tIns="0" rIns="0" bIns="0" anchor="t">
            <a:noAutofit/>
          </a:bodyPr>
          <a:lstStyle/>
          <a:p>
            <a:pPr algn="l">
              <a:spcAft>
                <a:spcPts val="0"/>
              </a:spcAft>
            </a:pPr>
            <a:r>
              <a:rPr lang="en-US" sz="1800" b="1" dirty="0">
                <a:solidFill>
                  <a:srgbClr val="00E47C"/>
                </a:solidFill>
                <a:latin typeface="Boehringer Headline"/>
              </a:rPr>
              <a:t>01</a:t>
            </a:r>
          </a:p>
        </p:txBody>
      </p:sp>
      <p:sp>
        <p:nvSpPr>
          <p:cNvPr id="23" name="H0"/>
          <p:cNvSpPr txBox="1"/>
          <p:nvPr/>
        </p:nvSpPr>
        <p:spPr>
          <a:xfrm>
            <a:off x="739424" y="2620000"/>
            <a:ext cx="2063287" cy="800000"/>
          </a:xfrm>
          <a:prstGeom prst="rect">
            <a:avLst/>
          </a:prstGeom>
          <a:noFill/>
        </p:spPr>
        <p:txBody>
          <a:bodyPr wrap="square" lIns="0" tIns="0" rIns="0" bIns="0" anchor="t">
            <a:noAutofit/>
          </a:bodyPr>
          <a:lstStyle/>
          <a:p>
            <a:pPr algn="l">
              <a:spcAft>
                <a:spcPts val="0"/>
              </a:spcAft>
            </a:pPr>
            <a:r>
              <a:rPr lang="en-US" sz="1400" b="1" spc="200" dirty="0">
                <a:solidFill>
                  <a:srgbClr val="08312A"/>
                </a:solidFill>
                <a:latin typeface="Boehringer Headline"/>
              </a:rPr>
              <a:t>RESEARCH</a:t>
            </a:r>
          </a:p>
        </p:txBody>
      </p:sp>
      <p:sp>
        <p:nvSpPr>
          <p:cNvPr id="24" name="W0"/>
          <p:cNvSpPr txBox="1"/>
          <p:nvPr/>
        </p:nvSpPr>
        <p:spPr>
          <a:xfrm>
            <a:off x="739424" y="3520000"/>
            <a:ext cx="2063287" cy="260000"/>
          </a:xfrm>
          <a:prstGeom prst="rect">
            <a:avLst/>
          </a:prstGeom>
          <a:noFill/>
        </p:spPr>
        <p:txBody>
          <a:bodyPr wrap="square" lIns="0" tIns="0" rIns="0" bIns="0" anchor="t">
            <a:noAutofit/>
          </a:bodyPr>
          <a:lstStyle/>
          <a:p>
            <a:pPr algn="l">
              <a:spcAft>
                <a:spcPts val="0"/>
              </a:spcAft>
            </a:pPr>
            <a:r>
              <a:rPr lang="en-US" sz="1400" b="1" dirty="0">
                <a:solidFill>
                  <a:srgbClr val="5A6B68"/>
                </a:solidFill>
                <a:latin typeface="Boehringer Text"/>
              </a:rPr>
              <a:t>Underway</a:t>
            </a:r>
          </a:p>
        </p:txBody>
      </p:sp>
      <p:sp>
        <p:nvSpPr>
          <p:cNvPr id="25" name="T0"/>
          <p:cNvSpPr txBox="1"/>
          <p:nvPr/>
        </p:nvSpPr>
        <p:spPr>
          <a:xfrm>
            <a:off x="739424" y="3860000"/>
            <a:ext cx="2063287" cy="1290000"/>
          </a:xfrm>
          <a:prstGeom prst="rect">
            <a:avLst/>
          </a:prstGeom>
          <a:noFill/>
        </p:spPr>
        <p:txBody>
          <a:bodyPr wrap="square" lIns="0" tIns="0" rIns="0" bIns="0" anchor="t">
            <a:normAutofit/>
          </a:bodyPr>
          <a:lstStyle/>
          <a:p>
            <a:pPr algn="l">
              <a:spcAft>
                <a:spcPts val="0"/>
              </a:spcAft>
            </a:pPr>
            <a:r>
              <a:rPr lang="en-US" sz="1400" b="0" dirty="0">
                <a:solidFill>
                  <a:srgbClr val="3A4A47"/>
                </a:solidFill>
                <a:latin typeface="Boehringer Text"/>
              </a:rPr>
              <a:t>Cross-functional research into how a seamless phase 2-3 design propagates through clinical operations, drug supply, and IRT</a:t>
            </a:r>
          </a:p>
        </p:txBody>
      </p:sp>
      <p:sp>
        <p:nvSpPr>
          <p:cNvPr id="26" name="C1"/>
          <p:cNvSpPr/>
          <p:nvPr/>
        </p:nvSpPr>
        <p:spPr>
          <a:xfrm>
            <a:off x="3362711" y="1900000"/>
            <a:ext cx="2583287" cy="3815000"/>
          </a:xfrm>
          <a:prstGeom prst="rect">
            <a:avLst/>
          </a:prstGeom>
          <a:solidFill>
            <a:srgbClr val="F2F6F4"/>
          </a:solidFill>
          <a:ln>
            <a:noFill/>
          </a:ln>
        </p:spPr>
        <p:txBody>
          <a:bodyPr/>
          <a:lstStyle/>
          <a:p>
            <a:endParaRPr/>
          </a:p>
        </p:txBody>
      </p:sp>
      <p:sp>
        <p:nvSpPr>
          <p:cNvPr id="27" name="B1"/>
          <p:cNvSpPr/>
          <p:nvPr/>
        </p:nvSpPr>
        <p:spPr>
          <a:xfrm>
            <a:off x="3362711" y="1900000"/>
            <a:ext cx="2583287" cy="54000"/>
          </a:xfrm>
          <a:prstGeom prst="rect">
            <a:avLst/>
          </a:prstGeom>
          <a:solidFill>
            <a:srgbClr val="00E47C"/>
          </a:solidFill>
          <a:ln>
            <a:noFill/>
          </a:ln>
        </p:spPr>
        <p:txBody>
          <a:bodyPr/>
          <a:lstStyle/>
          <a:p>
            <a:endParaRPr/>
          </a:p>
        </p:txBody>
      </p:sp>
      <p:sp>
        <p:nvSpPr>
          <p:cNvPr id="28" name="N1"/>
          <p:cNvSpPr txBox="1"/>
          <p:nvPr/>
        </p:nvSpPr>
        <p:spPr>
          <a:xfrm>
            <a:off x="3622711" y="2200000"/>
            <a:ext cx="2063287" cy="300000"/>
          </a:xfrm>
          <a:prstGeom prst="rect">
            <a:avLst/>
          </a:prstGeom>
          <a:noFill/>
        </p:spPr>
        <p:txBody>
          <a:bodyPr wrap="square" lIns="0" tIns="0" rIns="0" bIns="0" anchor="t">
            <a:noAutofit/>
          </a:bodyPr>
          <a:lstStyle/>
          <a:p>
            <a:pPr algn="l">
              <a:spcAft>
                <a:spcPts val="0"/>
              </a:spcAft>
            </a:pPr>
            <a:r>
              <a:rPr lang="en-US" sz="1800" b="1" dirty="0">
                <a:solidFill>
                  <a:srgbClr val="00E47C"/>
                </a:solidFill>
                <a:latin typeface="Boehringer Headline"/>
              </a:rPr>
              <a:t>02</a:t>
            </a:r>
          </a:p>
        </p:txBody>
      </p:sp>
      <p:sp>
        <p:nvSpPr>
          <p:cNvPr id="29" name="H1"/>
          <p:cNvSpPr txBox="1"/>
          <p:nvPr/>
        </p:nvSpPr>
        <p:spPr>
          <a:xfrm>
            <a:off x="3622711" y="2620000"/>
            <a:ext cx="2063287" cy="800000"/>
          </a:xfrm>
          <a:prstGeom prst="rect">
            <a:avLst/>
          </a:prstGeom>
          <a:noFill/>
        </p:spPr>
        <p:txBody>
          <a:bodyPr wrap="square" lIns="0" tIns="0" rIns="0" bIns="0" anchor="t">
            <a:noAutofit/>
          </a:bodyPr>
          <a:lstStyle/>
          <a:p>
            <a:pPr algn="l">
              <a:spcAft>
                <a:spcPts val="0"/>
              </a:spcAft>
            </a:pPr>
            <a:r>
              <a:rPr lang="en-US" sz="1400" b="1" spc="200" dirty="0">
                <a:solidFill>
                  <a:srgbClr val="08312A"/>
                </a:solidFill>
                <a:latin typeface="Boehringer Headline"/>
              </a:rPr>
              <a:t>MANUSCRIPT</a:t>
            </a:r>
          </a:p>
        </p:txBody>
      </p:sp>
      <p:sp>
        <p:nvSpPr>
          <p:cNvPr id="30" name="W1"/>
          <p:cNvSpPr txBox="1"/>
          <p:nvPr/>
        </p:nvSpPr>
        <p:spPr>
          <a:xfrm>
            <a:off x="3622711" y="3520000"/>
            <a:ext cx="2063287" cy="260000"/>
          </a:xfrm>
          <a:prstGeom prst="rect">
            <a:avLst/>
          </a:prstGeom>
          <a:noFill/>
        </p:spPr>
        <p:txBody>
          <a:bodyPr wrap="square" lIns="0" tIns="0" rIns="0" bIns="0" anchor="t">
            <a:noAutofit/>
          </a:bodyPr>
          <a:lstStyle/>
          <a:p>
            <a:pPr algn="l">
              <a:spcAft>
                <a:spcPts val="0"/>
              </a:spcAft>
            </a:pPr>
            <a:r>
              <a:rPr lang="en-US" sz="1400" b="1" dirty="0">
                <a:solidFill>
                  <a:srgbClr val="5A6B68"/>
                </a:solidFill>
                <a:latin typeface="Boehringer Text"/>
              </a:rPr>
              <a:t>End of 2026</a:t>
            </a:r>
          </a:p>
        </p:txBody>
      </p:sp>
      <p:sp>
        <p:nvSpPr>
          <p:cNvPr id="31" name="T1"/>
          <p:cNvSpPr txBox="1"/>
          <p:nvPr/>
        </p:nvSpPr>
        <p:spPr>
          <a:xfrm>
            <a:off x="3622711" y="3860000"/>
            <a:ext cx="2063287" cy="1290000"/>
          </a:xfrm>
          <a:prstGeom prst="rect">
            <a:avLst/>
          </a:prstGeom>
          <a:noFill/>
        </p:spPr>
        <p:txBody>
          <a:bodyPr wrap="square" lIns="0" tIns="0" rIns="0" bIns="0" anchor="t">
            <a:normAutofit fontScale="92500"/>
          </a:bodyPr>
          <a:lstStyle/>
          <a:p>
            <a:pPr algn="l">
              <a:spcAft>
                <a:spcPts val="0"/>
              </a:spcAft>
            </a:pPr>
            <a:r>
              <a:rPr lang="en-US" sz="1400" b="0" dirty="0">
                <a:solidFill>
                  <a:srgbClr val="3A4A47"/>
                </a:solidFill>
                <a:latin typeface="Boehringer Text"/>
              </a:rPr>
              <a:t>Manuscript under preparation summarizing connectivity, and impact of implementation of seamless </a:t>
            </a:r>
            <a:r>
              <a:rPr lang="en-US" sz="1400" b="0">
                <a:solidFill>
                  <a:srgbClr val="3A4A47"/>
                </a:solidFill>
                <a:latin typeface="Boehringer Text"/>
              </a:rPr>
              <a:t>phase </a:t>
            </a:r>
            <a:r>
              <a:rPr lang="en-US" sz="1400" b="0" dirty="0">
                <a:solidFill>
                  <a:srgbClr val="3A4A47"/>
                </a:solidFill>
                <a:latin typeface="Boehringer Text"/>
              </a:rPr>
              <a:t>2-3 design on operations, drug supply</a:t>
            </a:r>
            <a:r>
              <a:rPr lang="en-US" sz="1400" b="0">
                <a:solidFill>
                  <a:srgbClr val="3A4A47"/>
                </a:solidFill>
                <a:latin typeface="Boehringer Text"/>
              </a:rPr>
              <a:t>,</a:t>
            </a:r>
            <a:r>
              <a:rPr lang="en-US" sz="1400" b="0" dirty="0">
                <a:solidFill>
                  <a:srgbClr val="3A4A47"/>
                </a:solidFill>
                <a:latin typeface="Boehringer Text"/>
              </a:rPr>
              <a:t> and IRT</a:t>
            </a:r>
          </a:p>
        </p:txBody>
      </p:sp>
      <p:sp>
        <p:nvSpPr>
          <p:cNvPr id="32" name="C2"/>
          <p:cNvSpPr/>
          <p:nvPr/>
        </p:nvSpPr>
        <p:spPr>
          <a:xfrm>
            <a:off x="6245998" y="1900000"/>
            <a:ext cx="2583287" cy="3815000"/>
          </a:xfrm>
          <a:prstGeom prst="rect">
            <a:avLst/>
          </a:prstGeom>
          <a:solidFill>
            <a:srgbClr val="F2F6F4"/>
          </a:solidFill>
          <a:ln>
            <a:noFill/>
          </a:ln>
        </p:spPr>
        <p:txBody>
          <a:bodyPr/>
          <a:lstStyle/>
          <a:p>
            <a:endParaRPr/>
          </a:p>
        </p:txBody>
      </p:sp>
      <p:sp>
        <p:nvSpPr>
          <p:cNvPr id="33" name="B2"/>
          <p:cNvSpPr/>
          <p:nvPr/>
        </p:nvSpPr>
        <p:spPr>
          <a:xfrm>
            <a:off x="6245998" y="1900000"/>
            <a:ext cx="2583287" cy="54000"/>
          </a:xfrm>
          <a:prstGeom prst="rect">
            <a:avLst/>
          </a:prstGeom>
          <a:solidFill>
            <a:srgbClr val="00E47C"/>
          </a:solidFill>
          <a:ln>
            <a:noFill/>
          </a:ln>
        </p:spPr>
        <p:txBody>
          <a:bodyPr/>
          <a:lstStyle/>
          <a:p>
            <a:endParaRPr/>
          </a:p>
        </p:txBody>
      </p:sp>
      <p:sp>
        <p:nvSpPr>
          <p:cNvPr id="34" name="N2"/>
          <p:cNvSpPr txBox="1"/>
          <p:nvPr/>
        </p:nvSpPr>
        <p:spPr>
          <a:xfrm>
            <a:off x="6505998" y="2200000"/>
            <a:ext cx="2063287" cy="300000"/>
          </a:xfrm>
          <a:prstGeom prst="rect">
            <a:avLst/>
          </a:prstGeom>
          <a:noFill/>
        </p:spPr>
        <p:txBody>
          <a:bodyPr wrap="square" lIns="0" tIns="0" rIns="0" bIns="0" anchor="t">
            <a:noAutofit/>
          </a:bodyPr>
          <a:lstStyle/>
          <a:p>
            <a:pPr algn="l">
              <a:spcAft>
                <a:spcPts val="0"/>
              </a:spcAft>
            </a:pPr>
            <a:r>
              <a:rPr lang="en-US" sz="1800" b="1" dirty="0">
                <a:solidFill>
                  <a:srgbClr val="00E47C"/>
                </a:solidFill>
                <a:latin typeface="Boehringer Headline"/>
              </a:rPr>
              <a:t>03</a:t>
            </a:r>
          </a:p>
        </p:txBody>
      </p:sp>
      <p:sp>
        <p:nvSpPr>
          <p:cNvPr id="35" name="H2"/>
          <p:cNvSpPr txBox="1"/>
          <p:nvPr/>
        </p:nvSpPr>
        <p:spPr>
          <a:xfrm>
            <a:off x="6505998" y="2620000"/>
            <a:ext cx="2063287" cy="800000"/>
          </a:xfrm>
          <a:prstGeom prst="rect">
            <a:avLst/>
          </a:prstGeom>
          <a:noFill/>
        </p:spPr>
        <p:txBody>
          <a:bodyPr wrap="square" lIns="0" tIns="0" rIns="0" bIns="0" anchor="t">
            <a:noAutofit/>
          </a:bodyPr>
          <a:lstStyle/>
          <a:p>
            <a:pPr algn="l">
              <a:spcAft>
                <a:spcPts val="0"/>
              </a:spcAft>
            </a:pPr>
            <a:r>
              <a:rPr lang="en-US" sz="1400" b="1" spc="200" dirty="0">
                <a:solidFill>
                  <a:srgbClr val="08312A"/>
                </a:solidFill>
                <a:latin typeface="Boehringer Headline"/>
              </a:rPr>
              <a:t>CROSS-FUNCTIONAL UPSKILLING</a:t>
            </a:r>
          </a:p>
        </p:txBody>
      </p:sp>
      <p:sp>
        <p:nvSpPr>
          <p:cNvPr id="36" name="W2"/>
          <p:cNvSpPr txBox="1"/>
          <p:nvPr/>
        </p:nvSpPr>
        <p:spPr>
          <a:xfrm>
            <a:off x="6505998" y="3520000"/>
            <a:ext cx="2063287" cy="260000"/>
          </a:xfrm>
          <a:prstGeom prst="rect">
            <a:avLst/>
          </a:prstGeom>
          <a:noFill/>
        </p:spPr>
        <p:txBody>
          <a:bodyPr wrap="square" lIns="0" tIns="0" rIns="0" bIns="0" anchor="t">
            <a:noAutofit/>
          </a:bodyPr>
          <a:lstStyle/>
          <a:p>
            <a:pPr algn="l">
              <a:spcAft>
                <a:spcPts val="0"/>
              </a:spcAft>
            </a:pPr>
            <a:r>
              <a:rPr lang="en-US" sz="1400" b="1" dirty="0">
                <a:solidFill>
                  <a:srgbClr val="5A6B68"/>
                </a:solidFill>
                <a:latin typeface="Boehringer Text"/>
              </a:rPr>
              <a:t>Organizational resource</a:t>
            </a:r>
          </a:p>
        </p:txBody>
      </p:sp>
      <p:sp>
        <p:nvSpPr>
          <p:cNvPr id="37" name="T2"/>
          <p:cNvSpPr txBox="1"/>
          <p:nvPr/>
        </p:nvSpPr>
        <p:spPr>
          <a:xfrm>
            <a:off x="6505998" y="3860000"/>
            <a:ext cx="2063287" cy="1290000"/>
          </a:xfrm>
          <a:prstGeom prst="rect">
            <a:avLst/>
          </a:prstGeom>
          <a:noFill/>
        </p:spPr>
        <p:txBody>
          <a:bodyPr wrap="square" lIns="0" tIns="0" rIns="0" bIns="0" anchor="t">
            <a:normAutofit fontScale="92500" lnSpcReduction="10000"/>
          </a:bodyPr>
          <a:lstStyle/>
          <a:p>
            <a:pPr algn="l">
              <a:spcAft>
                <a:spcPts val="0"/>
              </a:spcAft>
            </a:pPr>
            <a:r>
              <a:rPr lang="en-US" sz="1400" b="0" dirty="0">
                <a:solidFill>
                  <a:srgbClr val="3A4A47"/>
                </a:solidFill>
                <a:latin typeface="Boehringer Text"/>
              </a:rPr>
              <a:t>The manuscript (and the associated research) will be used to generate focused content summaries which will improve biostatisticians’ cross-functional understanding within their organizations.</a:t>
            </a:r>
          </a:p>
        </p:txBody>
      </p:sp>
      <p:sp>
        <p:nvSpPr>
          <p:cNvPr id="38" name="C3"/>
          <p:cNvSpPr/>
          <p:nvPr/>
        </p:nvSpPr>
        <p:spPr>
          <a:xfrm>
            <a:off x="9129285" y="1900000"/>
            <a:ext cx="2583287" cy="3815000"/>
          </a:xfrm>
          <a:prstGeom prst="rect">
            <a:avLst/>
          </a:prstGeom>
          <a:solidFill>
            <a:srgbClr val="F2F6F4"/>
          </a:solidFill>
          <a:ln>
            <a:noFill/>
          </a:ln>
        </p:spPr>
        <p:txBody>
          <a:bodyPr/>
          <a:lstStyle/>
          <a:p>
            <a:endParaRPr/>
          </a:p>
        </p:txBody>
      </p:sp>
      <p:sp>
        <p:nvSpPr>
          <p:cNvPr id="39" name="B3"/>
          <p:cNvSpPr/>
          <p:nvPr/>
        </p:nvSpPr>
        <p:spPr>
          <a:xfrm>
            <a:off x="9129285" y="1900000"/>
            <a:ext cx="2583287" cy="54000"/>
          </a:xfrm>
          <a:prstGeom prst="rect">
            <a:avLst/>
          </a:prstGeom>
          <a:solidFill>
            <a:srgbClr val="00E47C"/>
          </a:solidFill>
          <a:ln>
            <a:noFill/>
          </a:ln>
        </p:spPr>
        <p:txBody>
          <a:bodyPr/>
          <a:lstStyle/>
          <a:p>
            <a:endParaRPr/>
          </a:p>
        </p:txBody>
      </p:sp>
      <p:sp>
        <p:nvSpPr>
          <p:cNvPr id="40" name="N3"/>
          <p:cNvSpPr txBox="1"/>
          <p:nvPr/>
        </p:nvSpPr>
        <p:spPr>
          <a:xfrm>
            <a:off x="9389285" y="2200000"/>
            <a:ext cx="2063287" cy="300000"/>
          </a:xfrm>
          <a:prstGeom prst="rect">
            <a:avLst/>
          </a:prstGeom>
          <a:noFill/>
        </p:spPr>
        <p:txBody>
          <a:bodyPr wrap="square" lIns="0" tIns="0" rIns="0" bIns="0" anchor="t">
            <a:noAutofit/>
          </a:bodyPr>
          <a:lstStyle/>
          <a:p>
            <a:pPr algn="l">
              <a:spcAft>
                <a:spcPts val="0"/>
              </a:spcAft>
            </a:pPr>
            <a:r>
              <a:rPr lang="en-US" sz="1800" b="1" dirty="0">
                <a:solidFill>
                  <a:srgbClr val="00E47C"/>
                </a:solidFill>
                <a:latin typeface="Boehringer Headline"/>
              </a:rPr>
              <a:t>04</a:t>
            </a:r>
          </a:p>
        </p:txBody>
      </p:sp>
      <p:sp>
        <p:nvSpPr>
          <p:cNvPr id="41" name="H3"/>
          <p:cNvSpPr txBox="1"/>
          <p:nvPr/>
        </p:nvSpPr>
        <p:spPr>
          <a:xfrm>
            <a:off x="9389285" y="2620000"/>
            <a:ext cx="2063287" cy="800000"/>
          </a:xfrm>
          <a:prstGeom prst="rect">
            <a:avLst/>
          </a:prstGeom>
          <a:noFill/>
        </p:spPr>
        <p:txBody>
          <a:bodyPr wrap="square" lIns="0" tIns="0" rIns="0" bIns="0" anchor="t">
            <a:noAutofit/>
          </a:bodyPr>
          <a:lstStyle/>
          <a:p>
            <a:pPr algn="l">
              <a:spcAft>
                <a:spcPts val="0"/>
              </a:spcAft>
            </a:pPr>
            <a:r>
              <a:rPr lang="en-US" sz="1400" b="1" spc="200" dirty="0">
                <a:solidFill>
                  <a:srgbClr val="08312A"/>
                </a:solidFill>
                <a:latin typeface="Boehringer Headline"/>
              </a:rPr>
              <a:t>PUBLIC EDUCATION AND AWARENESS</a:t>
            </a:r>
          </a:p>
        </p:txBody>
      </p:sp>
      <p:sp>
        <p:nvSpPr>
          <p:cNvPr id="42" name="W3"/>
          <p:cNvSpPr txBox="1"/>
          <p:nvPr/>
        </p:nvSpPr>
        <p:spPr>
          <a:xfrm>
            <a:off x="9389285" y="3520000"/>
            <a:ext cx="2063287" cy="260000"/>
          </a:xfrm>
          <a:prstGeom prst="rect">
            <a:avLst/>
          </a:prstGeom>
          <a:noFill/>
        </p:spPr>
        <p:txBody>
          <a:bodyPr wrap="square" lIns="0" tIns="0" rIns="0" bIns="0" anchor="t">
            <a:noAutofit/>
          </a:bodyPr>
          <a:lstStyle/>
          <a:p>
            <a:pPr algn="l">
              <a:spcAft>
                <a:spcPts val="0"/>
              </a:spcAft>
            </a:pPr>
            <a:r>
              <a:rPr lang="en-US" sz="1400" b="1" dirty="0">
                <a:solidFill>
                  <a:srgbClr val="5A6B68"/>
                </a:solidFill>
                <a:latin typeface="Boehringer Text"/>
              </a:rPr>
              <a:t>Ongoing</a:t>
            </a:r>
          </a:p>
        </p:txBody>
      </p:sp>
      <p:sp>
        <p:nvSpPr>
          <p:cNvPr id="43" name="T3"/>
          <p:cNvSpPr txBox="1"/>
          <p:nvPr/>
        </p:nvSpPr>
        <p:spPr>
          <a:xfrm>
            <a:off x="9389285" y="3860000"/>
            <a:ext cx="2063287" cy="1290000"/>
          </a:xfrm>
          <a:prstGeom prst="rect">
            <a:avLst/>
          </a:prstGeom>
          <a:noFill/>
        </p:spPr>
        <p:txBody>
          <a:bodyPr wrap="square" lIns="0" tIns="0" rIns="0" bIns="0" anchor="t">
            <a:noAutofit/>
          </a:bodyPr>
          <a:lstStyle/>
          <a:p>
            <a:pPr algn="l">
              <a:spcAft>
                <a:spcPts val="0"/>
              </a:spcAft>
            </a:pPr>
            <a:r>
              <a:rPr lang="en-US" sz="1400" b="0" dirty="0">
                <a:solidFill>
                  <a:srgbClr val="3A4A47"/>
                </a:solidFill>
                <a:latin typeface="Boehringer Text"/>
              </a:rPr>
              <a:t>Including conference presentations and webinars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2" name="Title 1"/>
          <p:cNvSpPr>
            <a:spLocks noGrp="1"/>
          </p:cNvSpPr>
          <p:nvPr>
            <p:ph type="title"/>
          </p:nvPr>
        </p:nvSpPr>
        <p:spPr/>
        <p:txBody>
          <a:bodyPr/>
          <a:lstStyle/>
          <a:p>
            <a:r>
              <a:rPr lang="en-US" dirty="0"/>
              <a:t>Proposal to consider</a:t>
            </a:r>
          </a:p>
        </p:txBody>
      </p:sp>
      <p:sp>
        <p:nvSpPr>
          <p:cNvPr id="3" name="Sub"/>
          <p:cNvSpPr txBox="1">
            <a:spLocks/>
          </p:cNvSpPr>
          <p:nvPr/>
        </p:nvSpPr>
        <p:spPr>
          <a:xfrm>
            <a:off x="479424" y="1350000"/>
            <a:ext cx="11233151" cy="300000"/>
          </a:xfrm>
          <a:prstGeom prst="rect">
            <a:avLst/>
          </a:prstGeom>
          <a:noFill/>
        </p:spPr>
        <p:txBody>
          <a:bodyPr wrap="square" lIns="0" tIns="0" rIns="0" bIns="0" anchor="t">
            <a:noAutofit/>
          </a:bodyPr>
          <a:lstStyle/>
          <a:p>
            <a:pPr algn="l">
              <a:spcAft>
                <a:spcPts val="0"/>
              </a:spcAft>
            </a:pPr>
            <a:r>
              <a:rPr lang="en-US" sz="1600" b="0" dirty="0">
                <a:solidFill>
                  <a:srgbClr val="5A6B68"/>
                </a:solidFill>
                <a:latin typeface="Boehringer Text"/>
              </a:rPr>
              <a:t>A staged learning plan for seamless Phase II/III and platform trial execution</a:t>
            </a:r>
          </a:p>
        </p:txBody>
      </p:sp>
      <p:sp>
        <p:nvSpPr>
          <p:cNvPr id="20" name="C0"/>
          <p:cNvSpPr/>
          <p:nvPr/>
        </p:nvSpPr>
        <p:spPr>
          <a:xfrm>
            <a:off x="479424" y="1800000"/>
            <a:ext cx="2700000" cy="3300000"/>
          </a:xfrm>
          <a:prstGeom prst="rect">
            <a:avLst/>
          </a:prstGeom>
          <a:solidFill>
            <a:srgbClr val="F2F6F4"/>
          </a:solidFill>
          <a:ln>
            <a:noFill/>
          </a:ln>
        </p:spPr>
        <p:txBody>
          <a:bodyPr/>
          <a:lstStyle/>
          <a:p>
            <a:endParaRPr lang="en-US"/>
          </a:p>
        </p:txBody>
      </p:sp>
      <p:sp>
        <p:nvSpPr>
          <p:cNvPr id="21" name="B0"/>
          <p:cNvSpPr/>
          <p:nvPr/>
        </p:nvSpPr>
        <p:spPr>
          <a:xfrm>
            <a:off x="479424" y="1800000"/>
            <a:ext cx="2700000" cy="54000"/>
          </a:xfrm>
          <a:prstGeom prst="rect">
            <a:avLst/>
          </a:prstGeom>
          <a:solidFill>
            <a:srgbClr val="00E47C"/>
          </a:solidFill>
          <a:ln>
            <a:noFill/>
          </a:ln>
        </p:spPr>
        <p:txBody>
          <a:bodyPr/>
          <a:lstStyle/>
          <a:p>
            <a:endParaRPr lang="en-US"/>
          </a:p>
        </p:txBody>
      </p:sp>
      <p:sp>
        <p:nvSpPr>
          <p:cNvPr id="22" name="N0"/>
          <p:cNvSpPr txBox="1">
            <a:spLocks/>
          </p:cNvSpPr>
          <p:nvPr/>
        </p:nvSpPr>
        <p:spPr>
          <a:xfrm>
            <a:off x="719424" y="2040000"/>
            <a:ext cx="2220000" cy="300000"/>
          </a:xfrm>
          <a:prstGeom prst="rect">
            <a:avLst/>
          </a:prstGeom>
          <a:noFill/>
        </p:spPr>
        <p:txBody>
          <a:bodyPr wrap="square" lIns="0" tIns="0" rIns="0" bIns="0" anchor="t">
            <a:noAutofit/>
          </a:bodyPr>
          <a:lstStyle/>
          <a:p>
            <a:pPr algn="l">
              <a:spcAft>
                <a:spcPts val="0"/>
              </a:spcAft>
            </a:pPr>
            <a:r>
              <a:rPr lang="en-US" sz="1600" b="1" dirty="0">
                <a:solidFill>
                  <a:srgbClr val="00E47C"/>
                </a:solidFill>
                <a:latin typeface="Boehringer Headline"/>
              </a:rPr>
              <a:t>01</a:t>
            </a:r>
          </a:p>
        </p:txBody>
      </p:sp>
      <p:sp>
        <p:nvSpPr>
          <p:cNvPr id="23" name="E0"/>
          <p:cNvSpPr txBox="1">
            <a:spLocks/>
          </p:cNvSpPr>
          <p:nvPr/>
        </p:nvSpPr>
        <p:spPr>
          <a:xfrm>
            <a:off x="719424" y="2440000"/>
            <a:ext cx="2220000" cy="420000"/>
          </a:xfrm>
          <a:prstGeom prst="rect">
            <a:avLst/>
          </a:prstGeom>
          <a:noFill/>
        </p:spPr>
        <p:txBody>
          <a:bodyPr wrap="square" lIns="0" tIns="0" rIns="0" bIns="0" anchor="t">
            <a:noAutofit/>
          </a:bodyPr>
          <a:lstStyle/>
          <a:p>
            <a:pPr algn="l">
              <a:spcAft>
                <a:spcPts val="0"/>
              </a:spcAft>
            </a:pPr>
            <a:r>
              <a:rPr lang="en-US" sz="1400" b="1" spc="200" dirty="0">
                <a:solidFill>
                  <a:srgbClr val="5A6B68"/>
                </a:solidFill>
                <a:latin typeface="Boehringer Headline"/>
              </a:rPr>
              <a:t>BUILD A COMMON LANGUAGE</a:t>
            </a:r>
          </a:p>
        </p:txBody>
      </p:sp>
      <p:sp>
        <p:nvSpPr>
          <p:cNvPr id="24" name="H0"/>
          <p:cNvSpPr txBox="1">
            <a:spLocks/>
          </p:cNvSpPr>
          <p:nvPr/>
        </p:nvSpPr>
        <p:spPr>
          <a:xfrm>
            <a:off x="719424" y="2880000"/>
            <a:ext cx="2220000" cy="560000"/>
          </a:xfrm>
          <a:prstGeom prst="rect">
            <a:avLst/>
          </a:prstGeom>
          <a:noFill/>
        </p:spPr>
        <p:txBody>
          <a:bodyPr wrap="square" lIns="0" tIns="0" rIns="0" bIns="0" anchor="t">
            <a:noAutofit/>
          </a:bodyPr>
          <a:lstStyle/>
          <a:p>
            <a:pPr algn="l">
              <a:spcAft>
                <a:spcPts val="0"/>
              </a:spcAft>
            </a:pPr>
            <a:r>
              <a:rPr lang="en-US" sz="1600" b="1" dirty="0">
                <a:solidFill>
                  <a:srgbClr val="08312A"/>
                </a:solidFill>
                <a:latin typeface="Boehringer Headline"/>
              </a:rPr>
              <a:t>Educate &amp; create awareness</a:t>
            </a:r>
          </a:p>
        </p:txBody>
      </p:sp>
      <p:sp>
        <p:nvSpPr>
          <p:cNvPr id="25" name="T0"/>
          <p:cNvSpPr txBox="1">
            <a:spLocks/>
          </p:cNvSpPr>
          <p:nvPr/>
        </p:nvSpPr>
        <p:spPr>
          <a:xfrm>
            <a:off x="719424" y="3500000"/>
            <a:ext cx="2220000" cy="1000000"/>
          </a:xfrm>
          <a:prstGeom prst="rect">
            <a:avLst/>
          </a:prstGeom>
          <a:noFill/>
        </p:spPr>
        <p:txBody>
          <a:bodyPr wrap="square" lIns="0" tIns="0" rIns="0" bIns="0" anchor="t">
            <a:noAutofit/>
          </a:bodyPr>
          <a:lstStyle/>
          <a:p>
            <a:pPr algn="l">
              <a:spcAft>
                <a:spcPts val="0"/>
              </a:spcAft>
            </a:pPr>
            <a:r>
              <a:rPr lang="en-US" sz="1200" b="0" dirty="0">
                <a:solidFill>
                  <a:srgbClr val="3A4A47"/>
                </a:solidFill>
                <a:latin typeface="Boehringer Text"/>
              </a:rPr>
              <a:t>Cross-functional learning for statistics, clinical operations, supply, data, technology, regulatory and sites.</a:t>
            </a:r>
          </a:p>
        </p:txBody>
      </p:sp>
      <p:sp>
        <p:nvSpPr>
          <p:cNvPr id="26" name="R0"/>
          <p:cNvSpPr/>
          <p:nvPr/>
        </p:nvSpPr>
        <p:spPr>
          <a:xfrm>
            <a:off x="719424" y="4560000"/>
            <a:ext cx="2220000" cy="15875"/>
          </a:xfrm>
          <a:prstGeom prst="rect">
            <a:avLst/>
          </a:prstGeom>
          <a:solidFill>
            <a:srgbClr val="C7D9D4"/>
          </a:solidFill>
          <a:ln>
            <a:noFill/>
          </a:ln>
        </p:spPr>
        <p:txBody>
          <a:bodyPr/>
          <a:lstStyle/>
          <a:p>
            <a:endParaRPr lang="en-US"/>
          </a:p>
        </p:txBody>
      </p:sp>
      <p:sp>
        <p:nvSpPr>
          <p:cNvPr id="27" name="Q0"/>
          <p:cNvSpPr txBox="1">
            <a:spLocks/>
          </p:cNvSpPr>
          <p:nvPr/>
        </p:nvSpPr>
        <p:spPr>
          <a:xfrm>
            <a:off x="719424" y="4630000"/>
            <a:ext cx="2220000" cy="400000"/>
          </a:xfrm>
          <a:prstGeom prst="rect">
            <a:avLst/>
          </a:prstGeom>
          <a:noFill/>
        </p:spPr>
        <p:txBody>
          <a:bodyPr wrap="square" lIns="0" tIns="0" rIns="0" bIns="0" anchor="t">
            <a:noAutofit/>
          </a:bodyPr>
          <a:lstStyle/>
          <a:p>
            <a:pPr algn="l">
              <a:spcAft>
                <a:spcPts val="0"/>
              </a:spcAft>
            </a:pPr>
            <a:r>
              <a:rPr lang="en-US" sz="1400" b="1" spc="100" dirty="0">
                <a:solidFill>
                  <a:srgbClr val="08312A"/>
                </a:solidFill>
                <a:latin typeface="Boehringer Headline"/>
              </a:rPr>
              <a:t>WHAT COULD THESE DESIGNS ENABLE?</a:t>
            </a:r>
          </a:p>
        </p:txBody>
      </p:sp>
      <p:sp>
        <p:nvSpPr>
          <p:cNvPr id="28" name="K0"/>
          <p:cNvSpPr txBox="1">
            <a:spLocks/>
          </p:cNvSpPr>
          <p:nvPr/>
        </p:nvSpPr>
        <p:spPr>
          <a:xfrm>
            <a:off x="719424" y="4280000"/>
            <a:ext cx="2220000" cy="260000"/>
          </a:xfrm>
          <a:prstGeom prst="rect">
            <a:avLst/>
          </a:prstGeom>
          <a:noFill/>
        </p:spPr>
        <p:txBody>
          <a:bodyPr wrap="square" lIns="0" tIns="0" rIns="0" bIns="0" anchor="t">
            <a:noAutofit/>
          </a:bodyPr>
          <a:lstStyle/>
          <a:p>
            <a:pPr algn="l">
              <a:spcAft>
                <a:spcPts val="0"/>
              </a:spcAft>
            </a:pPr>
            <a:r>
              <a:rPr lang="en-US" sz="1400" b="1" dirty="0">
                <a:solidFill>
                  <a:srgbClr val="00E47C"/>
                </a:solidFill>
                <a:latin typeface="Boehringer Headline"/>
              </a:rPr>
              <a:t>Shared vocabulary</a:t>
            </a:r>
          </a:p>
        </p:txBody>
      </p:sp>
      <p:sp>
        <p:nvSpPr>
          <p:cNvPr id="29" name="C1"/>
          <p:cNvSpPr/>
          <p:nvPr/>
        </p:nvSpPr>
        <p:spPr>
          <a:xfrm>
            <a:off x="3419424" y="1800000"/>
            <a:ext cx="2700000" cy="3300000"/>
          </a:xfrm>
          <a:prstGeom prst="rect">
            <a:avLst/>
          </a:prstGeom>
          <a:solidFill>
            <a:srgbClr val="F2F6F4"/>
          </a:solidFill>
          <a:ln>
            <a:noFill/>
          </a:ln>
        </p:spPr>
        <p:txBody>
          <a:bodyPr/>
          <a:lstStyle/>
          <a:p>
            <a:endParaRPr lang="en-US"/>
          </a:p>
        </p:txBody>
      </p:sp>
      <p:sp>
        <p:nvSpPr>
          <p:cNvPr id="30" name="B1"/>
          <p:cNvSpPr/>
          <p:nvPr/>
        </p:nvSpPr>
        <p:spPr>
          <a:xfrm>
            <a:off x="3419424" y="1800000"/>
            <a:ext cx="2700000" cy="54000"/>
          </a:xfrm>
          <a:prstGeom prst="rect">
            <a:avLst/>
          </a:prstGeom>
          <a:solidFill>
            <a:srgbClr val="00E47C"/>
          </a:solidFill>
          <a:ln>
            <a:noFill/>
          </a:ln>
        </p:spPr>
        <p:txBody>
          <a:bodyPr/>
          <a:lstStyle/>
          <a:p>
            <a:endParaRPr lang="en-US"/>
          </a:p>
        </p:txBody>
      </p:sp>
      <p:sp>
        <p:nvSpPr>
          <p:cNvPr id="31" name="N1"/>
          <p:cNvSpPr txBox="1">
            <a:spLocks/>
          </p:cNvSpPr>
          <p:nvPr/>
        </p:nvSpPr>
        <p:spPr>
          <a:xfrm>
            <a:off x="3659424" y="2040000"/>
            <a:ext cx="2220000" cy="300000"/>
          </a:xfrm>
          <a:prstGeom prst="rect">
            <a:avLst/>
          </a:prstGeom>
          <a:noFill/>
        </p:spPr>
        <p:txBody>
          <a:bodyPr wrap="square" lIns="0" tIns="0" rIns="0" bIns="0" anchor="t">
            <a:noAutofit/>
          </a:bodyPr>
          <a:lstStyle/>
          <a:p>
            <a:pPr algn="l">
              <a:spcAft>
                <a:spcPts val="0"/>
              </a:spcAft>
            </a:pPr>
            <a:r>
              <a:rPr lang="en-US" sz="1600" b="1" dirty="0">
                <a:solidFill>
                  <a:srgbClr val="00E47C"/>
                </a:solidFill>
                <a:latin typeface="Boehringer Headline"/>
              </a:rPr>
              <a:t>02</a:t>
            </a:r>
          </a:p>
        </p:txBody>
      </p:sp>
      <p:sp>
        <p:nvSpPr>
          <p:cNvPr id="32" name="E1"/>
          <p:cNvSpPr txBox="1">
            <a:spLocks/>
          </p:cNvSpPr>
          <p:nvPr/>
        </p:nvSpPr>
        <p:spPr>
          <a:xfrm>
            <a:off x="3659424" y="2440000"/>
            <a:ext cx="2220000" cy="420000"/>
          </a:xfrm>
          <a:prstGeom prst="rect">
            <a:avLst/>
          </a:prstGeom>
          <a:noFill/>
        </p:spPr>
        <p:txBody>
          <a:bodyPr wrap="square" lIns="0" tIns="0" rIns="0" bIns="0" anchor="t">
            <a:noAutofit/>
          </a:bodyPr>
          <a:lstStyle/>
          <a:p>
            <a:pPr algn="l">
              <a:spcAft>
                <a:spcPts val="0"/>
              </a:spcAft>
            </a:pPr>
            <a:r>
              <a:rPr lang="en-US" sz="1400" b="1" spc="200" dirty="0">
                <a:solidFill>
                  <a:srgbClr val="5A6B68"/>
                </a:solidFill>
                <a:latin typeface="Boehringer Headline"/>
              </a:rPr>
              <a:t>MAP THE LANDSCAPE</a:t>
            </a:r>
          </a:p>
        </p:txBody>
      </p:sp>
      <p:sp>
        <p:nvSpPr>
          <p:cNvPr id="33" name="H1"/>
          <p:cNvSpPr txBox="1">
            <a:spLocks/>
          </p:cNvSpPr>
          <p:nvPr/>
        </p:nvSpPr>
        <p:spPr>
          <a:xfrm>
            <a:off x="3659424" y="2880000"/>
            <a:ext cx="2220000" cy="560000"/>
          </a:xfrm>
          <a:prstGeom prst="rect">
            <a:avLst/>
          </a:prstGeom>
          <a:noFill/>
        </p:spPr>
        <p:txBody>
          <a:bodyPr wrap="square" lIns="0" tIns="0" rIns="0" bIns="0" anchor="t">
            <a:noAutofit/>
          </a:bodyPr>
          <a:lstStyle/>
          <a:p>
            <a:pPr algn="l">
              <a:spcAft>
                <a:spcPts val="0"/>
              </a:spcAft>
            </a:pPr>
            <a:r>
              <a:rPr lang="en-US" sz="1600" b="1" dirty="0">
                <a:solidFill>
                  <a:srgbClr val="08312A"/>
                </a:solidFill>
                <a:latin typeface="Boehringer Headline"/>
              </a:rPr>
              <a:t>Broad organizational survey</a:t>
            </a:r>
          </a:p>
        </p:txBody>
      </p:sp>
      <p:sp>
        <p:nvSpPr>
          <p:cNvPr id="34" name="T1"/>
          <p:cNvSpPr txBox="1">
            <a:spLocks/>
          </p:cNvSpPr>
          <p:nvPr/>
        </p:nvSpPr>
        <p:spPr>
          <a:xfrm>
            <a:off x="3659424" y="3500000"/>
            <a:ext cx="2220000" cy="1000000"/>
          </a:xfrm>
          <a:prstGeom prst="rect">
            <a:avLst/>
          </a:prstGeom>
          <a:noFill/>
        </p:spPr>
        <p:txBody>
          <a:bodyPr wrap="square" lIns="0" tIns="0" rIns="0" bIns="0" anchor="t">
            <a:noAutofit/>
          </a:bodyPr>
          <a:lstStyle/>
          <a:p>
            <a:pPr algn="l">
              <a:spcAft>
                <a:spcPts val="0"/>
              </a:spcAft>
            </a:pPr>
            <a:r>
              <a:rPr lang="en-US" sz="1200" b="0" dirty="0">
                <a:solidFill>
                  <a:srgbClr val="3A4A47"/>
                </a:solidFill>
                <a:latin typeface="Boehringer Text"/>
              </a:rPr>
              <a:t>Open to willing organizations. Measure familiarity, perceived relevance and actual implementation experience.</a:t>
            </a:r>
          </a:p>
        </p:txBody>
      </p:sp>
      <p:sp>
        <p:nvSpPr>
          <p:cNvPr id="35" name="R1"/>
          <p:cNvSpPr/>
          <p:nvPr/>
        </p:nvSpPr>
        <p:spPr>
          <a:xfrm>
            <a:off x="3659424" y="4560000"/>
            <a:ext cx="2220000" cy="15875"/>
          </a:xfrm>
          <a:prstGeom prst="rect">
            <a:avLst/>
          </a:prstGeom>
          <a:solidFill>
            <a:srgbClr val="C7D9D4"/>
          </a:solidFill>
          <a:ln>
            <a:noFill/>
          </a:ln>
        </p:spPr>
        <p:txBody>
          <a:bodyPr/>
          <a:lstStyle/>
          <a:p>
            <a:endParaRPr lang="en-US"/>
          </a:p>
        </p:txBody>
      </p:sp>
      <p:sp>
        <p:nvSpPr>
          <p:cNvPr id="36" name="Q1"/>
          <p:cNvSpPr txBox="1">
            <a:spLocks/>
          </p:cNvSpPr>
          <p:nvPr/>
        </p:nvSpPr>
        <p:spPr>
          <a:xfrm>
            <a:off x="3659424" y="4630000"/>
            <a:ext cx="2220000" cy="400000"/>
          </a:xfrm>
          <a:prstGeom prst="rect">
            <a:avLst/>
          </a:prstGeom>
          <a:noFill/>
        </p:spPr>
        <p:txBody>
          <a:bodyPr wrap="square" lIns="0" tIns="0" rIns="0" bIns="0" anchor="t">
            <a:noAutofit/>
          </a:bodyPr>
          <a:lstStyle/>
          <a:p>
            <a:pPr algn="l">
              <a:spcAft>
                <a:spcPts val="0"/>
              </a:spcAft>
            </a:pPr>
            <a:r>
              <a:rPr lang="en-US" sz="1400" b="1" spc="100" dirty="0">
                <a:solidFill>
                  <a:srgbClr val="08312A"/>
                </a:solidFill>
                <a:latin typeface="Boehringer Headline"/>
              </a:rPr>
              <a:t>HOW WIDESPREAD IS READINESS?</a:t>
            </a:r>
          </a:p>
        </p:txBody>
      </p:sp>
      <p:sp>
        <p:nvSpPr>
          <p:cNvPr id="37" name="K1"/>
          <p:cNvSpPr txBox="1">
            <a:spLocks/>
          </p:cNvSpPr>
          <p:nvPr/>
        </p:nvSpPr>
        <p:spPr>
          <a:xfrm>
            <a:off x="3659424" y="4280000"/>
            <a:ext cx="2220000" cy="260000"/>
          </a:xfrm>
          <a:prstGeom prst="rect">
            <a:avLst/>
          </a:prstGeom>
          <a:noFill/>
        </p:spPr>
        <p:txBody>
          <a:bodyPr wrap="square" lIns="0" tIns="0" rIns="0" bIns="0" anchor="t">
            <a:noAutofit/>
          </a:bodyPr>
          <a:lstStyle/>
          <a:p>
            <a:pPr algn="l">
              <a:spcAft>
                <a:spcPts val="0"/>
              </a:spcAft>
            </a:pPr>
            <a:r>
              <a:rPr lang="en-US" sz="1400" b="1" dirty="0">
                <a:solidFill>
                  <a:srgbClr val="00E47C"/>
                </a:solidFill>
                <a:latin typeface="Boehringer Headline"/>
              </a:rPr>
              <a:t>Experience-led sample</a:t>
            </a:r>
          </a:p>
        </p:txBody>
      </p:sp>
      <p:sp>
        <p:nvSpPr>
          <p:cNvPr id="38" name="C2"/>
          <p:cNvSpPr/>
          <p:nvPr/>
        </p:nvSpPr>
        <p:spPr>
          <a:xfrm>
            <a:off x="6359424" y="1800000"/>
            <a:ext cx="2700000" cy="3300000"/>
          </a:xfrm>
          <a:prstGeom prst="rect">
            <a:avLst/>
          </a:prstGeom>
          <a:solidFill>
            <a:srgbClr val="F2F6F4"/>
          </a:solidFill>
          <a:ln>
            <a:noFill/>
          </a:ln>
        </p:spPr>
        <p:txBody>
          <a:bodyPr/>
          <a:lstStyle/>
          <a:p>
            <a:endParaRPr lang="en-US"/>
          </a:p>
        </p:txBody>
      </p:sp>
      <p:sp>
        <p:nvSpPr>
          <p:cNvPr id="39" name="B2"/>
          <p:cNvSpPr/>
          <p:nvPr/>
        </p:nvSpPr>
        <p:spPr>
          <a:xfrm>
            <a:off x="6359424" y="1800000"/>
            <a:ext cx="2700000" cy="54000"/>
          </a:xfrm>
          <a:prstGeom prst="rect">
            <a:avLst/>
          </a:prstGeom>
          <a:solidFill>
            <a:srgbClr val="00E47C"/>
          </a:solidFill>
          <a:ln>
            <a:noFill/>
          </a:ln>
        </p:spPr>
        <p:txBody>
          <a:bodyPr/>
          <a:lstStyle/>
          <a:p>
            <a:endParaRPr lang="en-US"/>
          </a:p>
        </p:txBody>
      </p:sp>
      <p:sp>
        <p:nvSpPr>
          <p:cNvPr id="40" name="N2"/>
          <p:cNvSpPr txBox="1">
            <a:spLocks/>
          </p:cNvSpPr>
          <p:nvPr/>
        </p:nvSpPr>
        <p:spPr>
          <a:xfrm>
            <a:off x="6599424" y="2040000"/>
            <a:ext cx="2220000" cy="300000"/>
          </a:xfrm>
          <a:prstGeom prst="rect">
            <a:avLst/>
          </a:prstGeom>
          <a:noFill/>
        </p:spPr>
        <p:txBody>
          <a:bodyPr wrap="square" lIns="0" tIns="0" rIns="0" bIns="0" anchor="t">
            <a:noAutofit/>
          </a:bodyPr>
          <a:lstStyle/>
          <a:p>
            <a:pPr algn="l">
              <a:spcAft>
                <a:spcPts val="0"/>
              </a:spcAft>
            </a:pPr>
            <a:r>
              <a:rPr lang="en-US" sz="1600" b="1" dirty="0">
                <a:solidFill>
                  <a:srgbClr val="00E47C"/>
                </a:solidFill>
                <a:latin typeface="Boehringer Headline"/>
              </a:rPr>
              <a:t>03</a:t>
            </a:r>
          </a:p>
        </p:txBody>
      </p:sp>
      <p:sp>
        <p:nvSpPr>
          <p:cNvPr id="41" name="E2"/>
          <p:cNvSpPr txBox="1">
            <a:spLocks/>
          </p:cNvSpPr>
          <p:nvPr/>
        </p:nvSpPr>
        <p:spPr>
          <a:xfrm>
            <a:off x="6599424" y="2440000"/>
            <a:ext cx="2220000" cy="420000"/>
          </a:xfrm>
          <a:prstGeom prst="rect">
            <a:avLst/>
          </a:prstGeom>
          <a:noFill/>
        </p:spPr>
        <p:txBody>
          <a:bodyPr wrap="square" lIns="0" tIns="0" rIns="0" bIns="0" anchor="t">
            <a:noAutofit/>
          </a:bodyPr>
          <a:lstStyle/>
          <a:p>
            <a:pPr algn="l">
              <a:spcAft>
                <a:spcPts val="0"/>
              </a:spcAft>
            </a:pPr>
            <a:r>
              <a:rPr lang="en-US" sz="1400" b="1" spc="200" dirty="0">
                <a:solidFill>
                  <a:srgbClr val="5A6B68"/>
                </a:solidFill>
                <a:latin typeface="Boehringer Headline"/>
              </a:rPr>
              <a:t>UNDERSTAND THE HOW</a:t>
            </a:r>
          </a:p>
        </p:txBody>
      </p:sp>
      <p:sp>
        <p:nvSpPr>
          <p:cNvPr id="42" name="H2"/>
          <p:cNvSpPr txBox="1">
            <a:spLocks/>
          </p:cNvSpPr>
          <p:nvPr/>
        </p:nvSpPr>
        <p:spPr>
          <a:xfrm>
            <a:off x="6599424" y="2880000"/>
            <a:ext cx="2220000" cy="560000"/>
          </a:xfrm>
          <a:prstGeom prst="rect">
            <a:avLst/>
          </a:prstGeom>
          <a:noFill/>
        </p:spPr>
        <p:txBody>
          <a:bodyPr wrap="square" lIns="0" tIns="0" rIns="0" bIns="0" anchor="t">
            <a:noAutofit/>
          </a:bodyPr>
          <a:lstStyle/>
          <a:p>
            <a:pPr algn="l">
              <a:spcAft>
                <a:spcPts val="0"/>
              </a:spcAft>
            </a:pPr>
            <a:r>
              <a:rPr lang="en-US" sz="1600" b="1" dirty="0">
                <a:solidFill>
                  <a:srgbClr val="08312A"/>
                </a:solidFill>
                <a:latin typeface="Boehringer Headline"/>
              </a:rPr>
              <a:t>Focused expert deep-dive</a:t>
            </a:r>
          </a:p>
        </p:txBody>
      </p:sp>
      <p:sp>
        <p:nvSpPr>
          <p:cNvPr id="43" name="T2"/>
          <p:cNvSpPr txBox="1">
            <a:spLocks/>
          </p:cNvSpPr>
          <p:nvPr/>
        </p:nvSpPr>
        <p:spPr>
          <a:xfrm>
            <a:off x="6599424" y="3500000"/>
            <a:ext cx="2220000" cy="1000000"/>
          </a:xfrm>
          <a:prstGeom prst="rect">
            <a:avLst/>
          </a:prstGeom>
          <a:noFill/>
        </p:spPr>
        <p:txBody>
          <a:bodyPr wrap="square" lIns="0" tIns="0" rIns="0" bIns="0" anchor="t">
            <a:noAutofit/>
          </a:bodyPr>
          <a:lstStyle/>
          <a:p>
            <a:pPr algn="l">
              <a:spcAft>
                <a:spcPts val="0"/>
              </a:spcAft>
            </a:pPr>
            <a:r>
              <a:rPr lang="en-US" sz="1200" b="0" dirty="0">
                <a:solidFill>
                  <a:srgbClr val="3A4A47"/>
                </a:solidFill>
                <a:latin typeface="Boehringer Text"/>
              </a:rPr>
              <a:t>Engage colleagues with practical experience to map information flow, complexity, constraints, challenges and opportunities.</a:t>
            </a:r>
          </a:p>
        </p:txBody>
      </p:sp>
      <p:sp>
        <p:nvSpPr>
          <p:cNvPr id="44" name="R2"/>
          <p:cNvSpPr/>
          <p:nvPr/>
        </p:nvSpPr>
        <p:spPr>
          <a:xfrm>
            <a:off x="6599424" y="4560000"/>
            <a:ext cx="2220000" cy="15875"/>
          </a:xfrm>
          <a:prstGeom prst="rect">
            <a:avLst/>
          </a:prstGeom>
          <a:solidFill>
            <a:srgbClr val="C7D9D4"/>
          </a:solidFill>
          <a:ln>
            <a:noFill/>
          </a:ln>
        </p:spPr>
        <p:txBody>
          <a:bodyPr/>
          <a:lstStyle/>
          <a:p>
            <a:endParaRPr lang="en-US"/>
          </a:p>
        </p:txBody>
      </p:sp>
      <p:sp>
        <p:nvSpPr>
          <p:cNvPr id="45" name="Q2"/>
          <p:cNvSpPr txBox="1">
            <a:spLocks/>
          </p:cNvSpPr>
          <p:nvPr/>
        </p:nvSpPr>
        <p:spPr>
          <a:xfrm>
            <a:off x="6599424" y="4630000"/>
            <a:ext cx="2220000" cy="400000"/>
          </a:xfrm>
          <a:prstGeom prst="rect">
            <a:avLst/>
          </a:prstGeom>
          <a:noFill/>
        </p:spPr>
        <p:txBody>
          <a:bodyPr wrap="square" lIns="0" tIns="0" rIns="0" bIns="0" anchor="t">
            <a:noAutofit/>
          </a:bodyPr>
          <a:lstStyle/>
          <a:p>
            <a:pPr algn="l">
              <a:spcAft>
                <a:spcPts val="0"/>
              </a:spcAft>
            </a:pPr>
            <a:r>
              <a:rPr lang="en-US" sz="1400" b="1" spc="100" dirty="0">
                <a:solidFill>
                  <a:srgbClr val="08312A"/>
                </a:solidFill>
                <a:latin typeface="Boehringer Headline"/>
              </a:rPr>
              <a:t>WHAT MAKES EXECUTION WORK?</a:t>
            </a:r>
          </a:p>
        </p:txBody>
      </p:sp>
      <p:sp>
        <p:nvSpPr>
          <p:cNvPr id="46" name="K2"/>
          <p:cNvSpPr txBox="1">
            <a:spLocks/>
          </p:cNvSpPr>
          <p:nvPr/>
        </p:nvSpPr>
        <p:spPr>
          <a:xfrm>
            <a:off x="6599424" y="4280000"/>
            <a:ext cx="2220000" cy="260000"/>
          </a:xfrm>
          <a:prstGeom prst="rect">
            <a:avLst/>
          </a:prstGeom>
          <a:noFill/>
        </p:spPr>
        <p:txBody>
          <a:bodyPr wrap="square" lIns="0" tIns="0" rIns="0" bIns="0" anchor="t">
            <a:normAutofit/>
          </a:bodyPr>
          <a:lstStyle/>
          <a:p>
            <a:pPr algn="l">
              <a:spcAft>
                <a:spcPts val="0"/>
              </a:spcAft>
            </a:pPr>
            <a:r>
              <a:rPr lang="en-US" sz="1400" b="1" dirty="0">
                <a:solidFill>
                  <a:srgbClr val="00E47C"/>
                </a:solidFill>
                <a:latin typeface="Boehringer Headline"/>
              </a:rPr>
              <a:t>Information-flow blueprint</a:t>
            </a:r>
          </a:p>
        </p:txBody>
      </p:sp>
      <p:sp>
        <p:nvSpPr>
          <p:cNvPr id="200" name="Out"/>
          <p:cNvSpPr/>
          <p:nvPr/>
        </p:nvSpPr>
        <p:spPr>
          <a:xfrm>
            <a:off x="9299424" y="1800000"/>
            <a:ext cx="2413151" cy="3300000"/>
          </a:xfrm>
          <a:prstGeom prst="rect">
            <a:avLst/>
          </a:prstGeom>
          <a:solidFill>
            <a:srgbClr val="08312A"/>
          </a:solidFill>
          <a:ln>
            <a:noFill/>
          </a:ln>
        </p:spPr>
        <p:txBody>
          <a:bodyPr/>
          <a:lstStyle/>
          <a:p>
            <a:endParaRPr/>
          </a:p>
        </p:txBody>
      </p:sp>
      <p:sp>
        <p:nvSpPr>
          <p:cNvPr id="201" name="OutBar"/>
          <p:cNvSpPr/>
          <p:nvPr/>
        </p:nvSpPr>
        <p:spPr>
          <a:xfrm>
            <a:off x="9299424" y="1800000"/>
            <a:ext cx="2413151" cy="54000"/>
          </a:xfrm>
          <a:prstGeom prst="rect">
            <a:avLst/>
          </a:prstGeom>
          <a:solidFill>
            <a:srgbClr val="00E47C"/>
          </a:solidFill>
          <a:ln>
            <a:noFill/>
          </a:ln>
        </p:spPr>
        <p:txBody>
          <a:bodyPr/>
          <a:lstStyle/>
          <a:p>
            <a:endParaRPr/>
          </a:p>
        </p:txBody>
      </p:sp>
      <p:sp>
        <p:nvSpPr>
          <p:cNvPr id="202" name="OutEye"/>
          <p:cNvSpPr txBox="1"/>
          <p:nvPr/>
        </p:nvSpPr>
        <p:spPr>
          <a:xfrm>
            <a:off x="9539424" y="2040000"/>
            <a:ext cx="1933151" cy="260000"/>
          </a:xfrm>
          <a:prstGeom prst="rect">
            <a:avLst/>
          </a:prstGeom>
          <a:noFill/>
        </p:spPr>
        <p:txBody>
          <a:bodyPr wrap="square" lIns="0" tIns="0" rIns="0" bIns="0" anchor="t">
            <a:noAutofit/>
          </a:bodyPr>
          <a:lstStyle/>
          <a:p>
            <a:pPr algn="l">
              <a:spcAft>
                <a:spcPts val="0"/>
              </a:spcAft>
            </a:pPr>
            <a:r>
              <a:rPr lang="en-US" sz="1000" b="1" spc="200" dirty="0">
                <a:solidFill>
                  <a:srgbClr val="00E47C"/>
                </a:solidFill>
                <a:latin typeface="Boehringer Headline"/>
              </a:rPr>
              <a:t>OUTPUT</a:t>
            </a:r>
          </a:p>
        </p:txBody>
      </p:sp>
      <p:sp>
        <p:nvSpPr>
          <p:cNvPr id="203" name="OutHead"/>
          <p:cNvSpPr txBox="1"/>
          <p:nvPr/>
        </p:nvSpPr>
        <p:spPr>
          <a:xfrm>
            <a:off x="9539424" y="2400000"/>
            <a:ext cx="1933151" cy="600000"/>
          </a:xfrm>
          <a:prstGeom prst="rect">
            <a:avLst/>
          </a:prstGeom>
          <a:noFill/>
        </p:spPr>
        <p:txBody>
          <a:bodyPr wrap="square" lIns="0" tIns="0" rIns="0" bIns="0" anchor="t">
            <a:noAutofit/>
          </a:bodyPr>
          <a:lstStyle/>
          <a:p>
            <a:pPr algn="l">
              <a:spcAft>
                <a:spcPts val="0"/>
              </a:spcAft>
            </a:pPr>
            <a:r>
              <a:rPr lang="en-US" sz="1600" b="1" dirty="0">
                <a:solidFill>
                  <a:srgbClr val="FFFFFF"/>
                </a:solidFill>
                <a:latin typeface="Boehringer Headline"/>
              </a:rPr>
              <a:t>Operational readiness map</a:t>
            </a:r>
          </a:p>
        </p:txBody>
      </p:sp>
      <p:sp>
        <p:nvSpPr>
          <p:cNvPr id="204" name="OutBody"/>
          <p:cNvSpPr txBox="1"/>
          <p:nvPr/>
        </p:nvSpPr>
        <p:spPr>
          <a:xfrm>
            <a:off x="9539424" y="3120000"/>
            <a:ext cx="1933151" cy="1500000"/>
          </a:xfrm>
          <a:prstGeom prst="rect">
            <a:avLst/>
          </a:prstGeom>
          <a:noFill/>
        </p:spPr>
        <p:txBody>
          <a:bodyPr wrap="square" lIns="0" tIns="0" rIns="0" bIns="0" anchor="t">
            <a:noAutofit/>
          </a:bodyPr>
          <a:lstStyle/>
          <a:p>
            <a:pPr algn="l">
              <a:spcAft>
                <a:spcPts val="500"/>
              </a:spcAft>
            </a:pPr>
            <a:r>
              <a:rPr lang="en-US" sz="1050" b="1" dirty="0">
                <a:solidFill>
                  <a:srgbClr val="00E47C"/>
                </a:solidFill>
                <a:latin typeface="Boehringer Headline"/>
              </a:rPr>
              <a:t>▪  </a:t>
            </a:r>
            <a:r>
              <a:rPr lang="en-US" sz="1100" b="0" dirty="0">
                <a:solidFill>
                  <a:srgbClr val="FFFFFF"/>
                </a:solidFill>
                <a:latin typeface="Boehringer Text"/>
              </a:rPr>
              <a:t>Easy vs costly adaptations</a:t>
            </a:r>
          </a:p>
          <a:p>
            <a:pPr algn="l">
              <a:spcAft>
                <a:spcPts val="500"/>
              </a:spcAft>
            </a:pPr>
            <a:r>
              <a:rPr lang="en-US" sz="1050" b="1" dirty="0">
                <a:solidFill>
                  <a:srgbClr val="00E47C"/>
                </a:solidFill>
                <a:latin typeface="Boehringer Headline"/>
              </a:rPr>
              <a:t>▪  </a:t>
            </a:r>
            <a:r>
              <a:rPr lang="en-US" sz="1100" b="0" dirty="0">
                <a:solidFill>
                  <a:srgbClr val="FFFFFF"/>
                </a:solidFill>
                <a:latin typeface="Boehringer Text"/>
              </a:rPr>
              <a:t>Supply, site &amp; system impacts</a:t>
            </a:r>
          </a:p>
          <a:p>
            <a:pPr algn="l">
              <a:spcAft>
                <a:spcPts val="500"/>
              </a:spcAft>
            </a:pPr>
            <a:r>
              <a:rPr lang="en-US" sz="1050" b="1" dirty="0">
                <a:solidFill>
                  <a:srgbClr val="00E47C"/>
                </a:solidFill>
                <a:latin typeface="Boehringer Headline"/>
              </a:rPr>
              <a:t>▪  </a:t>
            </a:r>
            <a:r>
              <a:rPr lang="en-US" sz="1100" b="0" dirty="0">
                <a:solidFill>
                  <a:srgbClr val="FFFFFF"/>
                </a:solidFill>
                <a:latin typeface="Boehringer Text"/>
              </a:rPr>
              <a:t>Execution risks &amp; enablers</a:t>
            </a:r>
          </a:p>
          <a:p>
            <a:pPr algn="l">
              <a:spcAft>
                <a:spcPts val="500"/>
              </a:spcAft>
            </a:pPr>
            <a:r>
              <a:rPr lang="en-US" sz="1050" b="1" dirty="0">
                <a:solidFill>
                  <a:srgbClr val="00E47C"/>
                </a:solidFill>
                <a:latin typeface="Boehringer Headline"/>
              </a:rPr>
              <a:t>▪  </a:t>
            </a:r>
            <a:r>
              <a:rPr lang="en-US" sz="1100" b="0" dirty="0">
                <a:solidFill>
                  <a:srgbClr val="FFFFFF"/>
                </a:solidFill>
                <a:latin typeface="Boehringer Text"/>
              </a:rPr>
              <a:t>Priority evidence gaps</a:t>
            </a:r>
          </a:p>
        </p:txBody>
      </p:sp>
      <p:sp>
        <p:nvSpPr>
          <p:cNvPr id="205" name="OutFoot"/>
          <p:cNvSpPr txBox="1"/>
          <p:nvPr/>
        </p:nvSpPr>
        <p:spPr>
          <a:xfrm>
            <a:off x="9539424" y="4700000"/>
            <a:ext cx="2103936" cy="213164"/>
          </a:xfrm>
          <a:prstGeom prst="rect">
            <a:avLst/>
          </a:prstGeom>
          <a:noFill/>
        </p:spPr>
        <p:txBody>
          <a:bodyPr wrap="square" lIns="0" tIns="0" rIns="0" bIns="0" anchor="t">
            <a:noAutofit/>
          </a:bodyPr>
          <a:lstStyle/>
          <a:p>
            <a:pPr algn="l">
              <a:spcAft>
                <a:spcPts val="0"/>
              </a:spcAft>
            </a:pPr>
            <a:r>
              <a:rPr lang="en-US" sz="1400" b="1" spc="200" dirty="0">
                <a:solidFill>
                  <a:srgbClr val="00E47C"/>
                </a:solidFill>
                <a:latin typeface="Boehringer Headline"/>
              </a:rPr>
              <a:t>ACTIONABLE AGENDA</a:t>
            </a:r>
          </a:p>
        </p:txBody>
      </p:sp>
      <p:sp>
        <p:nvSpPr>
          <p:cNvPr id="300" name="Band"/>
          <p:cNvSpPr/>
          <p:nvPr/>
        </p:nvSpPr>
        <p:spPr>
          <a:xfrm>
            <a:off x="533400" y="5280000"/>
            <a:ext cx="11179175" cy="600000"/>
          </a:xfrm>
          <a:prstGeom prst="rect">
            <a:avLst/>
          </a:prstGeom>
          <a:solidFill>
            <a:srgbClr val="08312A"/>
          </a:solidFill>
          <a:ln>
            <a:noFill/>
          </a:ln>
        </p:spPr>
        <p:txBody>
          <a:bodyPr/>
          <a:lstStyle/>
          <a:p>
            <a:endParaRPr/>
          </a:p>
        </p:txBody>
      </p:sp>
      <p:sp>
        <p:nvSpPr>
          <p:cNvPr id="301" name="BandText"/>
          <p:cNvSpPr txBox="1"/>
          <p:nvPr/>
        </p:nvSpPr>
        <p:spPr>
          <a:xfrm>
            <a:off x="850218" y="5410200"/>
            <a:ext cx="10793142" cy="326000"/>
          </a:xfrm>
          <a:prstGeom prst="rect">
            <a:avLst/>
          </a:prstGeom>
          <a:noFill/>
        </p:spPr>
        <p:txBody>
          <a:bodyPr wrap="square" lIns="0" tIns="0" rIns="0" bIns="0" anchor="ctr">
            <a:noAutofit/>
          </a:bodyPr>
          <a:lstStyle/>
          <a:p>
            <a:pPr algn="l"/>
            <a:r>
              <a:rPr lang="en-US" sz="1400" b="1" spc="200" dirty="0">
                <a:solidFill>
                  <a:srgbClr val="00E47C"/>
                </a:solidFill>
                <a:latin typeface="Boehringer Headline"/>
              </a:rPr>
              <a:t>EVIDENCE-GENERATION PLAN </a:t>
            </a:r>
            <a:r>
              <a:rPr lang="en-US" sz="1100" b="1" spc="200" dirty="0">
                <a:solidFill>
                  <a:srgbClr val="00E47C"/>
                </a:solidFill>
                <a:latin typeface="Boehringer Headline"/>
              </a:rPr>
              <a:t>   </a:t>
            </a:r>
            <a:r>
              <a:rPr lang="en-US" sz="1600" dirty="0">
                <a:solidFill>
                  <a:srgbClr val="FFFFFF"/>
                </a:solidFill>
                <a:latin typeface="Boehringer Text"/>
              </a:rPr>
              <a:t>Learn broadly → identify experience → investigate deeply → translate into guidance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1B1392-6087-CCCF-C6E8-069213AB5E4B}"/>
              </a:ext>
            </a:extLst>
          </p:cNvPr>
          <p:cNvSpPr>
            <a:spLocks noGrp="1"/>
          </p:cNvSpPr>
          <p:nvPr>
            <p:ph type="title"/>
          </p:nvPr>
        </p:nvSpPr>
        <p:spPr/>
        <p:txBody>
          <a:bodyPr/>
          <a:lstStyle/>
          <a:p>
            <a:r>
              <a:rPr lang="en-US" dirty="0"/>
              <a:t>Next steps – contributors - timeline</a:t>
            </a:r>
            <a:br>
              <a:rPr lang="en-US" dirty="0"/>
            </a:br>
            <a:endParaRPr lang="en-US" dirty="0"/>
          </a:p>
        </p:txBody>
      </p:sp>
      <p:sp>
        <p:nvSpPr>
          <p:cNvPr id="3" name="Content Placeholder 2">
            <a:extLst>
              <a:ext uri="{FF2B5EF4-FFF2-40B4-BE49-F238E27FC236}">
                <a16:creationId xmlns:a16="http://schemas.microsoft.com/office/drawing/2014/main" id="{F8524B0E-0240-2733-CE06-F1B66A4BAD43}"/>
              </a:ext>
            </a:extLst>
          </p:cNvPr>
          <p:cNvSpPr>
            <a:spLocks noGrp="1"/>
          </p:cNvSpPr>
          <p:nvPr>
            <p:ph idx="1"/>
          </p:nvPr>
        </p:nvSpPr>
        <p:spPr>
          <a:xfrm>
            <a:off x="479424" y="1412876"/>
            <a:ext cx="11233151" cy="420000"/>
          </a:xfrm>
        </p:spPr>
        <p:txBody>
          <a:bodyPr/>
          <a:lstStyle/>
          <a:p>
            <a:pPr marL="0" indent="0">
              <a:buNone/>
            </a:pPr>
            <a:r>
              <a:rPr lang="en-US" dirty="0"/>
              <a:t>Owners and target dates for each next step – blank fields are open for volunteers (add a reviewer column)</a:t>
            </a:r>
          </a:p>
        </p:txBody>
      </p:sp>
      <p:graphicFrame>
        <p:nvGraphicFramePr>
          <p:cNvPr id="20" name="Next Steps Table"/>
          <p:cNvGraphicFramePr>
            <a:graphicFrameLocks noGrp="1"/>
          </p:cNvGraphicFramePr>
          <p:nvPr>
            <p:extLst>
              <p:ext uri="{D42A27DB-BD31-4B8C-83A1-F6EECF244321}">
                <p14:modId xmlns:p14="http://schemas.microsoft.com/office/powerpoint/2010/main" val="1968140822"/>
              </p:ext>
            </p:extLst>
          </p:nvPr>
        </p:nvGraphicFramePr>
        <p:xfrm>
          <a:off x="479424" y="1900000"/>
          <a:ext cx="11233151" cy="4768000"/>
        </p:xfrm>
        <a:graphic>
          <a:graphicData uri="http://schemas.openxmlformats.org/drawingml/2006/table">
            <a:tbl>
              <a:tblPr firstRow="1" bandRow="1"/>
              <a:tblGrid>
                <a:gridCol w="5400000">
                  <a:extLst>
                    <a:ext uri="{9D8B030D-6E8A-4147-A177-3AD203B41FA5}">
                      <a16:colId xmlns:a16="http://schemas.microsoft.com/office/drawing/2014/main" val="20000"/>
                    </a:ext>
                  </a:extLst>
                </a:gridCol>
                <a:gridCol w="3400000">
                  <a:extLst>
                    <a:ext uri="{9D8B030D-6E8A-4147-A177-3AD203B41FA5}">
                      <a16:colId xmlns:a16="http://schemas.microsoft.com/office/drawing/2014/main" val="20001"/>
                    </a:ext>
                  </a:extLst>
                </a:gridCol>
                <a:gridCol w="2433151">
                  <a:extLst>
                    <a:ext uri="{9D8B030D-6E8A-4147-A177-3AD203B41FA5}">
                      <a16:colId xmlns:a16="http://schemas.microsoft.com/office/drawing/2014/main" val="20002"/>
                    </a:ext>
                  </a:extLst>
                </a:gridCol>
              </a:tblGrid>
              <a:tr h="400000">
                <a:tc>
                  <a:txBody>
                    <a:bodyPr/>
                    <a:lstStyle/>
                    <a:p>
                      <a:pPr algn="l"/>
                      <a:r>
                        <a:rPr lang="en-US" sz="1200" b="1">
                          <a:solidFill>
                            <a:srgbClr val="FFFFFF"/>
                          </a:solidFill>
                        </a:rPr>
                        <a:t>TASK</a:t>
                      </a:r>
                    </a:p>
                  </a:txBody>
                  <a:tcPr anchor="ctr">
                    <a:solidFill>
                      <a:srgbClr val="08312A"/>
                    </a:solidFill>
                  </a:tcPr>
                </a:tc>
                <a:tc>
                  <a:txBody>
                    <a:bodyPr/>
                    <a:lstStyle/>
                    <a:p>
                      <a:pPr algn="l"/>
                      <a:r>
                        <a:rPr lang="en-US" sz="1200" b="1">
                          <a:solidFill>
                            <a:srgbClr val="FFFFFF"/>
                          </a:solidFill>
                        </a:rPr>
                        <a:t>CONTRIBUTORS</a:t>
                      </a:r>
                    </a:p>
                  </a:txBody>
                  <a:tcPr anchor="ctr">
                    <a:solidFill>
                      <a:srgbClr val="08312A"/>
                    </a:solidFill>
                  </a:tcPr>
                </a:tc>
                <a:tc>
                  <a:txBody>
                    <a:bodyPr/>
                    <a:lstStyle/>
                    <a:p>
                      <a:pPr algn="l"/>
                      <a:r>
                        <a:rPr lang="en-US" sz="1200" b="1">
                          <a:solidFill>
                            <a:srgbClr val="FFFFFF"/>
                          </a:solidFill>
                        </a:rPr>
                        <a:t>TIMELINE</a:t>
                      </a:r>
                    </a:p>
                  </a:txBody>
                  <a:tcPr anchor="ctr">
                    <a:solidFill>
                      <a:srgbClr val="08312A"/>
                    </a:solidFill>
                  </a:tcPr>
                </a:tc>
                <a:extLst>
                  <a:ext uri="{0D108BD9-81ED-4DB2-BD59-A6C34878D82A}">
                    <a16:rowId xmlns:a16="http://schemas.microsoft.com/office/drawing/2014/main" val="10000"/>
                  </a:ext>
                </a:extLst>
              </a:tr>
              <a:tr h="440000">
                <a:tc>
                  <a:txBody>
                    <a:bodyPr/>
                    <a:lstStyle/>
                    <a:p>
                      <a:pPr algn="l"/>
                      <a:r>
                        <a:rPr lang="en-US" sz="1600" dirty="0">
                          <a:solidFill>
                            <a:srgbClr val="08312A"/>
                          </a:solidFill>
                        </a:rPr>
                        <a:t>Create simple infographics explaining the designs to non-statistical audiences</a:t>
                      </a:r>
                    </a:p>
                  </a:txBody>
                  <a:tcPr anchor="ctr">
                    <a:lnB w="12700" cap="flat">
                      <a:solidFill>
                        <a:srgbClr val="C7D9D4"/>
                      </a:solidFill>
                    </a:lnB>
                    <a:solidFill>
                      <a:srgbClr val="F2F6F4"/>
                    </a:solidFill>
                  </a:tcPr>
                </a:tc>
                <a:tc>
                  <a:txBody>
                    <a:bodyPr/>
                    <a:lstStyle/>
                    <a:p>
                      <a:pPr algn="l"/>
                      <a:r>
                        <a:rPr lang="en-US" sz="1600" dirty="0">
                          <a:solidFill>
                            <a:srgbClr val="3A4A47"/>
                          </a:solidFill>
                        </a:rPr>
                        <a:t>Angela, Guohui, Mary-Alice </a:t>
                      </a:r>
                    </a:p>
                  </a:txBody>
                  <a:tcPr anchor="ctr">
                    <a:lnB w="12700" cap="flat">
                      <a:solidFill>
                        <a:srgbClr val="C7D9D4"/>
                      </a:solidFill>
                    </a:lnB>
                    <a:solidFill>
                      <a:srgbClr val="F2F6F4"/>
                    </a:solidFill>
                  </a:tcPr>
                </a:tc>
                <a:tc>
                  <a:txBody>
                    <a:bodyPr/>
                    <a:lstStyle/>
                    <a:p>
                      <a:pPr algn="l"/>
                      <a:endParaRPr lang="en-US" sz="1600" dirty="0"/>
                    </a:p>
                  </a:txBody>
                  <a:tcPr anchor="ctr">
                    <a:lnB w="12700" cap="flat">
                      <a:solidFill>
                        <a:srgbClr val="C7D9D4"/>
                      </a:solidFill>
                    </a:lnB>
                    <a:solidFill>
                      <a:srgbClr val="F2F6F4"/>
                    </a:solidFill>
                  </a:tcPr>
                </a:tc>
                <a:extLst>
                  <a:ext uri="{0D108BD9-81ED-4DB2-BD59-A6C34878D82A}">
                    <a16:rowId xmlns:a16="http://schemas.microsoft.com/office/drawing/2014/main" val="10001"/>
                  </a:ext>
                </a:extLst>
              </a:tr>
              <a:tr h="440000">
                <a:tc>
                  <a:txBody>
                    <a:bodyPr/>
                    <a:lstStyle/>
                    <a:p>
                      <a:pPr algn="l"/>
                      <a:r>
                        <a:rPr lang="en-US" sz="1600" dirty="0">
                          <a:solidFill>
                            <a:srgbClr val="08312A"/>
                          </a:solidFill>
                        </a:rPr>
                        <a:t>Create the survey/Review for clarity (priority #1)</a:t>
                      </a:r>
                    </a:p>
                  </a:txBody>
                  <a:tcPr anchor="ctr">
                    <a:lnT w="12700" cap="flat" cmpd="sng" algn="ctr">
                      <a:solidFill>
                        <a:srgbClr val="C7D9D4"/>
                      </a:solidFill>
                      <a:prstDash val="solid"/>
                      <a:round/>
                      <a:headEnd type="none" w="med" len="med"/>
                      <a:tailEnd type="none" w="med" len="med"/>
                    </a:lnT>
                    <a:lnB w="12700" cap="flat">
                      <a:solidFill>
                        <a:srgbClr val="C7D9D4"/>
                      </a:solidFill>
                    </a:lnB>
                    <a:solidFill>
                      <a:srgbClr val="FFFFFF"/>
                    </a:solidFill>
                  </a:tcPr>
                </a:tc>
                <a:tc>
                  <a:txBody>
                    <a:bodyPr/>
                    <a:lstStyle/>
                    <a:p>
                      <a:pPr algn="l"/>
                      <a:r>
                        <a:rPr lang="en-US" sz="1600" dirty="0">
                          <a:solidFill>
                            <a:srgbClr val="3A4A47"/>
                          </a:solidFill>
                        </a:rPr>
                        <a:t>Dooti / Non-Stat colleagues</a:t>
                      </a:r>
                    </a:p>
                  </a:txBody>
                  <a:tcPr anchor="ctr">
                    <a:lnT w="12700" cap="flat" cmpd="sng" algn="ctr">
                      <a:solidFill>
                        <a:srgbClr val="C7D9D4"/>
                      </a:solidFill>
                      <a:prstDash val="solid"/>
                      <a:round/>
                      <a:headEnd type="none" w="med" len="med"/>
                      <a:tailEnd type="none" w="med" len="med"/>
                    </a:lnT>
                    <a:lnB w="12700" cap="flat">
                      <a:solidFill>
                        <a:srgbClr val="C7D9D4"/>
                      </a:solidFill>
                    </a:lnB>
                    <a:solidFill>
                      <a:srgbClr val="FFFFFF"/>
                    </a:solidFill>
                  </a:tcPr>
                </a:tc>
                <a:tc>
                  <a:txBody>
                    <a:bodyPr/>
                    <a:lstStyle/>
                    <a:p>
                      <a:pPr algn="l"/>
                      <a:endParaRPr lang="en-US" sz="1600" dirty="0"/>
                    </a:p>
                  </a:txBody>
                  <a:tcPr anchor="ctr">
                    <a:lnT w="12700" cap="flat" cmpd="sng" algn="ctr">
                      <a:solidFill>
                        <a:srgbClr val="C7D9D4"/>
                      </a:solidFill>
                      <a:prstDash val="solid"/>
                      <a:round/>
                      <a:headEnd type="none" w="med" len="med"/>
                      <a:tailEnd type="none" w="med" len="med"/>
                    </a:lnT>
                    <a:lnB w="12700" cap="flat">
                      <a:solidFill>
                        <a:srgbClr val="C7D9D4"/>
                      </a:solidFill>
                    </a:lnB>
                    <a:solidFill>
                      <a:srgbClr val="FFFFFF"/>
                    </a:solidFill>
                  </a:tcPr>
                </a:tc>
                <a:extLst>
                  <a:ext uri="{0D108BD9-81ED-4DB2-BD59-A6C34878D82A}">
                    <a16:rowId xmlns:a16="http://schemas.microsoft.com/office/drawing/2014/main" val="10002"/>
                  </a:ext>
                </a:extLst>
              </a:tr>
              <a:tr h="440000">
                <a:tc>
                  <a:txBody>
                    <a:bodyPr/>
                    <a:lstStyle/>
                    <a:p>
                      <a:pPr algn="l"/>
                      <a:r>
                        <a:rPr lang="en-US" sz="1600" dirty="0">
                          <a:solidFill>
                            <a:srgbClr val="08312A"/>
                          </a:solidFill>
                        </a:rPr>
                        <a:t>Each WG member contributes 3+ survey questions – Operations, IRT, Drug Supply, </a:t>
                      </a:r>
                      <a:r>
                        <a:rPr lang="en-US" sz="1600" dirty="0">
                          <a:solidFill>
                            <a:schemeClr val="accent3">
                              <a:lumMod val="50000"/>
                            </a:schemeClr>
                          </a:solidFill>
                        </a:rPr>
                        <a:t>Regulatory Affairs</a:t>
                      </a:r>
                    </a:p>
                  </a:txBody>
                  <a:tcPr anchor="ctr">
                    <a:lnT w="12700" cap="flat" cmpd="sng" algn="ctr">
                      <a:solidFill>
                        <a:srgbClr val="C7D9D4"/>
                      </a:solidFill>
                      <a:prstDash val="solid"/>
                      <a:round/>
                      <a:headEnd type="none" w="med" len="med"/>
                      <a:tailEnd type="none" w="med" len="med"/>
                    </a:lnT>
                    <a:lnB w="12700" cap="flat">
                      <a:solidFill>
                        <a:srgbClr val="C7D9D4"/>
                      </a:solidFill>
                    </a:lnB>
                    <a:solidFill>
                      <a:srgbClr val="F2F6F4"/>
                    </a:solidFill>
                  </a:tcPr>
                </a:tc>
                <a:tc>
                  <a:txBody>
                    <a:bodyPr/>
                    <a:lstStyle/>
                    <a:p>
                      <a:pPr algn="l"/>
                      <a:r>
                        <a:rPr lang="en-US" sz="1600" dirty="0">
                          <a:solidFill>
                            <a:srgbClr val="3A4A47"/>
                          </a:solidFill>
                        </a:rPr>
                        <a:t>Dooti to bring it to Fei, all</a:t>
                      </a:r>
                    </a:p>
                  </a:txBody>
                  <a:tcPr anchor="ctr">
                    <a:lnT w="12700" cap="flat" cmpd="sng" algn="ctr">
                      <a:solidFill>
                        <a:srgbClr val="C7D9D4"/>
                      </a:solidFill>
                      <a:prstDash val="solid"/>
                      <a:round/>
                      <a:headEnd type="none" w="med" len="med"/>
                      <a:tailEnd type="none" w="med" len="med"/>
                    </a:lnT>
                    <a:lnB w="12700" cap="flat">
                      <a:solidFill>
                        <a:srgbClr val="C7D9D4"/>
                      </a:solidFill>
                    </a:lnB>
                    <a:solidFill>
                      <a:srgbClr val="F2F6F4"/>
                    </a:solidFill>
                  </a:tcPr>
                </a:tc>
                <a:tc>
                  <a:txBody>
                    <a:bodyPr/>
                    <a:lstStyle/>
                    <a:p>
                      <a:pPr algn="l"/>
                      <a:endParaRPr lang="en-US" sz="1600"/>
                    </a:p>
                  </a:txBody>
                  <a:tcPr anchor="ctr">
                    <a:lnT w="12700" cap="flat" cmpd="sng" algn="ctr">
                      <a:solidFill>
                        <a:srgbClr val="C7D9D4"/>
                      </a:solidFill>
                      <a:prstDash val="solid"/>
                      <a:round/>
                      <a:headEnd type="none" w="med" len="med"/>
                      <a:tailEnd type="none" w="med" len="med"/>
                    </a:lnT>
                    <a:lnB w="12700" cap="flat">
                      <a:solidFill>
                        <a:srgbClr val="C7D9D4"/>
                      </a:solidFill>
                    </a:lnB>
                    <a:solidFill>
                      <a:srgbClr val="F2F6F4"/>
                    </a:solidFill>
                  </a:tcPr>
                </a:tc>
                <a:extLst>
                  <a:ext uri="{0D108BD9-81ED-4DB2-BD59-A6C34878D82A}">
                    <a16:rowId xmlns:a16="http://schemas.microsoft.com/office/drawing/2014/main" val="10003"/>
                  </a:ext>
                </a:extLst>
              </a:tr>
              <a:tr h="440000">
                <a:tc>
                  <a:txBody>
                    <a:bodyPr/>
                    <a:lstStyle/>
                    <a:p>
                      <a:pPr algn="l"/>
                      <a:r>
                        <a:rPr lang="en-US" sz="1600" dirty="0">
                          <a:solidFill>
                            <a:srgbClr val="08312A"/>
                          </a:solidFill>
                        </a:rPr>
                        <a:t>Create the deep-dive questionnaire (priority #2) – </a:t>
                      </a:r>
                      <a:r>
                        <a:rPr lang="en-US" sz="1600" dirty="0">
                          <a:solidFill>
                            <a:schemeClr val="accent3">
                              <a:lumMod val="50000"/>
                            </a:schemeClr>
                          </a:solidFill>
                        </a:rPr>
                        <a:t>examples to illustrate</a:t>
                      </a:r>
                    </a:p>
                  </a:txBody>
                  <a:tcPr anchor="ctr">
                    <a:lnT w="12700" cap="flat" cmpd="sng" algn="ctr">
                      <a:solidFill>
                        <a:srgbClr val="C7D9D4"/>
                      </a:solidFill>
                      <a:prstDash val="solid"/>
                      <a:round/>
                      <a:headEnd type="none" w="med" len="med"/>
                      <a:tailEnd type="none" w="med" len="med"/>
                    </a:lnT>
                    <a:lnB w="12700" cap="flat">
                      <a:solidFill>
                        <a:srgbClr val="C7D9D4"/>
                      </a:solidFill>
                    </a:lnB>
                    <a:solidFill>
                      <a:srgbClr val="FFFFFF"/>
                    </a:solidFill>
                  </a:tcPr>
                </a:tc>
                <a:tc>
                  <a:txBody>
                    <a:bodyPr/>
                    <a:lstStyle/>
                    <a:p>
                      <a:pPr algn="l"/>
                      <a:r>
                        <a:rPr lang="en-US" sz="1600" dirty="0"/>
                        <a:t>Angela, </a:t>
                      </a:r>
                    </a:p>
                  </a:txBody>
                  <a:tcPr anchor="ctr">
                    <a:lnT w="12700" cap="flat" cmpd="sng" algn="ctr">
                      <a:solidFill>
                        <a:srgbClr val="C7D9D4"/>
                      </a:solidFill>
                      <a:prstDash val="solid"/>
                      <a:round/>
                      <a:headEnd type="none" w="med" len="med"/>
                      <a:tailEnd type="none" w="med" len="med"/>
                    </a:lnT>
                    <a:lnB w="12700" cap="flat">
                      <a:solidFill>
                        <a:srgbClr val="C7D9D4"/>
                      </a:solidFill>
                    </a:lnB>
                    <a:solidFill>
                      <a:srgbClr val="FFFFFF"/>
                    </a:solidFill>
                  </a:tcPr>
                </a:tc>
                <a:tc>
                  <a:txBody>
                    <a:bodyPr/>
                    <a:lstStyle/>
                    <a:p>
                      <a:pPr algn="l"/>
                      <a:endParaRPr lang="en-US" sz="1600" dirty="0"/>
                    </a:p>
                  </a:txBody>
                  <a:tcPr anchor="ctr">
                    <a:lnT w="12700" cap="flat" cmpd="sng" algn="ctr">
                      <a:solidFill>
                        <a:srgbClr val="C7D9D4"/>
                      </a:solidFill>
                      <a:prstDash val="solid"/>
                      <a:round/>
                      <a:headEnd type="none" w="med" len="med"/>
                      <a:tailEnd type="none" w="med" len="med"/>
                    </a:lnT>
                    <a:lnB w="12700" cap="flat">
                      <a:solidFill>
                        <a:srgbClr val="C7D9D4"/>
                      </a:solidFill>
                    </a:lnB>
                    <a:solidFill>
                      <a:srgbClr val="FFFFFF"/>
                    </a:solidFill>
                  </a:tcPr>
                </a:tc>
                <a:extLst>
                  <a:ext uri="{0D108BD9-81ED-4DB2-BD59-A6C34878D82A}">
                    <a16:rowId xmlns:a16="http://schemas.microsoft.com/office/drawing/2014/main" val="10004"/>
                  </a:ext>
                </a:extLst>
              </a:tr>
              <a:tr h="440000">
                <a:tc>
                  <a:txBody>
                    <a:bodyPr/>
                    <a:lstStyle/>
                    <a:p>
                      <a:pPr algn="l"/>
                      <a:r>
                        <a:rPr lang="en-US" sz="1600" dirty="0">
                          <a:solidFill>
                            <a:srgbClr val="08312A"/>
                          </a:solidFill>
                        </a:rPr>
                        <a:t>Interview colleagues who volunteer in the survey</a:t>
                      </a:r>
                    </a:p>
                  </a:txBody>
                  <a:tcPr anchor="ctr">
                    <a:lnT w="12700" cap="flat" cmpd="sng" algn="ctr">
                      <a:solidFill>
                        <a:srgbClr val="C7D9D4"/>
                      </a:solidFill>
                      <a:prstDash val="solid"/>
                      <a:round/>
                      <a:headEnd type="none" w="med" len="med"/>
                      <a:tailEnd type="none" w="med" len="med"/>
                    </a:lnT>
                    <a:lnB w="12700" cap="flat">
                      <a:solidFill>
                        <a:srgbClr val="C7D9D4"/>
                      </a:solidFill>
                    </a:lnB>
                    <a:solidFill>
                      <a:srgbClr val="F2F6F4"/>
                    </a:solidFill>
                  </a:tcPr>
                </a:tc>
                <a:tc>
                  <a:txBody>
                    <a:bodyPr/>
                    <a:lstStyle/>
                    <a:p>
                      <a:pPr algn="l"/>
                      <a:r>
                        <a:rPr lang="en-US" sz="1600" dirty="0">
                          <a:solidFill>
                            <a:srgbClr val="3A4A47"/>
                          </a:solidFill>
                        </a:rPr>
                        <a:t>Angela </a:t>
                      </a:r>
                      <a:r>
                        <a:rPr lang="en-US" sz="1600" dirty="0">
                          <a:solidFill>
                            <a:srgbClr val="3A4A47"/>
                          </a:solidFill>
                          <a:sym typeface="Wingdings" panose="05000000000000000000" pitchFamily="2" charset="2"/>
                        </a:rPr>
                        <a:t></a:t>
                      </a:r>
                      <a:r>
                        <a:rPr lang="en-US" sz="1600" dirty="0">
                          <a:solidFill>
                            <a:srgbClr val="3A4A47"/>
                          </a:solidFill>
                        </a:rPr>
                        <a:t>Kristen, Mary Alice, Jessica </a:t>
                      </a:r>
                      <a:r>
                        <a:rPr lang="en-US" sz="1600" dirty="0">
                          <a:solidFill>
                            <a:srgbClr val="3A4A47"/>
                          </a:solidFill>
                          <a:sym typeface="Wingdings" panose="05000000000000000000" pitchFamily="2" charset="2"/>
                        </a:rPr>
                        <a:t> </a:t>
                      </a:r>
                      <a:r>
                        <a:rPr lang="en-US" sz="1600" dirty="0">
                          <a:solidFill>
                            <a:srgbClr val="3A4A47"/>
                          </a:solidFill>
                        </a:rPr>
                        <a:t>Kristin, </a:t>
                      </a:r>
                    </a:p>
                    <a:p>
                      <a:pPr algn="l"/>
                      <a:r>
                        <a:rPr lang="en-US" sz="1600" dirty="0">
                          <a:solidFill>
                            <a:srgbClr val="3A4A47"/>
                          </a:solidFill>
                        </a:rPr>
                        <a:t>Richard, </a:t>
                      </a:r>
                    </a:p>
                    <a:p>
                      <a:pPr algn="l"/>
                      <a:r>
                        <a:rPr lang="en-US" sz="1600" dirty="0">
                          <a:solidFill>
                            <a:srgbClr val="3A4A47"/>
                          </a:solidFill>
                        </a:rPr>
                        <a:t>Haoyu, </a:t>
                      </a:r>
                    </a:p>
                    <a:p>
                      <a:pPr algn="l"/>
                      <a:r>
                        <a:rPr lang="en-US" sz="1600" dirty="0">
                          <a:solidFill>
                            <a:srgbClr val="3A4A47"/>
                          </a:solidFill>
                        </a:rPr>
                        <a:t>Nusrat</a:t>
                      </a:r>
                    </a:p>
                  </a:txBody>
                  <a:tcPr anchor="ctr">
                    <a:lnT w="12700" cap="flat" cmpd="sng" algn="ctr">
                      <a:solidFill>
                        <a:srgbClr val="C7D9D4"/>
                      </a:solidFill>
                      <a:prstDash val="solid"/>
                      <a:round/>
                      <a:headEnd type="none" w="med" len="med"/>
                      <a:tailEnd type="none" w="med" len="med"/>
                    </a:lnT>
                    <a:lnB w="12700" cap="flat">
                      <a:solidFill>
                        <a:srgbClr val="C7D9D4"/>
                      </a:solidFill>
                    </a:lnB>
                    <a:solidFill>
                      <a:srgbClr val="F2F6F4"/>
                    </a:solidFill>
                  </a:tcPr>
                </a:tc>
                <a:tc>
                  <a:txBody>
                    <a:bodyPr/>
                    <a:lstStyle/>
                    <a:p>
                      <a:pPr algn="l"/>
                      <a:r>
                        <a:rPr lang="en-US" sz="1600" dirty="0"/>
                        <a:t>1 month</a:t>
                      </a:r>
                    </a:p>
                  </a:txBody>
                  <a:tcPr anchor="ctr">
                    <a:lnT w="12700" cap="flat" cmpd="sng" algn="ctr">
                      <a:solidFill>
                        <a:srgbClr val="C7D9D4"/>
                      </a:solidFill>
                      <a:prstDash val="solid"/>
                      <a:round/>
                      <a:headEnd type="none" w="med" len="med"/>
                      <a:tailEnd type="none" w="med" len="med"/>
                    </a:lnT>
                    <a:lnB w="12700" cap="flat">
                      <a:solidFill>
                        <a:srgbClr val="C7D9D4"/>
                      </a:solidFill>
                    </a:lnB>
                    <a:solidFill>
                      <a:srgbClr val="F2F6F4"/>
                    </a:solidFill>
                  </a:tcPr>
                </a:tc>
                <a:extLst>
                  <a:ext uri="{0D108BD9-81ED-4DB2-BD59-A6C34878D82A}">
                    <a16:rowId xmlns:a16="http://schemas.microsoft.com/office/drawing/2014/main" val="10005"/>
                  </a:ext>
                </a:extLst>
              </a:tr>
              <a:tr h="440000">
                <a:tc>
                  <a:txBody>
                    <a:bodyPr/>
                    <a:lstStyle/>
                    <a:p>
                      <a:pPr algn="l"/>
                      <a:r>
                        <a:rPr lang="en-US" sz="1600">
                          <a:solidFill>
                            <a:srgbClr val="08312A"/>
                          </a:solidFill>
                        </a:rPr>
                        <a:t>Summarize results</a:t>
                      </a:r>
                    </a:p>
                  </a:txBody>
                  <a:tcPr anchor="ctr">
                    <a:lnT w="12700" cap="flat" cmpd="sng" algn="ctr">
                      <a:solidFill>
                        <a:srgbClr val="C7D9D4"/>
                      </a:solidFill>
                      <a:prstDash val="solid"/>
                      <a:round/>
                      <a:headEnd type="none" w="med" len="med"/>
                      <a:tailEnd type="none" w="med" len="med"/>
                    </a:lnT>
                    <a:lnB w="12700" cap="flat">
                      <a:solidFill>
                        <a:srgbClr val="C7D9D4"/>
                      </a:solidFill>
                    </a:lnB>
                    <a:solidFill>
                      <a:srgbClr val="FFFFFF"/>
                    </a:solidFill>
                  </a:tcPr>
                </a:tc>
                <a:tc>
                  <a:txBody>
                    <a:bodyPr/>
                    <a:lstStyle/>
                    <a:p>
                      <a:pPr algn="l"/>
                      <a:r>
                        <a:rPr lang="en-US" sz="1600" dirty="0"/>
                        <a:t>Nusrat</a:t>
                      </a:r>
                    </a:p>
                  </a:txBody>
                  <a:tcPr anchor="ctr">
                    <a:lnT w="12700" cap="flat" cmpd="sng" algn="ctr">
                      <a:solidFill>
                        <a:srgbClr val="C7D9D4"/>
                      </a:solidFill>
                      <a:prstDash val="solid"/>
                      <a:round/>
                      <a:headEnd type="none" w="med" len="med"/>
                      <a:tailEnd type="none" w="med" len="med"/>
                    </a:lnT>
                    <a:lnB w="12700" cap="flat">
                      <a:solidFill>
                        <a:srgbClr val="C7D9D4"/>
                      </a:solidFill>
                    </a:lnB>
                    <a:solidFill>
                      <a:srgbClr val="FFFFFF"/>
                    </a:solidFill>
                  </a:tcPr>
                </a:tc>
                <a:tc>
                  <a:txBody>
                    <a:bodyPr/>
                    <a:lstStyle/>
                    <a:p>
                      <a:pPr algn="l"/>
                      <a:endParaRPr lang="en-US" sz="1600" dirty="0"/>
                    </a:p>
                  </a:txBody>
                  <a:tcPr anchor="ctr">
                    <a:lnT w="12700" cap="flat" cmpd="sng" algn="ctr">
                      <a:solidFill>
                        <a:srgbClr val="C7D9D4"/>
                      </a:solidFill>
                      <a:prstDash val="solid"/>
                      <a:round/>
                      <a:headEnd type="none" w="med" len="med"/>
                      <a:tailEnd type="none" w="med" len="med"/>
                    </a:lnT>
                    <a:lnB w="12700" cap="flat">
                      <a:solidFill>
                        <a:srgbClr val="C7D9D4"/>
                      </a:solidFill>
                    </a:lnB>
                    <a:solidFill>
                      <a:srgbClr val="FFFFFF"/>
                    </a:solidFill>
                  </a:tcPr>
                </a:tc>
                <a:extLst>
                  <a:ext uri="{0D108BD9-81ED-4DB2-BD59-A6C34878D82A}">
                    <a16:rowId xmlns:a16="http://schemas.microsoft.com/office/drawing/2014/main" val="10006"/>
                  </a:ext>
                </a:extLst>
              </a:tr>
              <a:tr h="440000">
                <a:tc>
                  <a:txBody>
                    <a:bodyPr/>
                    <a:lstStyle/>
                    <a:p>
                      <a:pPr algn="l"/>
                      <a:r>
                        <a:rPr lang="en-US" sz="1600" dirty="0">
                          <a:solidFill>
                            <a:srgbClr val="08312A"/>
                          </a:solidFill>
                        </a:rPr>
                        <a:t>Create the operational roadmap, manuscript drafting</a:t>
                      </a:r>
                    </a:p>
                  </a:txBody>
                  <a:tcPr anchor="ctr">
                    <a:lnT w="12700" cap="flat" cmpd="sng" algn="ctr">
                      <a:solidFill>
                        <a:srgbClr val="C7D9D4"/>
                      </a:solidFill>
                      <a:prstDash val="solid"/>
                      <a:round/>
                      <a:headEnd type="none" w="med" len="med"/>
                      <a:tailEnd type="none" w="med" len="med"/>
                    </a:lnT>
                    <a:lnB w="12700" cap="flat">
                      <a:solidFill>
                        <a:srgbClr val="C7D9D4"/>
                      </a:solidFill>
                    </a:lnB>
                    <a:solidFill>
                      <a:srgbClr val="F2F6F4"/>
                    </a:solidFill>
                  </a:tcPr>
                </a:tc>
                <a:tc>
                  <a:txBody>
                    <a:bodyPr/>
                    <a:lstStyle/>
                    <a:p>
                      <a:pPr algn="l"/>
                      <a:r>
                        <a:rPr lang="en-US" sz="1600" dirty="0"/>
                        <a:t>Guohui</a:t>
                      </a:r>
                    </a:p>
                  </a:txBody>
                  <a:tcPr anchor="ctr">
                    <a:lnT w="12700" cap="flat" cmpd="sng" algn="ctr">
                      <a:solidFill>
                        <a:srgbClr val="C7D9D4"/>
                      </a:solidFill>
                      <a:prstDash val="solid"/>
                      <a:round/>
                      <a:headEnd type="none" w="med" len="med"/>
                      <a:tailEnd type="none" w="med" len="med"/>
                    </a:lnT>
                    <a:lnB w="12700" cap="flat">
                      <a:solidFill>
                        <a:srgbClr val="C7D9D4"/>
                      </a:solidFill>
                    </a:lnB>
                    <a:solidFill>
                      <a:srgbClr val="F2F6F4"/>
                    </a:solidFill>
                  </a:tcPr>
                </a:tc>
                <a:tc>
                  <a:txBody>
                    <a:bodyPr/>
                    <a:lstStyle/>
                    <a:p>
                      <a:pPr algn="l"/>
                      <a:r>
                        <a:rPr lang="en-US" sz="1600" dirty="0"/>
                        <a:t>1 month</a:t>
                      </a:r>
                    </a:p>
                  </a:txBody>
                  <a:tcPr anchor="ctr">
                    <a:lnT w="12700" cap="flat" cmpd="sng" algn="ctr">
                      <a:solidFill>
                        <a:srgbClr val="C7D9D4"/>
                      </a:solidFill>
                      <a:prstDash val="solid"/>
                      <a:round/>
                      <a:headEnd type="none" w="med" len="med"/>
                      <a:tailEnd type="none" w="med" len="med"/>
                    </a:lnT>
                    <a:lnB w="12700" cap="flat">
                      <a:solidFill>
                        <a:srgbClr val="C7D9D4"/>
                      </a:solidFill>
                    </a:lnB>
                    <a:solidFill>
                      <a:srgbClr val="F2F6F4"/>
                    </a:solidFill>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284769664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VCT_SHOW_CA" val="False"/>
  <p:tag name="THINKCELLUNDODONOTDELETE" val="0"/>
</p:tagLst>
</file>

<file path=ppt/theme/theme1.xml><?xml version="1.0" encoding="utf-8"?>
<a:theme xmlns:a="http://schemas.openxmlformats.org/drawingml/2006/main" name="Boehringer Ingelheim 16:9">
  <a:themeElements>
    <a:clrScheme name="BI_FINAL">
      <a:dk1>
        <a:sysClr val="windowText" lastClr="000000"/>
      </a:dk1>
      <a:lt1>
        <a:sysClr val="window" lastClr="FFFFFF"/>
      </a:lt1>
      <a:dk2>
        <a:srgbClr val="00E47C"/>
      </a:dk2>
      <a:lt2>
        <a:srgbClr val="08312A"/>
      </a:lt2>
      <a:accent1>
        <a:srgbClr val="08312A"/>
      </a:accent1>
      <a:accent2>
        <a:srgbClr val="00E47C"/>
      </a:accent2>
      <a:accent3>
        <a:srgbClr val="C5C3EE"/>
      </a:accent3>
      <a:accent4>
        <a:srgbClr val="FFE667"/>
      </a:accent4>
      <a:accent5>
        <a:srgbClr val="F58A68"/>
      </a:accent5>
      <a:accent6>
        <a:srgbClr val="A3E5EE"/>
      </a:accent6>
      <a:hlink>
        <a:srgbClr val="898885"/>
      </a:hlink>
      <a:folHlink>
        <a:srgbClr val="B7B6B2"/>
      </a:folHlink>
    </a:clrScheme>
    <a:fontScheme name="Boehringer">
      <a:majorFont>
        <a:latin typeface="Boehringer Forward Head"/>
        <a:ea typeface=""/>
        <a:cs typeface=""/>
      </a:majorFont>
      <a:minorFont>
        <a:latin typeface="Boehringer Forward Tex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gray">
        <a:solidFill>
          <a:schemeClr val="bg1"/>
        </a:solidFill>
        <a:ln w="6350">
          <a:solidFill>
            <a:schemeClr val="tx1"/>
          </a:solidFill>
        </a:ln>
      </a:spPr>
      <a:bodyPr rtlCol="0" anchor="ctr"/>
      <a:lstStyle>
        <a:defPPr algn="ctr">
          <a:lnSpc>
            <a:spcPct val="140000"/>
          </a:lnSpc>
          <a:defRPr sz="16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bwMode="gray">
        <a:ln w="635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square" lIns="0" tIns="0" rIns="0" bIns="0" rtlCol="0">
        <a:spAutoFit/>
      </a:bodyPr>
      <a:lstStyle>
        <a:defPPr marL="180000" indent="-180000" algn="l">
          <a:lnSpc>
            <a:spcPct val="140000"/>
          </a:lnSpc>
          <a:buFont typeface="Arial" panose="020B0604020202020204" pitchFamily="34" charset="0"/>
          <a:buChar char="•"/>
          <a:defRPr sz="1600" dirty="0"/>
        </a:defPPr>
      </a:lstStyle>
    </a:txDef>
  </a:objectDefaults>
  <a:extraClrSchemeLst/>
  <a:custClrLst>
    <a:custClr name="Light Red">
      <a:srgbClr val="F5CDB9"/>
    </a:custClr>
    <a:custClr name="Red">
      <a:srgbClr val="F58A68"/>
    </a:custClr>
    <a:custClr name="Medium Red">
      <a:srgbClr val="EE6541"/>
    </a:custClr>
    <a:custClr name="Dark Red">
      <a:srgbClr val="86251B"/>
    </a:custClr>
    <a:custClr>
      <a:srgbClr val="FFFFFF"/>
    </a:custClr>
    <a:custClr>
      <a:srgbClr val="FFFFFF"/>
    </a:custClr>
    <a:custClr name="Gray 1">
      <a:srgbClr val="FAF9F8"/>
    </a:custClr>
    <a:custClr name="Light Gray">
      <a:srgbClr val="F6F5F3"/>
    </a:custClr>
    <a:custClr name="Gray 3">
      <a:srgbClr val="EFEEEB"/>
    </a:custClr>
    <a:custClr name="Warm Gray">
      <a:srgbClr val="E5E3DE"/>
    </a:custClr>
    <a:custClr name="Light Blue">
      <a:srgbClr val="D2F2F7"/>
    </a:custClr>
    <a:custClr name="Blue">
      <a:srgbClr val="A3E5EE"/>
    </a:custClr>
    <a:custClr name="Medium Blue">
      <a:srgbClr val="6AD2E2"/>
    </a:custClr>
    <a:custClr name="Dark Blue">
      <a:srgbClr val="076D7E"/>
    </a:custClr>
    <a:custClr>
      <a:srgbClr val="FFFFFF"/>
    </a:custClr>
    <a:custClr>
      <a:srgbClr val="FFFFFF"/>
    </a:custClr>
    <a:custClr name="Gray 5">
      <a:srgbClr val="B7B6B2"/>
    </a:custClr>
    <a:custClr name="Gray 6">
      <a:srgbClr val="898885"/>
    </a:custClr>
    <a:custClr name="Gray 7">
      <a:srgbClr val="5C5B59"/>
    </a:custClr>
    <a:custClr name="Gray 8">
      <a:srgbClr val="2E2D2C"/>
    </a:custClr>
    <a:custClr name="Light Yellow">
      <a:srgbClr val="FBF9AA"/>
    </a:custClr>
    <a:custClr name="Yellow">
      <a:srgbClr val="FFE667"/>
    </a:custClr>
    <a:custClr name="Medium Yellow">
      <a:srgbClr val="FFD03D"/>
    </a:custClr>
    <a:custClr name="Dark Yellow">
      <a:srgbClr val="E18600"/>
    </a:custClr>
    <a:custClr>
      <a:srgbClr val="FFFFFF"/>
    </a:custClr>
    <a:custClr>
      <a:srgbClr val="FFFFFF"/>
    </a:custClr>
    <a:custClr>
      <a:srgbClr val="FFFFFF"/>
    </a:custClr>
    <a:custClr>
      <a:srgbClr val="FFFFFF"/>
    </a:custClr>
    <a:custClr>
      <a:srgbClr val="FFFFFF"/>
    </a:custClr>
    <a:custClr>
      <a:srgbClr val="FFFFFF"/>
    </a:custClr>
    <a:custClr name="Light Violet">
      <a:srgbClr val="E0E1F6"/>
    </a:custClr>
    <a:custClr name="Violet">
      <a:srgbClr val="C5C3EE"/>
    </a:custClr>
    <a:custClr name="Medium Violet">
      <a:srgbClr val="928BDE"/>
    </a:custClr>
    <a:custClr name="Dark Violet">
      <a:srgbClr val="5D4495"/>
    </a:custClr>
    <a:custClr>
      <a:srgbClr val="FFFFFF"/>
    </a:custClr>
    <a:custClr>
      <a:srgbClr val="FFFFFF"/>
    </a:custClr>
    <a:custClr>
      <a:srgbClr val="FFFFFF"/>
    </a:custClr>
    <a:custClr name="Signal Red">
      <a:srgbClr val="F62B2B"/>
    </a:custClr>
    <a:custClr name="Signal Yellow">
      <a:srgbClr val="FF8413"/>
    </a:custClr>
    <a:custClr name="Signal Green">
      <a:srgbClr val="1EAD1B"/>
    </a:custClr>
  </a:custClrLst>
  <a:extLst>
    <a:ext uri="{05A4C25C-085E-4340-85A3-A5531E510DB2}">
      <thm15:themeFamily xmlns:thm15="http://schemas.microsoft.com/office/thememl/2012/main" name="Boehringer_PPT-Master_Version_2.0_August_2025.potx" id="{9C392FE5-360A-49C6-83CC-A051B795DF72}" vid="{7A29953D-1659-47B6-A67C-94D3FD3337EC}"/>
    </a:ext>
  </a:extLst>
</a:theme>
</file>

<file path=ppt/theme/theme2.xml><?xml version="1.0" encoding="utf-8"?>
<a:theme xmlns:a="http://schemas.openxmlformats.org/drawingml/2006/main" name="Office Theme">
  <a:themeElements>
    <a:clrScheme name="BI_FINAL">
      <a:dk1>
        <a:sysClr val="windowText" lastClr="000000"/>
      </a:dk1>
      <a:lt1>
        <a:sysClr val="window" lastClr="FFFFFF"/>
      </a:lt1>
      <a:dk2>
        <a:srgbClr val="00E47C"/>
      </a:dk2>
      <a:lt2>
        <a:srgbClr val="08312A"/>
      </a:lt2>
      <a:accent1>
        <a:srgbClr val="08312A"/>
      </a:accent1>
      <a:accent2>
        <a:srgbClr val="00E47C"/>
      </a:accent2>
      <a:accent3>
        <a:srgbClr val="C5C3EE"/>
      </a:accent3>
      <a:accent4>
        <a:srgbClr val="FFE667"/>
      </a:accent4>
      <a:accent5>
        <a:srgbClr val="F58A68"/>
      </a:accent5>
      <a:accent6>
        <a:srgbClr val="A3E5EE"/>
      </a:accent6>
      <a:hlink>
        <a:srgbClr val="898885"/>
      </a:hlink>
      <a:folHlink>
        <a:srgbClr val="B7B6B2"/>
      </a:folHlink>
    </a:clrScheme>
    <a:fontScheme name="BI_neu">
      <a:majorFont>
        <a:latin typeface="Boehringer Headline"/>
        <a:ea typeface=""/>
        <a:cs typeface=""/>
      </a:majorFont>
      <a:minorFont>
        <a:latin typeface="Boehringer Tex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BI_FINAL">
      <a:dk1>
        <a:sysClr val="windowText" lastClr="000000"/>
      </a:dk1>
      <a:lt1>
        <a:sysClr val="window" lastClr="FFFFFF"/>
      </a:lt1>
      <a:dk2>
        <a:srgbClr val="00E47C"/>
      </a:dk2>
      <a:lt2>
        <a:srgbClr val="08312A"/>
      </a:lt2>
      <a:accent1>
        <a:srgbClr val="08312A"/>
      </a:accent1>
      <a:accent2>
        <a:srgbClr val="00E47C"/>
      </a:accent2>
      <a:accent3>
        <a:srgbClr val="C5C3EE"/>
      </a:accent3>
      <a:accent4>
        <a:srgbClr val="FFE667"/>
      </a:accent4>
      <a:accent5>
        <a:srgbClr val="F58A68"/>
      </a:accent5>
      <a:accent6>
        <a:srgbClr val="A3E5EE"/>
      </a:accent6>
      <a:hlink>
        <a:srgbClr val="898885"/>
      </a:hlink>
      <a:folHlink>
        <a:srgbClr val="B7B6B2"/>
      </a:folHlink>
    </a:clrScheme>
    <a:fontScheme name="BI_neu">
      <a:majorFont>
        <a:latin typeface="Boehringer Headline"/>
        <a:ea typeface=""/>
        <a:cs typeface=""/>
      </a:majorFont>
      <a:minorFont>
        <a:latin typeface="Boehringer Tex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F4201B242ED634390BBB938A6A9DF54" ma:contentTypeVersion="6" ma:contentTypeDescription="Create a new document." ma:contentTypeScope="" ma:versionID="8f96b1384c65364ab6e7b0ee30e034cd">
  <xsd:schema xmlns:xsd="http://www.w3.org/2001/XMLSchema" xmlns:xs="http://www.w3.org/2001/XMLSchema" xmlns:p="http://schemas.microsoft.com/office/2006/metadata/properties" xmlns:ns2="59851ce9-ae5d-4a68-a538-90ff58fa3e09" xmlns:ns3="83594577-a257-40e9-801f-0c2062171c97" targetNamespace="http://schemas.microsoft.com/office/2006/metadata/properties" ma:root="true" ma:fieldsID="c399c46b8c2ee481bb509aa60f387a03" ns2:_="" ns3:_="">
    <xsd:import namespace="59851ce9-ae5d-4a68-a538-90ff58fa3e09"/>
    <xsd:import namespace="83594577-a257-40e9-801f-0c2062171c97"/>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9851ce9-ae5d-4a68-a538-90ff58fa3e0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SearchProperties" ma:index="13"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83594577-a257-40e9-801f-0c2062171c97"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81E49AD-9720-4804-958F-419D1970E5D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9851ce9-ae5d-4a68-a538-90ff58fa3e09"/>
    <ds:schemaRef ds:uri="83594577-a257-40e9-801f-0c2062171c9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0DB269DB-7382-403B-8D86-DAC69852551E}">
  <ds:schemaRefs>
    <ds:schemaRef ds:uri="http://purl.org/dc/terms/"/>
    <ds:schemaRef ds:uri="83594577-a257-40e9-801f-0c2062171c97"/>
    <ds:schemaRef ds:uri="http://schemas.microsoft.com/office/2006/documentManagement/types"/>
    <ds:schemaRef ds:uri="http://purl.org/dc/elements/1.1/"/>
    <ds:schemaRef ds:uri="http://schemas.openxmlformats.org/package/2006/metadata/core-properties"/>
    <ds:schemaRef ds:uri="http://schemas.microsoft.com/office/2006/metadata/properties"/>
    <ds:schemaRef ds:uri="http://purl.org/dc/dcmitype/"/>
    <ds:schemaRef ds:uri="http://schemas.microsoft.com/office/infopath/2007/PartnerControls"/>
    <ds:schemaRef ds:uri="59851ce9-ae5d-4a68-a538-90ff58fa3e09"/>
    <ds:schemaRef ds:uri="http://www.w3.org/XML/1998/namespace"/>
  </ds:schemaRefs>
</ds:datastoreItem>
</file>

<file path=customXml/itemProps3.xml><?xml version="1.0" encoding="utf-8"?>
<ds:datastoreItem xmlns:ds="http://schemas.openxmlformats.org/officeDocument/2006/customXml" ds:itemID="{34484AE9-B17B-4583-9184-74F2ACEFA053}">
  <ds:schemaRefs>
    <ds:schemaRef ds:uri="http://schemas.microsoft.com/sharepoint/v3/contenttype/forms"/>
  </ds:schemaRefs>
</ds:datastoreItem>
</file>

<file path=docMetadata/LabelInfo.xml><?xml version="1.0" encoding="utf-8"?>
<clbl:labelList xmlns:clbl="http://schemas.microsoft.com/office/2020/mipLabelMetadata">
  <clbl:label id="{3ca48ea3-8c75-4d36-b64f-70604b11fd22}" enabled="1" method="Standard" siteId="{3ac94b33-9135-4821-9502-eafda6592a35}" removed="0"/>
  <clbl:label id="{bfd0b529-4a04-4616-88d2-531082d94bb8}" enabled="1" method="Standard" siteId="{e1f8af86-ee95-4718-bd0d-375b37366c83}" removed="0"/>
</clbl:labelList>
</file>

<file path=docProps/app.xml><?xml version="1.0" encoding="utf-8"?>
<Properties xmlns="http://schemas.openxmlformats.org/officeDocument/2006/extended-properties" xmlns:vt="http://schemas.openxmlformats.org/officeDocument/2006/docPropsVTypes">
  <Template>Boehringer_PPT-Master_2.0</Template>
  <TotalTime>4584</TotalTime>
  <Words>737</Words>
  <Application>Microsoft Office PowerPoint</Application>
  <PresentationFormat>Widescreen</PresentationFormat>
  <Paragraphs>123</Paragraphs>
  <Slides>6</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6</vt:i4>
      </vt:variant>
    </vt:vector>
  </HeadingPairs>
  <TitlesOfParts>
    <vt:vector size="14" baseType="lpstr">
      <vt:lpstr>Boehringer Forward Text</vt:lpstr>
      <vt:lpstr>Arial</vt:lpstr>
      <vt:lpstr>Wingdings</vt:lpstr>
      <vt:lpstr>Boehringer Text</vt:lpstr>
      <vt:lpstr>Aptos</vt:lpstr>
      <vt:lpstr>Boehringer Headline</vt:lpstr>
      <vt:lpstr>Boehringer Forward Head</vt:lpstr>
      <vt:lpstr>Boehringer Ingelheim 16:9</vt:lpstr>
      <vt:lpstr>Status Update - #7</vt:lpstr>
      <vt:lpstr>Sub-Team Members – New Recruits Welcome!</vt:lpstr>
      <vt:lpstr>RISW 2026 Session Debrief</vt:lpstr>
      <vt:lpstr>Workstream Outputs</vt:lpstr>
      <vt:lpstr>Proposal to consider</vt:lpstr>
      <vt:lpstr>Next steps – contributors - timeline </vt:lpstr>
    </vt:vector>
  </TitlesOfParts>
  <Company>Boehringer Ingelheim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Roy,Dr.,Dooti (MED BDS) BIP-US-R</dc:creator>
  <dc:description/>
  <cp:lastModifiedBy>Roy,Dr.,Dooti (MED BDS) BIP-US-R</cp:lastModifiedBy>
  <cp:revision>2</cp:revision>
  <dcterms:created xsi:type="dcterms:W3CDTF">2026-06-03T01:23:43Z</dcterms:created>
  <dcterms:modified xsi:type="dcterms:W3CDTF">2026-09-25T14:58:15Z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0x010100DF4201B242ED634390BBB938A6A9DF54</vt:lpwstr>
  </property>
</Properties>
</file>