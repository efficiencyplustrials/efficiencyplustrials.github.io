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9" r:id="rId4"/>
  </p:sldMasterIdLst>
  <p:notesMasterIdLst>
    <p:notesMasterId r:id="rId12"/>
  </p:notesMasterIdLst>
  <p:handoutMasterIdLst>
    <p:handoutMasterId r:id="rId13"/>
  </p:handoutMasterIdLst>
  <p:sldIdLst>
    <p:sldId id="2147474974" r:id="rId5"/>
    <p:sldId id="2147475084" r:id="rId6"/>
    <p:sldId id="2147475081" r:id="rId7"/>
    <p:sldId id="2147475080" r:id="rId8"/>
    <p:sldId id="2147474830" r:id="rId9"/>
    <p:sldId id="2147475079" r:id="rId10"/>
    <p:sldId id="2147475085" r:id="rId11"/>
  </p:sldIdLst>
  <p:sldSz cx="12192000" cy="6858000"/>
  <p:notesSz cx="6858000" cy="9144000"/>
  <p:embeddedFontLst>
    <p:embeddedFont>
      <p:font typeface="Johnson Display" pitchFamily="2" charset="77"/>
      <p:regular r:id="rId14"/>
      <p:bold r:id="rId15"/>
      <p:italic r:id="rId16"/>
      <p:boldItalic r:id="rId17"/>
    </p:embeddedFont>
    <p:embeddedFont>
      <p:font typeface="Johnson Text" pitchFamily="2" charset="77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2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379406-00EA-0BBF-4A62-18AFE683C427}" name="Jacob, Gabriela [MEDBR]" initials="JG[" userId="S::gjacob2@its.jnj.com::d19021a1-14e7-435e-9147-161a0cb1c433" providerId="AD"/>
  <p188:author id="{59AED718-C774-199A-69C7-5ADA0246CEF2}" name="Tina Shields (Wolff Olins)" initials="" userId="S::tina.shields@wolffolins.com::8b84752b-4bc0-4bae-b328-eec9b165519a" providerId="AD"/>
  <p188:author id="{3351A921-C0CE-2090-1A52-FB10794DB1A8}" name="Caroline Welch" initials="CW" userId="Caroline Welch" providerId="None"/>
  <p188:author id="{FCE7132F-8A69-9BDA-4EF3-74D9457A1E98}" name="Johnson, Kristen [ETHUS]" initials="KJ" userId="S::KJohns41@its.jnj.com::140e039e-7add-4852-ad6b-5991da6f625c" providerId="AD"/>
  <p188:author id="{55348C8F-C095-5403-719E-7F0857DBEB73}" name="Rebecca Goodwin" initials="RG" userId="46ddb7a5d008f023" providerId="Windows Live"/>
  <p188:author id="{BFE2E8B9-CE5E-10AE-8678-6A4EEFBFEF7A}" name="Alex Medina" initials="AM" userId="S::alexm@jkdesignnj.onmicrosoft.com::ecec9072-2837-4e50-9dfb-700bdfbc30d3" providerId="AD"/>
  <p188:author id="{16F218D7-26DA-D6A7-FA2C-AAB79E2B99D8}" name="Ben Skingley (Wolff Olins, London)" initials="BS" userId="S::ben.skingley@wolffolins.com::21935174-311b-4876-93c7-0433ebed6584" providerId="AD"/>
  <p188:author id="{0D6E14FB-8860-D24F-2885-ABEFA1D0DEBC}" name="Johnson, Kristen [ETHUS]" initials="JK[" userId="S::kjohns41@its.jnj.com::140e039e-7add-4852-ad6b-5991da6f625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5F3"/>
    <a:srgbClr val="F1EFED"/>
    <a:srgbClr val="F9F7F6"/>
    <a:srgbClr val="ECECEC"/>
    <a:srgbClr val="F5F3F2"/>
    <a:srgbClr val="F6F3F2"/>
    <a:srgbClr val="81766F"/>
    <a:srgbClr val="564C47"/>
    <a:srgbClr val="83786F"/>
    <a:srgbClr val="9834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FF1909-8FDA-FC4A-AD81-6FAEF6CEA3DF}" v="2" dt="2026-01-16T12:25:38.234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8" autoAdjust="0"/>
    <p:restoredTop sz="96180"/>
  </p:normalViewPr>
  <p:slideViewPr>
    <p:cSldViewPr snapToGrid="0">
      <p:cViewPr varScale="1">
        <p:scale>
          <a:sx n="151" d="100"/>
          <a:sy n="151" d="100"/>
        </p:scale>
        <p:origin x="208" y="240"/>
      </p:cViewPr>
      <p:guideLst>
        <p:guide orient="horz" pos="1128"/>
        <p:guide pos="3840"/>
      </p:guideLst>
    </p:cSldViewPr>
  </p:slideViewPr>
  <p:outlineViewPr>
    <p:cViewPr>
      <p:scale>
        <a:sx n="33" d="100"/>
        <a:sy n="33" d="100"/>
      </p:scale>
      <p:origin x="0" y="-14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5" d="100"/>
        <a:sy n="55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5024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els, Sanne [JRDBE]" userId="705a535a-6522-4994-a390-ffb17a6a4636" providerId="ADAL" clId="{DE81566C-C756-5CDF-8E44-652461E307A0}"/>
    <pc:docChg chg="undo custSel addSld modSld delMainMaster modMainMaster">
      <pc:chgData name="Roels, Sanne [JRDBE]" userId="705a535a-6522-4994-a390-ffb17a6a4636" providerId="ADAL" clId="{DE81566C-C756-5CDF-8E44-652461E307A0}" dt="2026-01-16T12:25:38.234" v="106"/>
      <pc:docMkLst>
        <pc:docMk/>
      </pc:docMkLst>
      <pc:sldMasterChg chg="del">
        <pc:chgData name="Roels, Sanne [JRDBE]" userId="705a535a-6522-4994-a390-ffb17a6a4636" providerId="ADAL" clId="{DE81566C-C756-5CDF-8E44-652461E307A0}" dt="2026-01-16T11:39:49.651" v="96" actId="2696"/>
        <pc:sldMasterMkLst>
          <pc:docMk/>
          <pc:sldMasterMk cId="1045466935" sldId="2147483648"/>
        </pc:sldMasterMkLst>
      </pc:sldMasterChg>
      <pc:sldMasterChg chg="addSp modSp modSldLayout sldLayoutOrd">
        <pc:chgData name="Roels, Sanne [JRDBE]" userId="705a535a-6522-4994-a390-ffb17a6a4636" providerId="ADAL" clId="{DE81566C-C756-5CDF-8E44-652461E307A0}" dt="2026-01-16T12:25:38.234" v="106"/>
        <pc:sldMasterMkLst>
          <pc:docMk/>
          <pc:sldMasterMk cId="3543768889" sldId="2147483679"/>
        </pc:sldMasterMkLst>
        <pc:spChg chg="add mod">
          <ac:chgData name="Roels, Sanne [JRDBE]" userId="705a535a-6522-4994-a390-ffb17a6a4636" providerId="ADAL" clId="{DE81566C-C756-5CDF-8E44-652461E307A0}" dt="2026-01-16T12:25:38.234" v="106"/>
          <ac:spMkLst>
            <pc:docMk/>
            <pc:sldMasterMk cId="3543768889" sldId="2147483679"/>
            <ac:spMk id="8" creationId="{2980A288-2284-2EAA-F9D7-F89001A297DC}"/>
          </ac:spMkLst>
        </pc:spChg>
        <pc:sldLayoutChg chg="addSp delSp modSp mod ord">
          <pc:chgData name="Roels, Sanne [JRDBE]" userId="705a535a-6522-4994-a390-ffb17a6a4636" providerId="ADAL" clId="{DE81566C-C756-5CDF-8E44-652461E307A0}" dt="2026-01-16T12:15:08.320" v="105" actId="14100"/>
          <pc:sldLayoutMkLst>
            <pc:docMk/>
            <pc:sldMasterMk cId="3543768889" sldId="2147483679"/>
            <pc:sldLayoutMk cId="1841252541" sldId="2147483685"/>
          </pc:sldLayoutMkLst>
          <pc:spChg chg="add del">
            <ac:chgData name="Roels, Sanne [JRDBE]" userId="705a535a-6522-4994-a390-ffb17a6a4636" providerId="ADAL" clId="{DE81566C-C756-5CDF-8E44-652461E307A0}" dt="2026-01-16T12:14:49.269" v="102" actId="11529"/>
            <ac:spMkLst>
              <pc:docMk/>
              <pc:sldMasterMk cId="3543768889" sldId="2147483679"/>
              <pc:sldLayoutMk cId="1841252541" sldId="2147483685"/>
              <ac:spMk id="3" creationId="{FB5AFB3C-FC2D-54EE-039C-27A7C5ED0B7C}"/>
            </ac:spMkLst>
          </pc:spChg>
          <pc:spChg chg="add mod">
            <ac:chgData name="Roels, Sanne [JRDBE]" userId="705a535a-6522-4994-a390-ffb17a6a4636" providerId="ADAL" clId="{DE81566C-C756-5CDF-8E44-652461E307A0}" dt="2026-01-16T12:15:08.320" v="105" actId="14100"/>
            <ac:spMkLst>
              <pc:docMk/>
              <pc:sldMasterMk cId="3543768889" sldId="2147483679"/>
              <pc:sldLayoutMk cId="1841252541" sldId="2147483685"/>
              <ac:spMk id="4" creationId="{DF6CA8FB-CE07-FF76-B7E3-A3C9E74F0E0C}"/>
            </ac:spMkLst>
          </pc:spChg>
          <pc:spChg chg="del">
            <ac:chgData name="Roels, Sanne [JRDBE]" userId="705a535a-6522-4994-a390-ffb17a6a4636" providerId="ADAL" clId="{DE81566C-C756-5CDF-8E44-652461E307A0}" dt="2026-01-16T12:14:39.264" v="101" actId="478"/>
            <ac:spMkLst>
              <pc:docMk/>
              <pc:sldMasterMk cId="3543768889" sldId="2147483679"/>
              <pc:sldLayoutMk cId="1841252541" sldId="2147483685"/>
              <ac:spMk id="9" creationId="{AE3EE306-69CD-A63F-8B0D-4ABA43E5E274}"/>
            </ac:spMkLst>
          </pc:spChg>
        </pc:sldLayoutChg>
        <pc:sldLayoutChg chg="ord">
          <pc:chgData name="Roels, Sanne [JRDBE]" userId="705a535a-6522-4994-a390-ffb17a6a4636" providerId="ADAL" clId="{DE81566C-C756-5CDF-8E44-652461E307A0}" dt="2026-01-16T12:11:41.492" v="98" actId="20578"/>
          <pc:sldLayoutMkLst>
            <pc:docMk/>
            <pc:sldMasterMk cId="3543768889" sldId="2147483679"/>
            <pc:sldLayoutMk cId="3671539436" sldId="2147483686"/>
          </pc:sldLayoutMkLst>
        </pc:sldLayoutChg>
        <pc:sldLayoutChg chg="ord">
          <pc:chgData name="Roels, Sanne [JRDBE]" userId="705a535a-6522-4994-a390-ffb17a6a4636" providerId="ADAL" clId="{DE81566C-C756-5CDF-8E44-652461E307A0}" dt="2026-01-16T12:11:29.063" v="97" actId="20578"/>
          <pc:sldLayoutMkLst>
            <pc:docMk/>
            <pc:sldMasterMk cId="3543768889" sldId="2147483679"/>
            <pc:sldLayoutMk cId="2420556867" sldId="2147483755"/>
          </pc:sldLayoutMkLst>
        </pc:sldLayoutChg>
        <pc:sldLayoutChg chg="ord">
          <pc:chgData name="Roels, Sanne [JRDBE]" userId="705a535a-6522-4994-a390-ffb17a6a4636" providerId="ADAL" clId="{DE81566C-C756-5CDF-8E44-652461E307A0}" dt="2026-01-16T12:12:54.393" v="99" actId="20578"/>
          <pc:sldLayoutMkLst>
            <pc:docMk/>
            <pc:sldMasterMk cId="3543768889" sldId="2147483679"/>
            <pc:sldLayoutMk cId="3562931231" sldId="214748375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D4CA142-80E1-DBC9-132F-B55CC2769B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Johnson Text" pitchFamily="2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6F650F-7632-8387-E4E9-B68A9D70A8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7F42B-4C86-0A43-8FA1-0E0D1126CEC8}" type="datetimeFigureOut">
              <a:rPr lang="en-US" smtClean="0">
                <a:latin typeface="Johnson Text" pitchFamily="2" charset="77"/>
              </a:rPr>
              <a:t>1/16/26</a:t>
            </a:fld>
            <a:endParaRPr lang="en-US" dirty="0">
              <a:latin typeface="Johnson Text" pitchFamily="2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AE71B6-78D8-3974-183F-3432B48F0B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Johnson Text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AC92B9-671F-2293-E390-E1A8F50313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11A9B5-35A3-E649-8148-DE3199393FDC}" type="slidenum">
              <a:rPr lang="en-US" smtClean="0">
                <a:latin typeface="Johnson Text" pitchFamily="2" charset="77"/>
              </a:rPr>
              <a:t>‹#›</a:t>
            </a:fld>
            <a:endParaRPr lang="en-US" dirty="0"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2213531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Johnson Display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Johnson Display" pitchFamily="2" charset="77"/>
              </a:defRPr>
            </a:lvl1pPr>
          </a:lstStyle>
          <a:p>
            <a:fld id="{BA4529F8-1B9C-C04B-A698-DC6C48C547B6}" type="datetimeFigureOut">
              <a:rPr lang="en-US" smtClean="0"/>
              <a:pPr/>
              <a:t>1/16/26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Johnson Display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Johnson Display" pitchFamily="2" charset="77"/>
              </a:defRPr>
            </a:lvl1pPr>
          </a:lstStyle>
          <a:p>
            <a:fld id="{08B18E93-EE38-CB4F-AFC1-65CB91DBAD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574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Johnson Display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Johnson Display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Johnson Display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Johnson Display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Johnson Display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18E93-EE38-CB4F-AFC1-65CB91DBAD4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30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18E93-EE38-CB4F-AFC1-65CB91DBAD4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042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18E93-EE38-CB4F-AFC1-65CB91DBAD4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042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02E6A-C578-C79B-8F25-E34C76A39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1F3F9-C8D7-2B44-5532-003ECDBE7D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CA4887-AFDD-037B-F9F7-767F99E72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26192-D900-3F60-AEC6-5E0A0459F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18E93-EE38-CB4F-AFC1-65CB91DBAD4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724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4805" y="261082"/>
            <a:ext cx="8676633" cy="3930563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8000" b="0" i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dirty="0"/>
              <a:t>Longer titles will shrink automatically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A32A6B3-A100-17C8-83CF-514F06C3D0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5" y="4889500"/>
            <a:ext cx="4536000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Supporting details. Delete if not required.</a:t>
            </a:r>
          </a:p>
        </p:txBody>
      </p:sp>
      <p:sp>
        <p:nvSpPr>
          <p:cNvPr id="4" name="Graphic 2">
            <a:extLst>
              <a:ext uri="{FF2B5EF4-FFF2-40B4-BE49-F238E27FC236}">
                <a16:creationId xmlns:a16="http://schemas.microsoft.com/office/drawing/2014/main" id="{0C91DE01-8580-80A7-12D8-EA90EF5CA36F}"/>
              </a:ext>
            </a:extLst>
          </p:cNvPr>
          <p:cNvSpPr>
            <a:spLocks noChangeAspect="1"/>
          </p:cNvSpPr>
          <p:nvPr userDrawn="1"/>
        </p:nvSpPr>
        <p:spPr>
          <a:xfrm>
            <a:off x="290513" y="6377853"/>
            <a:ext cx="2034000" cy="187309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accent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576F35B-873D-7A43-23A2-6F342CC816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/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4C245A-1454-1940-9CD3-8D0F30EBD3F5}"/>
              </a:ext>
            </a:extLst>
          </p:cNvPr>
          <p:cNvSpPr txBox="1"/>
          <p:nvPr userDrawn="1"/>
        </p:nvSpPr>
        <p:spPr>
          <a:xfrm>
            <a:off x="8096596" y="6432550"/>
            <a:ext cx="3802179" cy="18730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Edit </a:t>
            </a:r>
            <a:r>
              <a:rPr lang="en-US" sz="1200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Wingdings" pitchFamily="2" charset="2"/>
              </a:rPr>
              <a:t> go to View  Slide Master and </a:t>
            </a:r>
            <a:r>
              <a:rPr lang="en-US" sz="12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Wingdings" pitchFamily="2" charset="2"/>
              </a:rPr>
              <a:t>EDIT there</a:t>
            </a:r>
            <a:endParaRPr lang="en-US" sz="120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8213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34E43D-E2A8-6090-A515-BA67D1DC03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2258444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266400"/>
            <a:ext cx="8674100" cy="2770117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lang="en-GB" sz="7000" b="0" i="0" kern="1200" spc="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F639B-6480-4C85-354E-746014146F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5" y="4889500"/>
            <a:ext cx="5760000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Supporting details. Delete if not required.</a:t>
            </a:r>
          </a:p>
        </p:txBody>
      </p:sp>
    </p:spTree>
    <p:extLst>
      <p:ext uri="{BB962C8B-B14F-4D97-AF65-F5344CB8AC3E}">
        <p14:creationId xmlns:p14="http://schemas.microsoft.com/office/powerpoint/2010/main" val="563698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3943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A91C6-E980-9240-DC55-BBA4867CB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1879708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527069"/>
            <a:ext cx="5732003" cy="3238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A91C6-E980-9240-DC55-BBA4867CB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AE1C0-30AB-7D13-D88E-D3107765F3A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165851" y="2527069"/>
            <a:ext cx="5734049" cy="32387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EE8E31A-36D4-6954-786D-A33FCAE81E47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288259" y="1609153"/>
            <a:ext cx="5732002" cy="52721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10A9F3C-3FD9-9DD0-98B5-A1948B9EFC4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165851" y="1605364"/>
            <a:ext cx="5732002" cy="52721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506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A91C6-E980-9240-DC55-BBA4867CB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2420556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6A8E91-3BCB-12F2-1699-CC1C37680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3671539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4313EC1-0D30-C944-21E6-B89F8290D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7E9E16-46FB-0A31-A245-DAFF0E00566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88259" y="3653547"/>
            <a:ext cx="11610516" cy="2049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CA8FB-CE07-FF76-B7E3-A3C9E74F0E0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8259" y="1330325"/>
            <a:ext cx="11610516" cy="20986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1252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515" y="1005839"/>
            <a:ext cx="5732003" cy="3238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A91C6-E980-9240-DC55-BBA4867CB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EE8E31A-36D4-6954-786D-A33FCAE81E47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227516" y="4676549"/>
            <a:ext cx="5732002" cy="52721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2931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6859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1"/>
            <a:ext cx="11610516" cy="39433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1942" y="6433878"/>
            <a:ext cx="320674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71D9F931-ED36-50EC-E2EC-55287206CF4F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accent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5886F1-17DD-FBEB-EE71-541D30F4C7A0}"/>
              </a:ext>
            </a:extLst>
          </p:cNvPr>
          <p:cNvSpPr txBox="1"/>
          <p:nvPr userDrawn="1"/>
        </p:nvSpPr>
        <p:spPr>
          <a:xfrm>
            <a:off x="8124825" y="6449779"/>
            <a:ext cx="3260725" cy="15346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/>
            <a:r>
              <a:rPr lang="en-US" sz="11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Edit </a:t>
            </a:r>
            <a:r>
              <a:rPr lang="en-US" sz="1100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Wingdings" pitchFamily="2" charset="2"/>
              </a:rPr>
              <a:t> go to View  Slide Master and </a:t>
            </a:r>
            <a:r>
              <a:rPr lang="en-US" sz="11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Wingdings" pitchFamily="2" charset="2"/>
              </a:rPr>
              <a:t>EDIT there</a:t>
            </a:r>
            <a:endParaRPr lang="en-US" sz="110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980A288-2284-2EAA-F9D7-F89001A29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FE4A1C-A426-F046-B00D-A460739B45DF}" type="datetimeFigureOut">
              <a:rPr lang="en-US" smtClean="0"/>
              <a:t>1/16/26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76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681" r:id="rId2"/>
    <p:sldLayoutId id="2147483754" r:id="rId3"/>
    <p:sldLayoutId id="2147483683" r:id="rId4"/>
    <p:sldLayoutId id="2147483752" r:id="rId5"/>
    <p:sldLayoutId id="2147483755" r:id="rId6"/>
    <p:sldLayoutId id="2147483686" r:id="rId7"/>
    <p:sldLayoutId id="2147483685" r:id="rId8"/>
    <p:sldLayoutId id="2147483757" r:id="rId9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8568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 userDrawn="1">
          <p15:clr>
            <a:srgbClr val="FDE53C"/>
          </p15:clr>
        </p15:guide>
        <p15:guide id="2" pos="181" userDrawn="1">
          <p15:clr>
            <a:srgbClr val="FDE53C"/>
          </p15:clr>
        </p15:guide>
        <p15:guide id="3" pos="708" userDrawn="1">
          <p15:clr>
            <a:srgbClr val="FDE53C"/>
          </p15:clr>
        </p15:guide>
        <p15:guide id="4" pos="798" userDrawn="1">
          <p15:clr>
            <a:srgbClr val="FDE53C"/>
          </p15:clr>
        </p15:guide>
        <p15:guide id="5" pos="1325" userDrawn="1">
          <p15:clr>
            <a:srgbClr val="FDE53C"/>
          </p15:clr>
        </p15:guide>
        <p15:guide id="6" pos="1416" userDrawn="1">
          <p15:clr>
            <a:srgbClr val="FDE53C"/>
          </p15:clr>
        </p15:guide>
        <p15:guide id="7" pos="1942" userDrawn="1">
          <p15:clr>
            <a:srgbClr val="FDE53C"/>
          </p15:clr>
        </p15:guide>
        <p15:guide id="8" pos="2032" userDrawn="1">
          <p15:clr>
            <a:srgbClr val="FDE53C"/>
          </p15:clr>
        </p15:guide>
        <p15:guide id="9" pos="2559" userDrawn="1">
          <p15:clr>
            <a:srgbClr val="FDE53C"/>
          </p15:clr>
        </p15:guide>
        <p15:guide id="10" pos="2650" userDrawn="1">
          <p15:clr>
            <a:srgbClr val="FDE53C"/>
          </p15:clr>
        </p15:guide>
        <p15:guide id="11" pos="3176" userDrawn="1">
          <p15:clr>
            <a:srgbClr val="FDE53C"/>
          </p15:clr>
        </p15:guide>
        <p15:guide id="12" pos="3264" userDrawn="1">
          <p15:clr>
            <a:srgbClr val="FDE53C"/>
          </p15:clr>
        </p15:guide>
        <p15:guide id="13" pos="3793" userDrawn="1">
          <p15:clr>
            <a:srgbClr val="FDE53C"/>
          </p15:clr>
        </p15:guide>
        <p15:guide id="14" pos="3884" userDrawn="1">
          <p15:clr>
            <a:srgbClr val="FDE53C"/>
          </p15:clr>
        </p15:guide>
        <p15:guide id="15" pos="4411" userDrawn="1">
          <p15:clr>
            <a:srgbClr val="FDE53C"/>
          </p15:clr>
        </p15:guide>
        <p15:guide id="16" pos="4501" userDrawn="1">
          <p15:clr>
            <a:srgbClr val="FDE53C"/>
          </p15:clr>
        </p15:guide>
        <p15:guide id="17" pos="5028" userDrawn="1">
          <p15:clr>
            <a:srgbClr val="FDE53C"/>
          </p15:clr>
        </p15:guide>
        <p15:guide id="18" pos="5118" userDrawn="1">
          <p15:clr>
            <a:srgbClr val="FDE53C"/>
          </p15:clr>
        </p15:guide>
        <p15:guide id="19" pos="5645" userDrawn="1">
          <p15:clr>
            <a:srgbClr val="FDE53C"/>
          </p15:clr>
        </p15:guide>
        <p15:guide id="20" pos="5735" userDrawn="1">
          <p15:clr>
            <a:srgbClr val="FDE53C"/>
          </p15:clr>
        </p15:guide>
        <p15:guide id="21" pos="6262" userDrawn="1">
          <p15:clr>
            <a:srgbClr val="FDE53C"/>
          </p15:clr>
        </p15:guide>
        <p15:guide id="22" pos="6352" userDrawn="1">
          <p15:clr>
            <a:srgbClr val="FDE53C"/>
          </p15:clr>
        </p15:guide>
        <p15:guide id="23" pos="6879" userDrawn="1">
          <p15:clr>
            <a:srgbClr val="FDE53C"/>
          </p15:clr>
        </p15:guide>
        <p15:guide id="24" pos="6970" userDrawn="1">
          <p15:clr>
            <a:srgbClr val="FDE53C"/>
          </p15:clr>
        </p15:guide>
        <p15:guide id="25" pos="7496" userDrawn="1">
          <p15:clr>
            <a:srgbClr val="FDE53C"/>
          </p15:clr>
        </p15:guide>
        <p15:guide id="28" orient="horz" pos="1382" userDrawn="1">
          <p15:clr>
            <a:srgbClr val="FDE53C"/>
          </p15:clr>
        </p15:guide>
        <p15:guide id="29" orient="horz" pos="1473" userDrawn="1">
          <p15:clr>
            <a:srgbClr val="FDE53C"/>
          </p15:clr>
        </p15:guide>
        <p15:guide id="30" orient="horz" pos="2024" userDrawn="1">
          <p15:clr>
            <a:srgbClr val="FDE53C"/>
          </p15:clr>
        </p15:guide>
        <p15:guide id="31" orient="horz" pos="2115" userDrawn="1">
          <p15:clr>
            <a:srgbClr val="FDE53C"/>
          </p15:clr>
        </p15:guide>
        <p15:guide id="32" orient="horz" pos="2666" userDrawn="1">
          <p15:clr>
            <a:srgbClr val="FDE53C"/>
          </p15:clr>
        </p15:guide>
        <p15:guide id="33" orient="horz" pos="2757" userDrawn="1">
          <p15:clr>
            <a:srgbClr val="FDE53C"/>
          </p15:clr>
        </p15:guide>
        <p15:guide id="34" orient="horz" pos="3308" userDrawn="1">
          <p15:clr>
            <a:srgbClr val="FDE53C"/>
          </p15:clr>
        </p15:guide>
        <p15:guide id="35" orient="horz" pos="3398" userDrawn="1">
          <p15:clr>
            <a:srgbClr val="FDE53C"/>
          </p15:clr>
        </p15:guide>
        <p15:guide id="36" orient="horz" pos="3954" userDrawn="1">
          <p15:clr>
            <a:srgbClr val="FDE53C"/>
          </p15:clr>
        </p15:guide>
        <p15:guide id="37" orient="horz" pos="4044" userDrawn="1">
          <p15:clr>
            <a:srgbClr val="FDE53C"/>
          </p15:clr>
        </p15:guide>
        <p15:guide id="38" orient="horz" pos="4131" userDrawn="1">
          <p15:clr>
            <a:srgbClr val="FDE53C"/>
          </p15:clr>
        </p15:guide>
        <p15:guide id="39" orient="horz" pos="738" userDrawn="1">
          <p15:clr>
            <a:srgbClr val="FDE53C"/>
          </p15:clr>
        </p15:guide>
        <p15:guide id="40" orient="horz" pos="828" userDrawn="1">
          <p15:clr>
            <a:srgbClr val="FDE53C"/>
          </p15:clr>
        </p15:guide>
        <p15:guide id="41" orient="horz" pos="1060" userDrawn="1">
          <p15:clr>
            <a:srgbClr val="FDE53C"/>
          </p15:clr>
        </p15:guide>
        <p15:guide id="42" orient="horz" pos="1148" userDrawn="1">
          <p15:clr>
            <a:srgbClr val="FDE53C"/>
          </p15:clr>
        </p15:guide>
        <p15:guide id="43" orient="horz" pos="1702" userDrawn="1">
          <p15:clr>
            <a:srgbClr val="FDE53C"/>
          </p15:clr>
        </p15:guide>
        <p15:guide id="44" orient="horz" pos="1794" userDrawn="1">
          <p15:clr>
            <a:srgbClr val="FDE53C"/>
          </p15:clr>
        </p15:guide>
        <p15:guide id="45" orient="horz" pos="2346" userDrawn="1">
          <p15:clr>
            <a:srgbClr val="FDE53C"/>
          </p15:clr>
        </p15:guide>
        <p15:guide id="46" orient="horz" pos="2436" userDrawn="1">
          <p15:clr>
            <a:srgbClr val="FDE53C"/>
          </p15:clr>
        </p15:guide>
        <p15:guide id="47" orient="horz" pos="2990" userDrawn="1">
          <p15:clr>
            <a:srgbClr val="FDE53C"/>
          </p15:clr>
        </p15:guide>
        <p15:guide id="48" orient="horz" pos="3080" userDrawn="1">
          <p15:clr>
            <a:srgbClr val="FDE53C"/>
          </p15:clr>
        </p15:guide>
        <p15:guide id="49" orient="horz" pos="3632" userDrawn="1">
          <p15:clr>
            <a:srgbClr val="FDE53C"/>
          </p15:clr>
        </p15:guide>
        <p15:guide id="50" orient="horz" pos="3722" userDrawn="1">
          <p15:clr>
            <a:srgbClr val="FDE53C"/>
          </p15:clr>
        </p15:guide>
        <p15:guide id="51" orient="horz" pos="380" userDrawn="1">
          <p15:clr>
            <a:srgbClr val="547EBF"/>
          </p15:clr>
        </p15:guide>
        <p15:guide id="52" pos="7172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EC91AC-C302-AEC3-1CD4-A5616037B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8676633" cy="3930563"/>
          </a:xfrm>
        </p:spPr>
        <p:txBody>
          <a:bodyPr/>
          <a:lstStyle/>
          <a:p>
            <a:r>
              <a:rPr lang="en-US" noProof="0" dirty="0"/>
              <a:t>Title Slide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BF9264-CB78-F105-F6FB-AF8E0101EF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806" y="4889500"/>
            <a:ext cx="2795587" cy="865834"/>
          </a:xfrm>
        </p:spPr>
        <p:txBody>
          <a:bodyPr/>
          <a:lstStyle/>
          <a:p>
            <a:r>
              <a:rPr lang="en-US" dirty="0"/>
              <a:t>Author</a:t>
            </a:r>
            <a:br>
              <a:rPr lang="en-US" dirty="0"/>
            </a:br>
            <a:r>
              <a:rPr lang="en-US" dirty="0"/>
              <a:t>Date </a:t>
            </a:r>
            <a:br>
              <a:rPr lang="en-US" dirty="0"/>
            </a:br>
            <a:r>
              <a:rPr lang="en-US" dirty="0"/>
              <a:t>Location</a:t>
            </a:r>
          </a:p>
          <a:p>
            <a:r>
              <a:rPr lang="en-US" dirty="0"/>
              <a:t>Document status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20F42-3C4F-C23B-DBBB-43AA544AB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/>
              <a:t>Slide legal disclaimer goes here if required
Slide footer goes here if required. Turn off globally using the Header/Footer function (under the Insert menu).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56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76495-3C91-E1B6-3269-9AF9D036D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8674100" cy="2770117"/>
          </a:xfrm>
        </p:spPr>
        <p:txBody>
          <a:bodyPr/>
          <a:lstStyle/>
          <a:p>
            <a:r>
              <a:rPr lang="en-US" noProof="0" dirty="0"/>
              <a:t>Section Header 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57279D46-5EBF-261D-7078-8DB2F1DD16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46BDC6-A067-146E-8995-543692BEA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49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18CFD11-06FD-BF78-8A3D-C2ACFFEA7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68590"/>
          </a:xfrm>
        </p:spPr>
        <p:txBody>
          <a:bodyPr/>
          <a:lstStyle/>
          <a:p>
            <a:r>
              <a:rPr lang="en-US" dirty="0"/>
              <a:t>Two Content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0F035C0-C117-9322-0908-A780388D4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45C2D05-6B51-24C7-72E9-7335D8A6CA6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5B9395-08D1-855D-B02B-849107BF7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3</a:t>
            </a:fld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805A19-3224-8017-680C-5B47FB82E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
Slide footer goes here if required. Turn off globally using the Header/Footer function (under the Insert menu).</a:t>
            </a:r>
            <a:endParaRPr lang="en-US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81690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9D52726-EE84-2D7E-DBBA-F25DA996A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68590"/>
          </a:xfrm>
        </p:spPr>
        <p:txBody>
          <a:bodyPr/>
          <a:lstStyle/>
          <a:p>
            <a:r>
              <a:rPr lang="en-US" dirty="0"/>
              <a:t>Comparison 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DD0748B-06C4-E0B0-B215-C5FAB7C20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723871D-29CA-3EA0-9B92-7AECDC04E45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65851" y="1822450"/>
            <a:ext cx="5734049" cy="186745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8DAA28-FA61-CD49-81C4-8C26487A2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4</a:t>
            </a:fld>
            <a:endParaRPr lang="en-GB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BCE2AE0-28F4-12B5-7C29-EA17B25BB9F9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B431A6DC-1081-E7F1-49F9-1326EC38B886}"/>
              </a:ext>
            </a:extLst>
          </p:cNvPr>
          <p:cNvSpPr txBox="1">
            <a:spLocks/>
          </p:cNvSpPr>
          <p:nvPr/>
        </p:nvSpPr>
        <p:spPr>
          <a:xfrm>
            <a:off x="6221671" y="1835187"/>
            <a:ext cx="5734049" cy="18828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8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D1679-C954-F432-7EEA-3B333ECA4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
Slide footer goes here if required. Turn off globally using the Header/Footer function (under the Insert menu).</a:t>
            </a:r>
            <a:endParaRPr lang="en-US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07084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46BDC6-A067-146E-8995-543692BEA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5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876495-3C91-E1B6-3269-9AF9D036D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Content with Caption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FB0E30-5D80-FA89-C6A1-D50AA84BC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
Slide footer goes here if required. Turn off globally using the Header/Footer function (under the Insert menu).</a:t>
            </a:r>
            <a:endParaRPr lang="en-US" b="0" i="0" dirty="0">
              <a:effectLst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109FDF-AA41-586F-2598-466B0FC84C53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9964F66-C3C1-5E2C-8267-55C0DC0548DF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88259" y="1356899"/>
            <a:ext cx="11610516" cy="20494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426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97050-CE15-9145-9906-4A78C529B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B479F-8DC4-76AE-1FC1-611A46EC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Title with content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69CF387-BD11-9747-6838-4C638CF15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792FC-0F76-E1ED-7242-D2BC9B1BE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2CF8E-3722-4072-DD8C-F30810D85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
Slide footer goes here if required. Turn off globally using the Header/Footer function (under the Insert menu).</a:t>
            </a:r>
            <a:endParaRPr lang="en-US" b="0" i="0" dirty="0">
              <a:effectLst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4697AAA-4AA1-21EA-5066-F67DEDE51711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265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693F51-404D-55E3-63CC-F186A9E28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1E23B-9A98-7827-6148-B53C35E3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65080-A349-E65C-A776-CDC6C889A1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>
                <a:effectLst/>
              </a:rPr>
              <a:t>Slide legal disclaimer goes here if required
Slide footer goes here if required. Turn off globally using the Header/Footer function (under the Insert menu).</a:t>
            </a:r>
            <a:endParaRPr lang="en-US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25220558"/>
      </p:ext>
    </p:extLst>
  </p:cSld>
  <p:clrMapOvr>
    <a:masterClrMapping/>
  </p:clrMapOvr>
</p:sld>
</file>

<file path=ppt/theme/theme1.xml><?xml version="1.0" encoding="utf-8"?>
<a:theme xmlns:a="http://schemas.openxmlformats.org/drawingml/2006/main" name="Johnson and Johnson: Core program">
  <a:themeElements>
    <a:clrScheme name="JNJ">
      <a:dk1>
        <a:srgbClr val="000000"/>
      </a:dk1>
      <a:lt1>
        <a:srgbClr val="FFFFFF"/>
      </a:lt1>
      <a:dk2>
        <a:srgbClr val="F1EFED"/>
      </a:dk2>
      <a:lt2>
        <a:srgbClr val="6E6159"/>
      </a:lt2>
      <a:accent1>
        <a:srgbClr val="EB1700"/>
      </a:accent1>
      <a:accent2>
        <a:srgbClr val="D5CFC9"/>
      </a:accent2>
      <a:accent3>
        <a:srgbClr val="000000"/>
      </a:accent3>
      <a:accent4>
        <a:srgbClr val="A39992"/>
      </a:accent4>
      <a:accent5>
        <a:srgbClr val="69D0FF"/>
      </a:accent5>
      <a:accent6>
        <a:srgbClr val="004585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85750" indent="-285750" algn="l">
          <a:buFont typeface="Arial" panose="020B0604020202020204" pitchFamily="34" charset="0"/>
          <a:buChar char="•"/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x-template" id="{9959132A-E14E-5B43-894D-31FBDC6A1E2D}" vid="{870AD308-8AF5-964C-8EDB-F31901D5657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FD8B2AF1ED4A45AE462BB9AF9B71F4" ma:contentTypeVersion="4" ma:contentTypeDescription="Create a new document." ma:contentTypeScope="" ma:versionID="da8c409d2554d55a3be5375bdbfd4bde">
  <xsd:schema xmlns:xsd="http://www.w3.org/2001/XMLSchema" xmlns:xs="http://www.w3.org/2001/XMLSchema" xmlns:p="http://schemas.microsoft.com/office/2006/metadata/properties" xmlns:ns2="4147505b-7a88-4ee7-b78d-ad13dc3757cc" targetNamespace="http://schemas.microsoft.com/office/2006/metadata/properties" ma:root="true" ma:fieldsID="43e383abb73874108f46520343aeadee" ns2:_="">
    <xsd:import namespace="4147505b-7a88-4ee7-b78d-ad13dc3757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47505b-7a88-4ee7-b78d-ad13dc3757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39B5F6-A02F-4485-8717-8BA4E19AC0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47505b-7a88-4ee7-b78d-ad13dc3757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E3039D-D803-4386-BF59-7579C76BE4DB}">
  <ds:schemaRefs>
    <ds:schemaRef ds:uri="http://purl.org/dc/terms/"/>
    <ds:schemaRef ds:uri="http://schemas.microsoft.com/office/2006/documentManagement/types"/>
    <ds:schemaRef ds:uri="4147505b-7a88-4ee7-b78d-ad13dc3757cc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2EEED57-C634-4313-9DAB-F8212C29291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</TotalTime>
  <Words>211</Words>
  <Application>Microsoft Macintosh PowerPoint</Application>
  <PresentationFormat>Widescreen</PresentationFormat>
  <Paragraphs>24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Johnson Display</vt:lpstr>
      <vt:lpstr>Johnson Text</vt:lpstr>
      <vt:lpstr>Johnson and Johnson: Core program</vt:lpstr>
      <vt:lpstr>Title Slide</vt:lpstr>
      <vt:lpstr>Section Header  </vt:lpstr>
      <vt:lpstr>Two Content</vt:lpstr>
      <vt:lpstr>Comparison </vt:lpstr>
      <vt:lpstr>Content with Caption</vt:lpstr>
      <vt:lpstr>Title with content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Roels, Sanne [JRDBE]</dc:creator>
  <cp:lastModifiedBy>Roels, Sanne [JRDBE]</cp:lastModifiedBy>
  <cp:revision>2</cp:revision>
  <dcterms:created xsi:type="dcterms:W3CDTF">2025-12-11T09:27:19Z</dcterms:created>
  <dcterms:modified xsi:type="dcterms:W3CDTF">2026-01-16T12:25:41Z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0x010100A9FD8B2AF1ED4A45AE462BB9AF9B71F4</vt:lpwstr>
  </property>
</Properties>
</file>