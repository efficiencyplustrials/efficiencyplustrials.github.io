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asabiopreport.substack.com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Efficiency+ General Meeting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March 25, 2026</a:t>
            </a:r>
            <a:br/>
            <a:br/>
            <a:r>
              <a:rPr/>
              <a:t>ASA BIOP SWG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New Members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/>
                <a:gridCol w="3149600"/>
                <a:gridCol w="3632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Affiliation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Introduced By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Kristen Daniels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 — Executive Director, Early Asset TA Lead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Dooti Roy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Kristen Leraas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JNJ Vision Med Tech — Associate Director, Clinical 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Jessica Cannon-Hill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Leanne Goldstein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Amgen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Crystal Shaw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Maria Pia Beccar-Varela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UTEP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Clara Cali Mella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Maria Cristina Mariani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UTEP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Clara Cali Mella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Meilin Jiang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Lilly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Forrest Williamson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Topic Sub Team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Clara Cali Mella — Patient Recruitment Monitoring &amp; Forecasting, Site Selection</a:t>
            </a:r>
          </a:p>
          <a:p>
            <a:pPr lvl="0"/>
            <a:r>
              <a:rPr/>
              <a:t>Palanikumar Ravindran — Dynamic Trial Monitoring / Data Quality</a:t>
            </a:r>
          </a:p>
          <a:p>
            <a:pPr lvl="0"/>
            <a:r>
              <a:rPr/>
              <a:t>Dooti Roy — Study Design and Operations Impact</a:t>
            </a:r>
          </a:p>
          <a:p>
            <a:pPr lvl="0"/>
            <a:r>
              <a:rPr/>
              <a:t>Christi Kleoudis — Clinical Supply Chain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Social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Crystal Shaw and Leanne Goldstein to lead social media efforts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JSM Efficiency+ Lunch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Tuesday 8/2, 12:00–1:00 PM</a:t>
            </a:r>
          </a:p>
          <a:p>
            <a:pPr lvl="0"/>
            <a:r>
              <a:rPr/>
              <a:t>Alternative: RISW (can do only one)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ASA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Summarize recent progress, achievements, or ongoing work</a:t>
            </a:r>
          </a:p>
          <a:p>
            <a:pPr lvl="0"/>
            <a:r>
              <a:rPr/>
              <a:t>Can cover how the group was formed, motivation, and ambition</a:t>
            </a:r>
          </a:p>
          <a:p>
            <a:pPr lvl="0"/>
            <a:r>
              <a:rPr/>
              <a:t>Promotion opportunity: LinkedIn, AMSTAT newsletter, ASA conferences</a:t>
            </a:r>
          </a:p>
          <a:p>
            <a:pPr lvl="0"/>
            <a:r>
              <a:rPr/>
              <a:t>Reference: </a:t>
            </a:r>
            <a:r>
              <a:rPr>
                <a:hlinkClick r:id="rId2"/>
              </a:rPr>
              <a:t>ASA BIOP Report on Substack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Conferences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Details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IBC2026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Replacement speakers needed (see next slide)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RTSM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Upper Providence, PA, May 12–13 (discussant)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SCOPE-EU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October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SLDS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November, Brooklyn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Annual Meeting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IBC2026 — Replacement Speakers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Session 1</a:t>
            </a:r>
            <a:r>
              <a:rPr/>
              <a:t>: Data-Driven Decision Making: The Role of Statistical Modeling in Improving Clinical Trial Success</a:t>
            </a:r>
          </a:p>
          <a:p>
            <a:pPr lvl="0"/>
            <a:r>
              <a:rPr b="1"/>
              <a:t>Session 2</a:t>
            </a:r>
            <a:r>
              <a:rPr/>
              <a:t>: Integrating GenAI-Enabled Machine Learning Models for Optimization of Clinical Trial Operations and Success Metrics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SWG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Special issue</a:t>
            </a:r>
            <a:r>
              <a:rPr/>
              <a:t>: Journal outreach effort</a:t>
            </a:r>
          </a:p>
          <a:p>
            <a:pPr lvl="0"/>
            <a:r>
              <a:rPr b="1"/>
              <a:t>Unified spec-driven framework</a:t>
            </a:r>
            <a:r>
              <a:rPr/>
              <a:t> for team deliverables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Efficiency+ General Meeting</dc:title>
  <dc:creator>ASA BIOP SWG</dc:creator>
  <cp:keywords/>
  <dcterms:created xsi:type="dcterms:W3CDTF">2026-03-25T15:36:09Z</dcterms:created>
  <dcterms:modified xsi:type="dcterms:W3CDTF">2026-03-25T15:36:09Z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lide-number">
    <vt:lpwstr>True</vt:lpwstr>
  </property>
  <property fmtid="{D5CDD505-2E9C-101B-9397-08002B2CF9AE}" pid="10" name="subtitle">
    <vt:lpwstr>March 25, 2026</vt:lpwstr>
  </property>
  <property fmtid="{D5CDD505-2E9C-101B-9397-08002B2CF9AE}" pid="11" name="toc-title">
    <vt:lpwstr>Table of contents</vt:lpwstr>
  </property>
</Properties>
</file>