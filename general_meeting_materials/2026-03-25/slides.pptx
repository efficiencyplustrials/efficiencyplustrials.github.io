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embedTrueTypeFonts="1">
  <p:sldMasterIdLst>
    <p:sldMasterId id="2147483679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embeddedFontLst>
    <p:embeddedFont>
      <p:font charset="77" pitchFamily="2" typeface="Johnson Display"/>
      <p:regular r:id="rId14"/>
      <p:bold r:id="rId15"/>
      <p:italic r:id="rId16"/>
      <p:boldItalic r:id="rId17"/>
    </p:embeddedFont>
    <p:embeddedFont>
      <p:font charset="77" pitchFamily="2" typeface="Johnson Text"/>
      <p:regular r:id="rId18"/>
      <p:bold r:id="rId19"/>
      <p:italic r:id="rId20"/>
      <p:boldItalic r:id="rId21"/>
    </p:embeddedFont>
  </p:embeddedFontLst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F3"/>
    <a:srgbClr val="F1EFED"/>
    <a:srgbClr val="F9F7F6"/>
    <a:srgbClr val="ECECEC"/>
    <a:srgbClr val="F5F3F2"/>
    <a:srgbClr val="F6F3F2"/>
    <a:srgbClr val="81766F"/>
    <a:srgbClr val="564C47"/>
    <a:srgbClr val="83786F"/>
    <a:srgbClr val="9834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7538"/>
    <p:restoredTop sz="96180"/>
  </p:normalViewPr>
  <p:slideViewPr>
    <p:cSldViewPr snapToGrid="0">
      <p:cViewPr varScale="1">
        <p:scale>
          <a:sx d="100" n="151"/>
          <a:sy d="100" n="151"/>
        </p:scale>
        <p:origin x="208" y="240"/>
      </p:cViewPr>
      <p:guideLst>
        <p:guide orient="horz" pos="1128"/>
        <p:guide pos="3840"/>
      </p:guideLst>
    </p:cSldViewPr>
  </p:slideViewPr>
  <p:outlineViewPr>
    <p:cViewPr>
      <p:scale>
        <a:sx d="100" n="33"/>
        <a:sy d="100" n="33"/>
      </p:scale>
      <p:origin x="0" y="-1480"/>
    </p:cViewPr>
  </p:outlineViewPr>
  <p:notesTextViewPr>
    <p:cViewPr>
      <p:scale>
        <a:sx d="1" n="1"/>
        <a:sy d="1" n="1"/>
      </p:scale>
      <p:origin x="0" y="0"/>
    </p:cViewPr>
  </p:notesTextViewPr>
  <p:sorterViewPr>
    <p:cViewPr>
      <p:scale>
        <a:sx d="100" n="55"/>
        <a:sy d="100" n="55"/>
      </p:scale>
      <p:origin x="0" y="0"/>
    </p:cViewPr>
  </p:sorterViewPr>
  <p:notesViewPr>
    <p:cSldViewPr snapToGrid="0">
      <p:cViewPr varScale="1">
        <p:scale>
          <a:sx d="100" n="118"/>
          <a:sy d="100" n="118"/>
        </p:scale>
        <p:origin x="5024" y="216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handoutMaster" Target="handoutMasters/handoutMaster1.xml" /><Relationship Id="rId18" Type="http://schemas.openxmlformats.org/officeDocument/2006/relationships/font" Target="fonts/font5.fntdata" /><Relationship Id="rId26" Type="http://schemas.microsoft.com/office/2016/11/relationships/changesInfo" Target="changesInfos/changesInfo1.xml" /><Relationship Id="rId3" Type="http://schemas.openxmlformats.org/officeDocument/2006/relationships/customXml" Target="../customXml/item3.xml" /><Relationship Id="rId21" Type="http://schemas.openxmlformats.org/officeDocument/2006/relationships/font" Target="fonts/font8.fntdata" /><Relationship Id="rId17" Type="http://schemas.openxmlformats.org/officeDocument/2006/relationships/font" Target="fonts/font4.fntdata" /><Relationship Id="rId25" Type="http://schemas.openxmlformats.org/officeDocument/2006/relationships/tableStyles" Target="tableStyles.xml" /><Relationship Id="rId2" Type="http://schemas.openxmlformats.org/officeDocument/2006/relationships/customXml" Target="../customXml/item2.xml" /><Relationship Id="rId16" Type="http://schemas.openxmlformats.org/officeDocument/2006/relationships/font" Target="fonts/font3.fntdata" /><Relationship Id="rId20" Type="http://schemas.openxmlformats.org/officeDocument/2006/relationships/font" Target="fonts/font7.fntdata" /><Relationship Id="rId1" Type="http://schemas.openxmlformats.org/officeDocument/2006/relationships/customXml" Target="../customXml/item1.xml" /><Relationship Id="rId24" Type="http://schemas.openxmlformats.org/officeDocument/2006/relationships/theme" Target="theme/theme1.xml" /><Relationship Id="rId15" Type="http://schemas.openxmlformats.org/officeDocument/2006/relationships/font" Target="fonts/font2.fntdata" /><Relationship Id="rId23" Type="http://schemas.openxmlformats.org/officeDocument/2006/relationships/viewProps" Target="viewProps.xml" /><Relationship Id="rId28" Type="http://schemas.microsoft.com/office/2018/10/relationships/authors" Target="authors.xml" /><Relationship Id="rId19" Type="http://schemas.openxmlformats.org/officeDocument/2006/relationships/font" Target="fonts/font6.fntdata" /><Relationship Id="rId4" Type="http://schemas.openxmlformats.org/officeDocument/2006/relationships/slideMaster" Target="slideMasters/slideMaster1.xml" /><Relationship Id="rId14" Type="http://schemas.openxmlformats.org/officeDocument/2006/relationships/font" Target="fonts/font1.fntdata" /><Relationship Id="rId22" Type="http://schemas.openxmlformats.org/officeDocument/2006/relationships/presProps" Target="presProps.xml" /><Relationship Id="rId27" Type="http://schemas.microsoft.com/office/2015/10/relationships/revisionInfo" Target="revisionInfo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4805" y="261082"/>
            <a:ext cx="8676633" cy="3930563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8000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32A6B3-A100-17C8-83CF-514F06C3D0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4536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0C91DE01-8580-80A7-12D8-EA90EF5CA36F}"/>
              </a:ext>
            </a:extLst>
          </p:cNvPr>
          <p:cNvSpPr>
            <a:spLocks noChangeAspect="1"/>
          </p:cNvSpPr>
          <p:nvPr userDrawn="1"/>
        </p:nvSpPr>
        <p:spPr>
          <a:xfrm>
            <a:off x="290513" y="6377853"/>
            <a:ext cx="2034000" cy="187309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accent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576F35B-873D-7A43-23A2-6F342CC81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dirty="0"/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C245A-1454-1940-9CD3-8D0F30EBD3F5}"/>
              </a:ext>
            </a:extLst>
          </p:cNvPr>
          <p:cNvSpPr txBox="1"/>
          <p:nvPr userDrawn="1"/>
        </p:nvSpPr>
        <p:spPr>
          <a:xfrm>
            <a:off x="8096596" y="6432550"/>
            <a:ext cx="3802179" cy="18730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Edit </a:t>
            </a:r>
            <a:r>
              <a:rPr lang="en-US" sz="1200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 go to View  Slide Master and </a:t>
            </a:r>
            <a:r>
              <a:rPr lang="en-US" sz="1200" b="1" kern="1200" dirty="0">
                <a:solidFill>
                  <a:schemeClr val="accent1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EDIT there</a:t>
            </a:r>
            <a:endParaRPr lang="en-US" sz="1200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8213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258444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38" y="266400"/>
            <a:ext cx="8674100" cy="2770117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lang="en-GB" sz="7000" b="0" i="0" kern="1200" spc="0" baseline="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F639B-6480-4C85-354E-746014146F2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4805" y="4889500"/>
            <a:ext cx="5760000" cy="86583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Supporting details.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563698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1822449"/>
            <a:ext cx="5732003" cy="3943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65851" y="1822450"/>
            <a:ext cx="5734049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1879708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84" y="2527069"/>
            <a:ext cx="5732003" cy="3238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AE1C0-30AB-7D13-D88E-D3107765F3A1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165851" y="2527069"/>
            <a:ext cx="5734049" cy="32387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E8E31A-36D4-6954-786D-A33FCAE81E4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288259" y="1609153"/>
            <a:ext cx="5732002" cy="52721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10A9F3C-3FD9-9DD0-98B5-A1948B9EFC4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165851" y="1605364"/>
            <a:ext cx="5732002" cy="52721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506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2420556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6A8E91-3BCB-12F2-1699-CC1C37680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</p:spTree>
    <p:extLst>
      <p:ext uri="{BB962C8B-B14F-4D97-AF65-F5344CB8AC3E}">
        <p14:creationId xmlns:p14="http://schemas.microsoft.com/office/powerpoint/2010/main" val="3671539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4313EC1-0D30-C944-21E6-B89F8290D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7E9E16-46FB-0A31-A245-DAFF0E00566E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288259" y="3653547"/>
            <a:ext cx="11610516" cy="2049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CA8FB-CE07-FF76-B7E3-A3C9E74F0E0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8259" y="1330325"/>
            <a:ext cx="11610516" cy="20986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1252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7515" y="1005839"/>
            <a:ext cx="5732003" cy="3238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sz="80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en-US" b="0" i="0" dirty="0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DEE8E31A-36D4-6954-786D-A33FCAE81E47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227516" y="4676549"/>
            <a:ext cx="5732002" cy="527218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62931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theme/theme1.xml" Type="http://schemas.openxmlformats.org/officeDocument/2006/relationships/them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9649446" cy="468590"/>
          </a:xfrm>
          <a:prstGeom prst="rect">
            <a:avLst/>
          </a:prstGeom>
        </p:spPr>
        <p:txBody>
          <a:bodyPr anchor="t" bIns="0" lIns="0" rIns="0" rtlCol="0" tIns="0" vert="horz" wrap="square">
            <a:spAutoFit/>
          </a:bodyPr>
          <a:lstStyle/>
          <a:p>
            <a:r>
              <a:rPr lang="en-US"/>
              <a:t>Click to edit Master title style</a:t>
            </a:r>
            <a:endParaRPr dirty="0"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289384" y="1822451"/>
            <a:ext cx="11610516" cy="3943349"/>
          </a:xfrm>
          <a:prstGeom prst="rect">
            <a:avLst/>
          </a:prstGeom>
        </p:spPr>
        <p:txBody>
          <a:bodyPr bIns="0" lIns="0" rIns="0" rtlCol="0" tIns="0" vert="horz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b="0" dirty="0" i="0" lang="en-US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11581942" y="6433878"/>
            <a:ext cx="320674" cy="153463"/>
          </a:xfrm>
          <a:prstGeom prst="rect">
            <a:avLst/>
          </a:prstGeom>
        </p:spPr>
        <p:txBody>
          <a:bodyPr anchor="ctr" bIns="0" lIns="0" rIns="0" rtlCol="0" tIns="0" vert="horz"/>
          <a:lstStyle>
            <a:lvl1pPr algn="r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90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dirty="0" lang="en-GB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71D9F931-ED36-50EC-E2EC-55287206CF4F}"/>
              </a:ext>
            </a:extLst>
          </p:cNvPr>
          <p:cNvSpPr>
            <a:spLocks noChangeAspect="1"/>
          </p:cNvSpPr>
          <p:nvPr userDrawn="1"/>
        </p:nvSpPr>
        <p:spPr>
          <a:xfrm>
            <a:off x="287338" y="6416675"/>
            <a:ext cx="352800" cy="149403"/>
          </a:xfrm>
          <a:custGeom>
            <a:avLst/>
            <a:gdLst>
              <a:gd fmla="*/ 5699846 w 6586631" name="connsiteX0"/>
              <a:gd fmla="*/ 2789294 h 2789293" name="connsiteY0"/>
              <a:gd fmla="*/ 6586632 w 6586631" name="connsiteX1"/>
              <a:gd fmla="*/ 1909153 h 2789293" name="connsiteY1"/>
              <a:gd fmla="*/ 6586632 w 6586631" name="connsiteX2"/>
              <a:gd fmla="*/ 60980 h 2789293" name="connsiteY2"/>
              <a:gd fmla="*/ 6112656 w 6586631" name="connsiteX3"/>
              <a:gd fmla="*/ 60980 h 2789293" name="connsiteY3"/>
              <a:gd fmla="*/ 6112656 w 6586631" name="connsiteX4"/>
              <a:gd fmla="*/ 2031114 h 2789293" name="connsiteY4"/>
              <a:gd fmla="*/ 5699846 w 6586631" name="connsiteX5"/>
              <a:gd fmla="*/ 2541669 h 2789293" name="connsiteY5"/>
              <a:gd fmla="*/ 5287036 w 6586631" name="connsiteX6"/>
              <a:gd fmla="*/ 1992847 h 2789293" name="connsiteY6"/>
              <a:gd fmla="*/ 5287036 w 6586631" name="connsiteX7"/>
              <a:gd fmla="*/ 1627212 h 2789293" name="connsiteY7"/>
              <a:gd fmla="*/ 4813060 w 6586631" name="connsiteX8"/>
              <a:gd fmla="*/ 1745222 h 2789293" name="connsiteY8"/>
              <a:gd fmla="*/ 4813060 w 6586631" name="connsiteX9"/>
              <a:gd fmla="*/ 1909153 h 2789293" name="connsiteY9"/>
              <a:gd fmla="*/ 5699846 w 6586631" name="connsiteX10"/>
              <a:gd fmla="*/ 2789294 h 2789293" name="connsiteY10"/>
              <a:gd fmla="*/ 3177175 w 6586631" name="connsiteX11"/>
              <a:gd fmla="*/ 2511056 h 2789293" name="connsiteY11"/>
              <a:gd fmla="*/ 2584828 w 6586631" name="connsiteX12"/>
              <a:gd fmla="*/ 1897549 h 2789293" name="connsiteY12"/>
              <a:gd fmla="*/ 2817854 w 6586631" name="connsiteX13"/>
              <a:gd fmla="*/ 1413657 h 2789293" name="connsiteY13"/>
              <a:gd fmla="*/ 3681610 w 6586631" name="connsiteX14"/>
              <a:gd fmla="*/ 2354778 h 2789293" name="connsiteY14"/>
              <a:gd fmla="*/ 3177175 w 6586631" name="connsiteX15"/>
              <a:gd fmla="*/ 2511056 h 2789293" name="connsiteY15"/>
              <a:gd fmla="*/ 3639512 w 6586631" name="connsiteX16"/>
              <a:gd fmla="*/ 1147022 h 2789293" name="connsiteY16"/>
              <a:gd fmla="*/ 4140232 w 6586631" name="connsiteX17"/>
              <a:gd fmla="*/ 1634865 h 2789293" name="connsiteY17"/>
              <a:gd fmla="*/ 4017900 w 6586631" name="connsiteX18"/>
              <a:gd fmla="*/ 2042717 h 2789293" name="connsiteY18"/>
              <a:gd fmla="*/ 3268800 w 6586631" name="connsiteX19"/>
              <a:gd fmla="*/ 1219359 h 2789293" name="connsiteY19"/>
              <a:gd fmla="*/ 3639512 w 6586631" name="connsiteX20"/>
              <a:gd fmla="*/ 1147022 h 2789293" name="connsiteY20"/>
              <a:gd fmla="*/ 3177175 w 6586631" name="connsiteX21"/>
              <a:gd fmla="*/ 201951 h 2789293" name="connsiteY21"/>
              <a:gd fmla="*/ 3536495 w 6586631" name="connsiteX22"/>
              <a:gd fmla="*/ 567833 h 2789293" name="connsiteY22"/>
              <a:gd fmla="*/ 3165783 w 6586631" name="connsiteX23"/>
              <a:gd fmla="*/ 1109002 h 2789293" name="connsiteY23"/>
              <a:gd fmla="*/ 3001353 w 6586631" name="connsiteX24"/>
              <a:gd fmla="*/ 926061 h 2789293" name="connsiteY24"/>
              <a:gd fmla="*/ 2814140 w 6586631" name="connsiteX25"/>
              <a:gd fmla="*/ 548823 h 2789293" name="connsiteY25"/>
              <a:gd fmla="*/ 3177175 w 6586631" name="connsiteX26"/>
              <a:gd fmla="*/ 201951 h 2789293" name="connsiteY26"/>
              <a:gd fmla="*/ 4136518 w 6586631" name="connsiteX27"/>
              <a:gd fmla="*/ 2172084 h 2789293" name="connsiteY27"/>
              <a:gd fmla="*/ 4461417 w 6586631" name="connsiteX28"/>
              <a:gd fmla="*/ 1428964 h 2789293" name="connsiteY28"/>
              <a:gd fmla="*/ 3960696 w 6586631" name="connsiteX29"/>
              <a:gd fmla="*/ 945071 h 2789293" name="connsiteY29"/>
              <a:gd fmla="*/ 3502073 w 6586631" name="connsiteX30"/>
              <a:gd fmla="*/ 1036418 h 2789293" name="connsiteY30"/>
              <a:gd fmla="*/ 3494397 w 6586631" name="connsiteX31"/>
              <a:gd fmla="*/ 1021112 h 2789293" name="connsiteY31"/>
              <a:gd fmla="*/ 3907206 w 6586631" name="connsiteX32"/>
              <a:gd fmla="*/ 518209 h 2789293" name="connsiteY32"/>
              <a:gd fmla="*/ 3188566 w 6586631" name="connsiteX33"/>
              <a:gd fmla="*/ 0 h 2789293" name="connsiteY33"/>
              <a:gd fmla="*/ 2401082 w 6586631" name="connsiteX34"/>
              <a:gd fmla="*/ 659180 h 2789293" name="connsiteY34"/>
              <a:gd fmla="*/ 2706913 w 6586631" name="connsiteX35"/>
              <a:gd fmla="*/ 1295646 h 2789293" name="connsiteY35"/>
              <a:gd fmla="*/ 2710628 w 6586631" name="connsiteX36"/>
              <a:gd fmla="*/ 1303300 h 2789293" name="connsiteY36"/>
              <a:gd fmla="*/ 2164094 w 6586631" name="connsiteX37"/>
              <a:gd fmla="*/ 2069134 h 2789293" name="connsiteY37"/>
              <a:gd fmla="*/ 2932262 w 6586631" name="connsiteX38"/>
              <a:gd fmla="*/ 2789294 h 2789293" name="connsiteY38"/>
              <a:gd fmla="*/ 3796018 w 6586631" name="connsiteX39"/>
              <a:gd fmla="*/ 2480689 h 2789293" name="connsiteY39"/>
              <a:gd fmla="*/ 4025329 w 6586631" name="connsiteX40"/>
              <a:gd fmla="*/ 2728314 h 2789293" name="connsiteY40"/>
              <a:gd fmla="*/ 4625352 w 6586631" name="connsiteX41"/>
              <a:gd fmla="*/ 2728314 h 2789293" name="connsiteY41"/>
              <a:gd fmla="*/ 4625352 w 6586631" name="connsiteX42"/>
              <a:gd fmla="*/ 2709303 h 2789293" name="connsiteY42"/>
              <a:gd fmla="*/ 4136518 w 6586631" name="connsiteX43"/>
              <a:gd fmla="*/ 2172084 h 2789293" name="connsiteY43"/>
              <a:gd fmla="*/ 886786 w 6586631" name="connsiteX44"/>
              <a:gd fmla="*/ 2789294 h 2789293" name="connsiteY44"/>
              <a:gd fmla="*/ 1773572 w 6586631" name="connsiteX45"/>
              <a:gd fmla="*/ 1909153 h 2789293" name="connsiteY45"/>
              <a:gd fmla="*/ 1773572 w 6586631" name="connsiteX46"/>
              <a:gd fmla="*/ 60980 h 2789293" name="connsiteY46"/>
              <a:gd fmla="*/ 1299596 w 6586631" name="connsiteX47"/>
              <a:gd fmla="*/ 60980 h 2789293" name="connsiteY47"/>
              <a:gd fmla="*/ 1299596 w 6586631" name="connsiteX48"/>
              <a:gd fmla="*/ 2031114 h 2789293" name="connsiteY48"/>
              <a:gd fmla="*/ 886786 w 6586631" name="connsiteX49"/>
              <a:gd fmla="*/ 2541669 h 2789293" name="connsiteY49"/>
              <a:gd fmla="*/ 473976 w 6586631" name="connsiteX50"/>
              <a:gd fmla="*/ 1992847 h 2789293" name="connsiteY50"/>
              <a:gd fmla="*/ 473976 w 6586631" name="connsiteX51"/>
              <a:gd fmla="*/ 1627212 h 2789293" name="connsiteY51"/>
              <a:gd fmla="*/ 0 w 6586631" name="connsiteX52"/>
              <a:gd fmla="*/ 1745222 h 2789293" name="connsiteY52"/>
              <a:gd fmla="*/ 0 w 6586631" name="connsiteX53"/>
              <a:gd fmla="*/ 1909153 h 2789293" name="connsiteY53"/>
              <a:gd fmla="*/ 886786 w 6586631" name="connsiteX54"/>
              <a:gd fmla="*/ 2789294 h 2789293" name="connsiteY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b="b" l="l" r="r" t="t"/>
            <a:pathLst>
              <a:path h="2789293" w="6586631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accent1"/>
          </a:solidFill>
          <a:ln cap="flat" w="24751">
            <a:noFill/>
            <a:prstDash val="solid"/>
            <a:miter/>
          </a:ln>
        </p:spPr>
        <p:txBody>
          <a:bodyPr anchor="ctr" rtlCol="0"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5886F1-17DD-FBEB-EE71-541D30F4C7A0}"/>
              </a:ext>
            </a:extLst>
          </p:cNvPr>
          <p:cNvSpPr txBox="1"/>
          <p:nvPr userDrawn="1"/>
        </p:nvSpPr>
        <p:spPr>
          <a:xfrm>
            <a:off x="8124825" y="6449779"/>
            <a:ext cx="3260725" cy="153464"/>
          </a:xfrm>
          <a:prstGeom prst="rect">
            <a:avLst/>
          </a:prstGeom>
          <a:noFill/>
        </p:spPr>
        <p:txBody>
          <a:bodyPr anchor="b" anchorCtr="0" bIns="0" lIns="0" rIns="0" rtlCol="0" tIns="0" wrap="square">
            <a:noAutofit/>
          </a:bodyPr>
          <a:lstStyle/>
          <a:p>
            <a:pPr algn="r"/>
            <a:r>
              <a:rPr dirty="0" kern="1200" lang="en-US" sz="110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Edit </a:t>
            </a:r>
            <a:r>
              <a:rPr dirty="0" kern="1200" lang="en-US" sz="1100">
                <a:solidFill>
                  <a:schemeClr val="accent1"/>
                </a:solidFill>
                <a:latin typeface="+mn-lt"/>
                <a:ea typeface="+mn-ea"/>
                <a:cs typeface="+mn-cs"/>
                <a:sym charset="2" pitchFamily="2" typeface="Wingdings"/>
              </a:rPr>
              <a:t> go to View  Slide Master and </a:t>
            </a:r>
            <a:r>
              <a:rPr b="1" dirty="0" kern="1200" lang="en-US" sz="1100">
                <a:solidFill>
                  <a:schemeClr val="accent1"/>
                </a:solidFill>
                <a:latin typeface="+mn-lt"/>
                <a:ea typeface="+mn-ea"/>
                <a:cs typeface="+mn-cs"/>
                <a:sym charset="2" pitchFamily="2" typeface="Wingdings"/>
              </a:rPr>
              <a:t>EDIT there</a:t>
            </a:r>
            <a:endParaRPr dirty="0" kern="1200" lang="en-US" sz="110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980A288-2284-2EAA-F9D7-F89001A297DC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FE4A1C-A426-F046-B00D-A460739B45DF}" type="datetimeFigureOut">
              <a:rPr lang="en-US" smtClean="0"/>
              <a:t>1/16/26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76888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730" r:id="rId1"/>
    <p:sldLayoutId id="2147483681" r:id="rId2"/>
    <p:sldLayoutId id="2147483754" r:id="rId3"/>
    <p:sldLayoutId id="2147483683" r:id="rId4"/>
    <p:sldLayoutId id="2147483752" r:id="rId5"/>
    <p:sldLayoutId id="2147483755" r:id="rId6"/>
    <p:sldLayoutId id="2147483686" r:id="rId7"/>
    <p:sldLayoutId id="2147483685" r:id="rId8"/>
    <p:sldLayoutId id="2147483757" r:id="rId9"/>
  </p:sldLayoutIdLst>
  <p:hf dt="0" hdr="0"/>
  <p:txStyles>
    <p:titleStyle>
      <a:lvl1pPr algn="l" defTabSz="914400" eaLnBrk="1" hangingPunct="1" latinLnBrk="0" rtl="0">
        <a:lnSpc>
          <a:spcPct val="85000"/>
        </a:lnSpc>
        <a:spcBef>
          <a:spcPts val="600"/>
        </a:spcBef>
        <a:spcAft>
          <a:spcPts val="600"/>
        </a:spcAft>
        <a:buNone/>
        <a:defRPr b="0" baseline="0" i="0" kern="1200" spc="0" sz="35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0" latinLnBrk="0" marL="0" rtl="0">
        <a:lnSpc>
          <a:spcPct val="110000"/>
        </a:lnSpc>
        <a:spcBef>
          <a:spcPts val="600"/>
        </a:spcBef>
        <a:spcAft>
          <a:spcPts val="600"/>
        </a:spcAft>
        <a:buFont charset="0" panose="020B0604020202020204" pitchFamily="34" typeface="Arial"/>
        <a:buNone/>
        <a:tabLst/>
        <a:defRPr b="0" i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285750" rtl="0">
        <a:lnSpc>
          <a:spcPct val="110000"/>
        </a:lnSpc>
        <a:spcBef>
          <a:spcPts val="0"/>
        </a:spcBef>
        <a:spcAft>
          <a:spcPts val="600"/>
        </a:spcAft>
        <a:buFont charset="0" panose="020B0604020202020204" pitchFamily="34" typeface="Arial"/>
        <a:buChar char="•"/>
        <a:tabLst/>
        <a:defRPr b="0" i="0"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85750" latinLnBrk="0" marL="571500" rtl="0">
        <a:lnSpc>
          <a:spcPct val="110000"/>
        </a:lnSpc>
        <a:spcBef>
          <a:spcPts val="0"/>
        </a:spcBef>
        <a:spcAft>
          <a:spcPts val="600"/>
        </a:spcAft>
        <a:buFont charset="0" panose="020B0604020202020204" pitchFamily="34" typeface="Arial"/>
        <a:buChar char="•"/>
        <a:tabLst/>
        <a:defRPr b="0" i="0"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85750" latinLnBrk="0" marL="856800" rtl="0">
        <a:lnSpc>
          <a:spcPct val="110000"/>
        </a:lnSpc>
        <a:spcBef>
          <a:spcPts val="0"/>
        </a:spcBef>
        <a:spcAft>
          <a:spcPts val="600"/>
        </a:spcAft>
        <a:buFont charset="0" panose="020B0604020202020204" pitchFamily="34" typeface="Arial"/>
        <a:buChar char="•"/>
        <a:tabLst/>
        <a:defRPr b="0" i="0"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0" latinLnBrk="0" marL="0" rtl="0">
        <a:lnSpc>
          <a:spcPct val="110000"/>
        </a:lnSpc>
        <a:spcBef>
          <a:spcPts val="600"/>
        </a:spcBef>
        <a:spcAft>
          <a:spcPts val="600"/>
        </a:spcAft>
        <a:buFont charset="0" panose="020B0604020202020204" pitchFamily="34" typeface="Arial"/>
        <a:buNone/>
        <a:tabLst/>
        <a:defRPr b="0" i="0" kern="1200" sz="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0" latinLnBrk="0" marL="0" rtl="0">
        <a:lnSpc>
          <a:spcPct val="90000"/>
        </a:lnSpc>
        <a:spcBef>
          <a:spcPts val="600"/>
        </a:spcBef>
        <a:spcAft>
          <a:spcPts val="600"/>
        </a:spcAft>
        <a:buFont charset="0" panose="020B0604020202020204" pitchFamily="34" typeface="Arial"/>
        <a:buNone/>
        <a:defRPr b="0" dirty="0" i="0" kern="1200" lang="en-GB" smtClean="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0" latinLnBrk="0" marL="0" rtl="0">
        <a:lnSpc>
          <a:spcPct val="90000"/>
        </a:lnSpc>
        <a:spcBef>
          <a:spcPts val="600"/>
        </a:spcBef>
        <a:spcAft>
          <a:spcPts val="600"/>
        </a:spcAft>
        <a:buFont charset="0" panose="020B0604020202020204" pitchFamily="34" typeface="Arial"/>
        <a:buNone/>
        <a:defRPr b="0" dirty="0" i="0" kern="1200" lang="en-GB" smtClean="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0" latinLnBrk="0" marL="0" rtl="0">
        <a:lnSpc>
          <a:spcPct val="90000"/>
        </a:lnSpc>
        <a:spcBef>
          <a:spcPts val="600"/>
        </a:spcBef>
        <a:spcAft>
          <a:spcPts val="600"/>
        </a:spcAft>
        <a:buFont charset="0" panose="020B0604020202020204" pitchFamily="34" typeface="Arial"/>
        <a:buNone/>
        <a:defRPr b="0" dirty="0" i="0" kern="1200" lang="en-GB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0" latinLnBrk="0" marL="0" rtl="0">
        <a:lnSpc>
          <a:spcPct val="90000"/>
        </a:lnSpc>
        <a:spcBef>
          <a:spcPts val="600"/>
        </a:spcBef>
        <a:spcAft>
          <a:spcPts val="600"/>
        </a:spcAft>
        <a:buFont charset="0" panose="020B0604020202020204" pitchFamily="34" typeface="Arial"/>
        <a:buNone/>
        <a:defRPr b="0" i="0"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78" userDrawn="1">
          <p15:clr>
            <a:srgbClr val="FDE53C"/>
          </p15:clr>
        </p15:guide>
        <p15:guide id="2" pos="181" userDrawn="1">
          <p15:clr>
            <a:srgbClr val="FDE53C"/>
          </p15:clr>
        </p15:guide>
        <p15:guide id="3" pos="708" userDrawn="1">
          <p15:clr>
            <a:srgbClr val="FDE53C"/>
          </p15:clr>
        </p15:guide>
        <p15:guide id="4" pos="798" userDrawn="1">
          <p15:clr>
            <a:srgbClr val="FDE53C"/>
          </p15:clr>
        </p15:guide>
        <p15:guide id="5" pos="1325" userDrawn="1">
          <p15:clr>
            <a:srgbClr val="FDE53C"/>
          </p15:clr>
        </p15:guide>
        <p15:guide id="6" pos="1416" userDrawn="1">
          <p15:clr>
            <a:srgbClr val="FDE53C"/>
          </p15:clr>
        </p15:guide>
        <p15:guide id="7" pos="1942" userDrawn="1">
          <p15:clr>
            <a:srgbClr val="FDE53C"/>
          </p15:clr>
        </p15:guide>
        <p15:guide id="8" pos="2032" userDrawn="1">
          <p15:clr>
            <a:srgbClr val="FDE53C"/>
          </p15:clr>
        </p15:guide>
        <p15:guide id="9" pos="2559" userDrawn="1">
          <p15:clr>
            <a:srgbClr val="FDE53C"/>
          </p15:clr>
        </p15:guide>
        <p15:guide id="10" pos="2650" userDrawn="1">
          <p15:clr>
            <a:srgbClr val="FDE53C"/>
          </p15:clr>
        </p15:guide>
        <p15:guide id="11" pos="3176" userDrawn="1">
          <p15:clr>
            <a:srgbClr val="FDE53C"/>
          </p15:clr>
        </p15:guide>
        <p15:guide id="12" pos="3264" userDrawn="1">
          <p15:clr>
            <a:srgbClr val="FDE53C"/>
          </p15:clr>
        </p15:guide>
        <p15:guide id="13" pos="3793" userDrawn="1">
          <p15:clr>
            <a:srgbClr val="FDE53C"/>
          </p15:clr>
        </p15:guide>
        <p15:guide id="14" pos="3884" userDrawn="1">
          <p15:clr>
            <a:srgbClr val="FDE53C"/>
          </p15:clr>
        </p15:guide>
        <p15:guide id="15" pos="4411" userDrawn="1">
          <p15:clr>
            <a:srgbClr val="FDE53C"/>
          </p15:clr>
        </p15:guide>
        <p15:guide id="16" pos="4501" userDrawn="1">
          <p15:clr>
            <a:srgbClr val="FDE53C"/>
          </p15:clr>
        </p15:guide>
        <p15:guide id="17" pos="5028" userDrawn="1">
          <p15:clr>
            <a:srgbClr val="FDE53C"/>
          </p15:clr>
        </p15:guide>
        <p15:guide id="18" pos="5118" userDrawn="1">
          <p15:clr>
            <a:srgbClr val="FDE53C"/>
          </p15:clr>
        </p15:guide>
        <p15:guide id="19" pos="5645" userDrawn="1">
          <p15:clr>
            <a:srgbClr val="FDE53C"/>
          </p15:clr>
        </p15:guide>
        <p15:guide id="20" pos="5735" userDrawn="1">
          <p15:clr>
            <a:srgbClr val="FDE53C"/>
          </p15:clr>
        </p15:guide>
        <p15:guide id="21" pos="6262" userDrawn="1">
          <p15:clr>
            <a:srgbClr val="FDE53C"/>
          </p15:clr>
        </p15:guide>
        <p15:guide id="22" pos="6352" userDrawn="1">
          <p15:clr>
            <a:srgbClr val="FDE53C"/>
          </p15:clr>
        </p15:guide>
        <p15:guide id="23" pos="6879" userDrawn="1">
          <p15:clr>
            <a:srgbClr val="FDE53C"/>
          </p15:clr>
        </p15:guide>
        <p15:guide id="24" pos="6970" userDrawn="1">
          <p15:clr>
            <a:srgbClr val="FDE53C"/>
          </p15:clr>
        </p15:guide>
        <p15:guide id="25" pos="7496" userDrawn="1">
          <p15:clr>
            <a:srgbClr val="FDE53C"/>
          </p15:clr>
        </p15:guide>
        <p15:guide id="28" orient="horz" pos="1382" userDrawn="1">
          <p15:clr>
            <a:srgbClr val="FDE53C"/>
          </p15:clr>
        </p15:guide>
        <p15:guide id="29" orient="horz" pos="1473" userDrawn="1">
          <p15:clr>
            <a:srgbClr val="FDE53C"/>
          </p15:clr>
        </p15:guide>
        <p15:guide id="30" orient="horz" pos="2024" userDrawn="1">
          <p15:clr>
            <a:srgbClr val="FDE53C"/>
          </p15:clr>
        </p15:guide>
        <p15:guide id="31" orient="horz" pos="2115" userDrawn="1">
          <p15:clr>
            <a:srgbClr val="FDE53C"/>
          </p15:clr>
        </p15:guide>
        <p15:guide id="32" orient="horz" pos="2666" userDrawn="1">
          <p15:clr>
            <a:srgbClr val="FDE53C"/>
          </p15:clr>
        </p15:guide>
        <p15:guide id="33" orient="horz" pos="2757" userDrawn="1">
          <p15:clr>
            <a:srgbClr val="FDE53C"/>
          </p15:clr>
        </p15:guide>
        <p15:guide id="34" orient="horz" pos="3308" userDrawn="1">
          <p15:clr>
            <a:srgbClr val="FDE53C"/>
          </p15:clr>
        </p15:guide>
        <p15:guide id="35" orient="horz" pos="3398" userDrawn="1">
          <p15:clr>
            <a:srgbClr val="FDE53C"/>
          </p15:clr>
        </p15:guide>
        <p15:guide id="36" orient="horz" pos="3954" userDrawn="1">
          <p15:clr>
            <a:srgbClr val="FDE53C"/>
          </p15:clr>
        </p15:guide>
        <p15:guide id="37" orient="horz" pos="4044" userDrawn="1">
          <p15:clr>
            <a:srgbClr val="FDE53C"/>
          </p15:clr>
        </p15:guide>
        <p15:guide id="38" orient="horz" pos="4131" userDrawn="1">
          <p15:clr>
            <a:srgbClr val="FDE53C"/>
          </p15:clr>
        </p15:guide>
        <p15:guide id="39" orient="horz" pos="738" userDrawn="1">
          <p15:clr>
            <a:srgbClr val="FDE53C"/>
          </p15:clr>
        </p15:guide>
        <p15:guide id="40" orient="horz" pos="828" userDrawn="1">
          <p15:clr>
            <a:srgbClr val="FDE53C"/>
          </p15:clr>
        </p15:guide>
        <p15:guide id="41" orient="horz" pos="1060" userDrawn="1">
          <p15:clr>
            <a:srgbClr val="FDE53C"/>
          </p15:clr>
        </p15:guide>
        <p15:guide id="42" orient="horz" pos="1148" userDrawn="1">
          <p15:clr>
            <a:srgbClr val="FDE53C"/>
          </p15:clr>
        </p15:guide>
        <p15:guide id="43" orient="horz" pos="1702" userDrawn="1">
          <p15:clr>
            <a:srgbClr val="FDE53C"/>
          </p15:clr>
        </p15:guide>
        <p15:guide id="44" orient="horz" pos="1794" userDrawn="1">
          <p15:clr>
            <a:srgbClr val="FDE53C"/>
          </p15:clr>
        </p15:guide>
        <p15:guide id="45" orient="horz" pos="2346" userDrawn="1">
          <p15:clr>
            <a:srgbClr val="FDE53C"/>
          </p15:clr>
        </p15:guide>
        <p15:guide id="46" orient="horz" pos="2436" userDrawn="1">
          <p15:clr>
            <a:srgbClr val="FDE53C"/>
          </p15:clr>
        </p15:guide>
        <p15:guide id="47" orient="horz" pos="2990" userDrawn="1">
          <p15:clr>
            <a:srgbClr val="FDE53C"/>
          </p15:clr>
        </p15:guide>
        <p15:guide id="48" orient="horz" pos="3080" userDrawn="1">
          <p15:clr>
            <a:srgbClr val="FDE53C"/>
          </p15:clr>
        </p15:guide>
        <p15:guide id="49" orient="horz" pos="3632" userDrawn="1">
          <p15:clr>
            <a:srgbClr val="FDE53C"/>
          </p15:clr>
        </p15:guide>
        <p15:guide id="50" orient="horz" pos="3722" userDrawn="1">
          <p15:clr>
            <a:srgbClr val="FDE53C"/>
          </p15:clr>
        </p15:guide>
        <p15:guide id="51" orient="horz" pos="380" userDrawn="1">
          <p15:clr>
            <a:srgbClr val="547EBF"/>
          </p15:clr>
        </p15:guide>
        <p15:guide id="52" pos="7172" userDrawn="1">
          <p15:clr>
            <a:srgbClr val="547EBF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sabiopreport.substack.com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hasCustomPrompt="1" type="ctrTitle"/>
          </p:nvPr>
        </p:nvSpPr>
        <p:spPr>
          <a:xfrm>
            <a:off x="284805" y="261082"/>
            <a:ext cx="8676633" cy="3930563"/>
          </a:xfrm>
        </p:spPr>
        <p:txBody>
          <a:bodyPr/>
          <a:lstStyle/>
          <a:p>
            <a:pPr lvl="0" indent="0" marL="0">
              <a:buNone/>
            </a:pPr>
            <a:r>
              <a:rPr/>
              <a:t>Efficiency+ General Meeting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32A6B3-A100-17C8-83CF-514F06C3D029}"/>
              </a:ext>
            </a:extLst>
          </p:cNvPr>
          <p:cNvSpPr>
            <a:spLocks noGrp="1"/>
          </p:cNvSpPr>
          <p:nvPr>
            <p:ph hasCustomPrompt="1" idx="1" type="subTitle"/>
          </p:nvPr>
        </p:nvSpPr>
        <p:spPr>
          <a:xfrm>
            <a:off x="284805" y="4889500"/>
            <a:ext cx="4536000" cy="865834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March 25, 2026</a:t>
            </a:r>
            <a:br/>
            <a:br/>
            <a:r>
              <a:rPr/>
              <a:t>ASA BIOP SWG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576F35B-873D-7A43-23A2-6F342CC816B8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dirty="0" lang="en-US"/>
              <a:t>Slide legal disclaimer goes here if required
Slide footer goes here if required. Turn off globally using the Header/Footer function (under the Insert menu).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 New Members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79400" y="1816100"/>
          <a:ext cx="116078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4700"/>
                <a:gridCol w="4432300"/>
                <a:gridCol w="5118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Affiliation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Introduced By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Kristen Daniels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 — Executive Director, Early Asset TA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Dooti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Kristen Leraas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JNJ Vision Med Tech — Associate Director, Clinical 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Jessica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Leanne Goldstein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Amgen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Crystal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Maria Pia Beccar-Varela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Maria Cristina Mariani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UTEP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Clara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Meilin Jiang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Lilly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Forrest Williamson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b="0" dirty="0" i="0" lang="en-US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Social Media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Crystal and Leanne to lead social media efforts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b="0" dirty="0" i="0" lang="en-US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JSM Efficiency+ Lunch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Tuesday 8/2, 12:00–1:00 PM</a:t>
            </a:r>
          </a:p>
          <a:p>
            <a:pPr lvl="0"/>
            <a:r>
              <a:rPr/>
              <a:t>Alternative: RISW (can do only one)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b="0" dirty="0" i="0" lang="en-US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ASA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Summarize recent progress, achievements, or ongoing work</a:t>
            </a:r>
          </a:p>
          <a:p>
            <a:pPr lvl="0"/>
            <a:r>
              <a:rPr/>
              <a:t>Can cover how the group was formed, motivation, and ambition</a:t>
            </a:r>
          </a:p>
          <a:p>
            <a:pPr lvl="0"/>
            <a:r>
              <a:rPr/>
              <a:t>Promotion opportunity: LinkedIn, AMSTAT newsletter, ASA conferences</a:t>
            </a:r>
          </a:p>
          <a:p>
            <a:pPr lvl="0"/>
            <a:r>
              <a:rPr/>
              <a:t>Reference: </a:t>
            </a:r>
            <a:r>
              <a:rPr>
                <a:hlinkClick r:id="rId2"/>
              </a:rPr>
              <a:t>ASA BIOP Report on Substack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b="0" dirty="0" i="0" lang="en-US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Conferences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79400" y="1816100"/>
          <a:ext cx="11607800" cy="393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3900"/>
                <a:gridCol w="5803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Details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IBC2026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Replacement speakers needed (see next slide)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RTSM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Upper Providence, PA, May 12–13 (discussant)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SCOPE-EU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October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November, Brooklyn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Annual Meeting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b="0" dirty="0" i="0" lang="en-US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IBC2026 — Replacement Speakers Needed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Session 1</a:t>
            </a:r>
            <a:r>
              <a:rPr/>
              <a:t>: Data-Driven Decision Making: The Role of Statistical Modeling in Improving Clinical Trial Success</a:t>
            </a:r>
          </a:p>
          <a:p>
            <a:pPr lvl="0"/>
            <a:r>
              <a:rPr b="1"/>
              <a:t>Session 2</a:t>
            </a:r>
            <a:r>
              <a:rPr/>
              <a:t>: Integrating GenAI-Enabled Machine Learning Models for Optimization of Clinical Trial Operations and Success Metrics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b="0" dirty="0" i="0" lang="en-US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03" y="262267"/>
            <a:ext cx="6713538" cy="45781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SWG Deliverables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Special issue</a:t>
            </a:r>
            <a:r>
              <a:rPr/>
              <a:t>: Journal outreach effort</a:t>
            </a:r>
          </a:p>
          <a:p>
            <a:pPr lvl="0"/>
            <a:r>
              <a:rPr b="1"/>
              <a:t>Unified spec-driven framework</a:t>
            </a:r>
            <a:r>
              <a:rPr/>
              <a:t> for team deliverables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288259" y="5868000"/>
            <a:ext cx="11610516" cy="304122"/>
          </a:xfrm>
          <a:prstGeom prst="rect">
            <a:avLst/>
          </a:prstGeom>
        </p:spPr>
        <p:txBody>
          <a:bodyPr anchor="b" anchorCtr="0" bIns="0" lIns="0" rIns="0" rtlCol="0" tIns="0" vert="horz" wrap="square">
            <a:spAutoFit/>
          </a:bodyPr>
          <a:lstStyle>
            <a:lvl1pPr algn="l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 b="0" i="0" sz="8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300"/>
              </a:spcAft>
            </a:pPr>
            <a:r>
              <a:rPr b="0" dirty="0" i="0" lang="en-US">
                <a:effectLst/>
              </a:rPr>
              <a:t>Slide legal disclaimer goes here if required
Slide footer goes here if required. Turn off globally using the Header/Footer function (under the Insert menu).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idx="12" sz="quarter" type="sldNum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</p:cSld>
</p:sld>
</file>

<file path=ppt/theme/theme1.xml><?xml version="1.0" encoding="utf-8"?>
<a:theme xmlns:a="http://schemas.openxmlformats.org/drawingml/2006/main" name="Johnson and Johnson: Core program">
  <a:themeElements>
    <a:clrScheme name="JNJ">
      <a:dk1>
        <a:srgbClr val="000000"/>
      </a:dk1>
      <a:lt1>
        <a:srgbClr val="FFFFFF"/>
      </a:lt1>
      <a:dk2>
        <a:srgbClr val="F1EFED"/>
      </a:dk2>
      <a:lt2>
        <a:srgbClr val="6E6159"/>
      </a:lt2>
      <a:accent1>
        <a:srgbClr val="EB1700"/>
      </a:accent1>
      <a:accent2>
        <a:srgbClr val="D5CFC9"/>
      </a:accent2>
      <a:accent3>
        <a:srgbClr val="000000"/>
      </a:accent3>
      <a:accent4>
        <a:srgbClr val="A39992"/>
      </a:accent4>
      <a:accent5>
        <a:srgbClr val="69D0FF"/>
      </a:accent5>
      <a:accent6>
        <a:srgbClr val="004585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x-template" id="{9959132A-E14E-5B43-894D-31FBDC6A1E2D}" vid="{870AD308-8AF5-964C-8EDB-F31901D565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211</Words>
  <Application>Microsoft Macintosh PowerPoint</Application>
  <PresentationFormat>Widescreen</PresentationFormat>
  <Paragraphs>24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Johnson Display</vt:lpstr>
      <vt:lpstr>Johnson Text</vt:lpstr>
      <vt:lpstr>Johnson and Johnson: Core program</vt:lpstr>
      <vt:lpstr>Title Slide</vt:lpstr>
      <vt:lpstr>Section Header  </vt:lpstr>
      <vt:lpstr>Two Content</vt:lpstr>
      <vt:lpstr>Comparison </vt:lpstr>
      <vt:lpstr>Content with Caption</vt:lpstr>
      <vt:lpstr>Title with content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Efficiency+ General Meeting</dc:title>
  <dc:creator>ASA BIOP SWG</dc:creator>
  <cp:keywords/>
  <dcterms:created xsi:type="dcterms:W3CDTF">2026-03-25T15:22:56Z</dcterms:created>
  <dcterms:modified xsi:type="dcterms:W3CDTF">2026-03-25T15:22:56Z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lide-number">
    <vt:lpwstr>True</vt:lpwstr>
  </property>
  <property fmtid="{D5CDD505-2E9C-101B-9397-08002B2CF9AE}" pid="10" name="subtitle">
    <vt:lpwstr>March 25, 2026</vt:lpwstr>
  </property>
  <property fmtid="{D5CDD505-2E9C-101B-9397-08002B2CF9AE}" pid="11" name="toc-title">
    <vt:lpwstr>Table of contents</vt:lpwstr>
  </property>
</Properties>
</file>