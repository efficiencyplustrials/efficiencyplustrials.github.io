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3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4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5.xml" ContentType="application/vnd.openxmlformats-officedocument.theme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18" r:id="rId5"/>
    <p:sldMasterId id="2147483779" r:id="rId6"/>
    <p:sldMasterId id="2147483803" r:id="rId7"/>
    <p:sldMasterId id="2147483830" r:id="rId8"/>
    <p:sldMasterId id="2147483866" r:id="rId9"/>
  </p:sldMasterIdLst>
  <p:notesMasterIdLst>
    <p:notesMasterId r:id="rId14"/>
  </p:notesMasterIdLst>
  <p:sldIdLst>
    <p:sldId id="262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60340A-75E9-4DCD-B347-895FCCBF77CC}">
          <p14:sldIdLst>
            <p14:sldId id="262"/>
            <p14:sldId id="261"/>
            <p14:sldId id="263"/>
            <p14:sldId id="264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9D9101-321A-6E60-19FC-96FD25DC9DF4}" name="Avinash Satpathy" initials="AS" userId="S::avinash.satpathy@zs.com::abd95711-2fa5-4d5a-afe5-185df40cd1c9" providerId="AD"/>
  <p188:author id="{153A3505-9D94-E33D-B3BE-D3AD8951C767}" name="Twick, Isabell [JACDE]" initials="TI" userId="S::itwick@its.jnj.com::d61862b6-5551-485e-aefa-ad3997febc21" providerId="AD"/>
  <p188:author id="{F6B4A90B-866D-0D9C-484C-4771D3E4014A}" name="Liu, Xinggang [JRDUS]" initials="LX" userId="S::xliu206@its.jnj.com::0700ac33-ab9d-46ab-9b97-fff17d8cc6fe" providerId="AD"/>
  <p188:author id="{91175620-D705-75B5-6574-B7593C1F1BD4}" name="Gabriel Ramirez" initials="GR" userId="S::gabriel.ramirez@zs.com::59093cfc-c7e1-49e8-ae6f-1f2de0dfe682" providerId="AD"/>
  <p188:author id="{E23A2D28-81F4-BBFD-0390-117E664CCC06}" name="Prashant Khare" initials="PK" userId="S::prashant.khare@zs.com::07cea7b6-bb7a-4271-aaea-4459717ab404" providerId="AD"/>
  <p188:author id="{5279894C-B23A-2874-5F70-43AD300F4814}" name="Regi T George" initials="RG" userId="S::regi.george@zs.com::71319f07-b01f-43e0-bb82-05a60212315a" providerId="AD"/>
  <p188:author id="{2D388957-64FB-9345-F8AA-4E611E41A8BE}" name="Scott Sandford" initials="SS" userId="S::scott.sandford@zs.com::a8202bc9-4c2b-42b4-8a36-3baeef14abfc" providerId="AD"/>
  <p188:author id="{A8ACE26B-F76C-2CF2-3B67-9FF65AA96CE7}" name="Sharon Karlsberg" initials="SK" userId="S::sharon.karlsberg@zs.com::a9269291-5ec9-4a6d-b552-49cc9d9f5e15" providerId="AD"/>
  <p188:author id="{8E861C75-D406-CAF0-3C3A-AA62E60C2EFB}" name="Ramireddy Sai Neelima" initials="RS" userId="S::ramireddy.saineelima@zs.com::7e18031c-5ea8-47b1-99f1-03c19bf8a276" providerId="AD"/>
  <p188:author id="{0D119D7B-8E24-A6E7-E249-9F9B0CAD37AA}" name="Anuj Mehan" initials="AM" userId="S::anuj.mehan@zs.com::4b6ff159-82ca-46cd-9e8e-b9947f64175d" providerId="AD"/>
  <p188:author id="{69AD6485-6EF8-E5AF-FB6E-B086C0999FC8}" name="Nirmal Joshi" initials="NJ" userId="S::nirmal.joshi@zs.com::c650a713-d5a2-497c-bb35-6bea46903d26" providerId="AD"/>
  <p188:author id="{08147388-6573-EB4D-33D0-49E16CDEB6A2}" name="Twick, Isabell [JACDE]" initials="IT" userId="S::ITwick@its.jnj.com::d61862b6-5551-485e-aefa-ad3997febc21" providerId="AD"/>
  <p188:author id="{A4F28DAB-A9B7-A8C1-CB5C-E69610072183}" name="Aditya Anil Gupta" initials="AG" userId="S::aditya.anil.gupta@zs.com::401f6ba1-3252-4a3a-8f42-741c53462be4" providerId="AD"/>
  <p188:author id="{F50320B8-5D60-BCC7-7C00-287942497195}" name="Shivanshu Mishra" initials="SM" userId="S::shivanshu.mishra@zs.com::ddcf0d17-5f0b-4dc3-8b93-673344dbfd56" providerId="AD"/>
  <p188:author id="{A3D251D6-768D-C4CA-B9D1-4F210CF7E8E8}" name="Gray, Allison [JRDUS]" initials="AG" userId="S::agray2@its.jnj.com::17406f94-cc1e-422a-a908-3c439db0e76c" providerId="AD"/>
  <p188:author id="{1F6F97E7-D9B7-2E0D-7504-0A03FA7AE0BC}" name="Chen, Fei [JRDUS]" initials="FC" userId="S::FChen6@its.jnj.com::d53dd1e8-3541-460e-afeb-fadcbd23f836" providerId="AD"/>
  <p188:author id="{1061D0F0-6199-15F4-D629-F7FD65B481BF}" name="Sai neelima, Ramireddy [JRDUS NON-J&amp;J]" initials="SN" userId="S::rsaineel@its.jnj.com::436c34be-e8c7-429f-ac17-9298fd7693c7" providerId="AD"/>
  <p188:author id="{FBC622FA-9F2D-F90C-4EDF-04C0821A7726}" name="Suramya Bhatnagar" initials="SB" userId="S::suramya.bhatnagar@zs.com::e3025e24-f6ab-46c8-bee7-22012b8c2a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2F0"/>
    <a:srgbClr val="E1F6FF"/>
    <a:srgbClr val="FFCDC8"/>
    <a:srgbClr val="F2F2F2"/>
    <a:srgbClr val="EB1700"/>
    <a:srgbClr val="9A8E82"/>
    <a:srgbClr val="FFE7E5"/>
    <a:srgbClr val="FF9C91"/>
    <a:srgbClr val="CCFF99"/>
    <a:srgbClr val="DF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54F01-65DB-49AC-8BD8-E45259229BB5}" type="datetimeFigureOut"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3B7EC-BF24-4CA2-B3D6-0E2F344970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7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image" Target="../media/image3.emf"/><Relationship Id="rId4" Type="http://schemas.openxmlformats.org/officeDocument/2006/relationships/tags" Target="../tags/tag6.xml"/><Relationship Id="rId9" Type="http://schemas.openxmlformats.org/officeDocument/2006/relationships/oleObject" Target="../embeddings/oleObject2.bin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3.emf"/><Relationship Id="rId4" Type="http://schemas.openxmlformats.org/officeDocument/2006/relationships/tags" Target="../tags/tag14.xml"/><Relationship Id="rId9" Type="http://schemas.openxmlformats.org/officeDocument/2006/relationships/oleObject" Target="../embeddings/oleObject4.bin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3.emf"/><Relationship Id="rId4" Type="http://schemas.openxmlformats.org/officeDocument/2006/relationships/tags" Target="../tags/tag21.xml"/><Relationship Id="rId9" Type="http://schemas.openxmlformats.org/officeDocument/2006/relationships/oleObject" Target="../embeddings/oleObject2.bin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7.png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emf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7.xml"/><Relationship Id="rId4" Type="http://schemas.openxmlformats.org/officeDocument/2006/relationships/image" Target="../media/image19.emf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8.xml"/><Relationship Id="rId4" Type="http://schemas.openxmlformats.org/officeDocument/2006/relationships/image" Target="../media/image20.emf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png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emf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png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5.emf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2E36CEA2-652F-75DC-D683-227EE3CCAC18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06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81BA223A-6973-8C60-D519-0AA8E983C929}"/>
              </a:ext>
            </a:extLst>
          </p:cNvPr>
          <p:cNvSpPr>
            <a:spLocks noChangeAspect="1"/>
          </p:cNvSpPr>
          <p:nvPr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tx2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5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11E89327-3BBA-1507-2BFB-0E509816FBA8}"/>
              </a:ext>
            </a:extLst>
          </p:cNvPr>
          <p:cNvSpPr/>
          <p:nvPr userDrawn="1"/>
        </p:nvSpPr>
        <p:spPr>
          <a:xfrm>
            <a:off x="291593" y="28148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585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192788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2F7807F1-53C0-9778-02CC-E8554C5CE97D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67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B22-1DE8-7C36-14AE-7260C97F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79" y="264244"/>
            <a:ext cx="4667383" cy="327013"/>
          </a:xfrm>
        </p:spPr>
        <p:txBody>
          <a:bodyPr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AFC7E9F7-1405-E6D8-9042-37C2DC045B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240207"/>
            <a:ext cx="2795587" cy="717180"/>
          </a:xfr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8CDE24-BE6D-421C-9ED6-9443D70EB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240207"/>
            <a:ext cx="2795587" cy="7171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2702702-3E11-9FDF-5B64-822892AA8E70}"/>
              </a:ext>
            </a:extLst>
          </p:cNvPr>
          <p:cNvSpPr/>
          <p:nvPr/>
        </p:nvSpPr>
        <p:spPr>
          <a:xfrm>
            <a:off x="284298" y="5510092"/>
            <a:ext cx="11615602" cy="1069665"/>
          </a:xfrm>
          <a:custGeom>
            <a:avLst/>
            <a:gdLst>
              <a:gd name="connsiteX0" fmla="*/ 1169268 w 11823056"/>
              <a:gd name="connsiteY0" fmla="*/ 997887 h 1088769"/>
              <a:gd name="connsiteX1" fmla="*/ 988876 w 11823056"/>
              <a:gd name="connsiteY1" fmla="*/ 692983 h 1088769"/>
              <a:gd name="connsiteX2" fmla="*/ 1169268 w 11823056"/>
              <a:gd name="connsiteY2" fmla="*/ 388078 h 1088769"/>
              <a:gd name="connsiteX3" fmla="*/ 1349660 w 11823056"/>
              <a:gd name="connsiteY3" fmla="*/ 692983 h 1088769"/>
              <a:gd name="connsiteX4" fmla="*/ 1169268 w 11823056"/>
              <a:gd name="connsiteY4" fmla="*/ 997887 h 1088769"/>
              <a:gd name="connsiteX5" fmla="*/ 1169268 w 11823056"/>
              <a:gd name="connsiteY5" fmla="*/ 306324 h 1088769"/>
              <a:gd name="connsiteX6" fmla="*/ 802539 w 11823056"/>
              <a:gd name="connsiteY6" fmla="*/ 692983 h 1088769"/>
              <a:gd name="connsiteX7" fmla="*/ 1169268 w 11823056"/>
              <a:gd name="connsiteY7" fmla="*/ 1079641 h 1088769"/>
              <a:gd name="connsiteX8" fmla="*/ 1535997 w 11823056"/>
              <a:gd name="connsiteY8" fmla="*/ 692983 h 1088769"/>
              <a:gd name="connsiteX9" fmla="*/ 1169268 w 11823056"/>
              <a:gd name="connsiteY9" fmla="*/ 306324 h 1088769"/>
              <a:gd name="connsiteX10" fmla="*/ 2808786 w 11823056"/>
              <a:gd name="connsiteY10" fmla="*/ 306324 h 1088769"/>
              <a:gd name="connsiteX11" fmla="*/ 2601335 w 11823056"/>
              <a:gd name="connsiteY11" fmla="*/ 414856 h 1088769"/>
              <a:gd name="connsiteX12" fmla="*/ 2592315 w 11823056"/>
              <a:gd name="connsiteY12" fmla="*/ 414856 h 1088769"/>
              <a:gd name="connsiteX13" fmla="*/ 2592315 w 11823056"/>
              <a:gd name="connsiteY13" fmla="*/ 321133 h 1088769"/>
              <a:gd name="connsiteX14" fmla="*/ 2414998 w 11823056"/>
              <a:gd name="connsiteY14" fmla="*/ 321133 h 1088769"/>
              <a:gd name="connsiteX15" fmla="*/ 2414998 w 11823056"/>
              <a:gd name="connsiteY15" fmla="*/ 1064832 h 1088769"/>
              <a:gd name="connsiteX16" fmla="*/ 2592315 w 11823056"/>
              <a:gd name="connsiteY16" fmla="*/ 1064832 h 1088769"/>
              <a:gd name="connsiteX17" fmla="*/ 2592315 w 11823056"/>
              <a:gd name="connsiteY17" fmla="*/ 584451 h 1088769"/>
              <a:gd name="connsiteX18" fmla="*/ 2741139 w 11823056"/>
              <a:gd name="connsiteY18" fmla="*/ 410393 h 1088769"/>
              <a:gd name="connsiteX19" fmla="*/ 2868848 w 11823056"/>
              <a:gd name="connsiteY19" fmla="*/ 556253 h 1088769"/>
              <a:gd name="connsiteX20" fmla="*/ 2868848 w 11823056"/>
              <a:gd name="connsiteY20" fmla="*/ 1064832 h 1088769"/>
              <a:gd name="connsiteX21" fmla="*/ 3046165 w 11823056"/>
              <a:gd name="connsiteY21" fmla="*/ 1064832 h 1088769"/>
              <a:gd name="connsiteX22" fmla="*/ 3046165 w 11823056"/>
              <a:gd name="connsiteY22" fmla="*/ 554630 h 1088769"/>
              <a:gd name="connsiteX23" fmla="*/ 2808786 w 11823056"/>
              <a:gd name="connsiteY23" fmla="*/ 306324 h 1088769"/>
              <a:gd name="connsiteX24" fmla="*/ 3448972 w 11823056"/>
              <a:gd name="connsiteY24" fmla="*/ 306324 h 1088769"/>
              <a:gd name="connsiteX25" fmla="*/ 3161985 w 11823056"/>
              <a:gd name="connsiteY25" fmla="*/ 520548 h 1088769"/>
              <a:gd name="connsiteX26" fmla="*/ 3343812 w 11823056"/>
              <a:gd name="connsiteY26" fmla="*/ 734773 h 1088769"/>
              <a:gd name="connsiteX27" fmla="*/ 3494070 w 11823056"/>
              <a:gd name="connsiteY27" fmla="*/ 771897 h 1088769"/>
              <a:gd name="connsiteX28" fmla="*/ 3609890 w 11823056"/>
              <a:gd name="connsiteY28" fmla="*/ 882052 h 1088769"/>
              <a:gd name="connsiteX29" fmla="*/ 3461067 w 11823056"/>
              <a:gd name="connsiteY29" fmla="*/ 1001133 h 1088769"/>
              <a:gd name="connsiteX30" fmla="*/ 3289694 w 11823056"/>
              <a:gd name="connsiteY30" fmla="*/ 828699 h 1088769"/>
              <a:gd name="connsiteX31" fmla="*/ 3130416 w 11823056"/>
              <a:gd name="connsiteY31" fmla="*/ 873329 h 1088769"/>
              <a:gd name="connsiteX32" fmla="*/ 3441593 w 11823056"/>
              <a:gd name="connsiteY32" fmla="*/ 1080047 h 1088769"/>
              <a:gd name="connsiteX33" fmla="*/ 3754204 w 11823056"/>
              <a:gd name="connsiteY33" fmla="*/ 837625 h 1088769"/>
              <a:gd name="connsiteX34" fmla="*/ 3554338 w 11823056"/>
              <a:gd name="connsiteY34" fmla="*/ 614474 h 1088769"/>
              <a:gd name="connsiteX35" fmla="*/ 3410024 w 11823056"/>
              <a:gd name="connsiteY35" fmla="*/ 578770 h 1088769"/>
              <a:gd name="connsiteX36" fmla="*/ 3306299 w 11823056"/>
              <a:gd name="connsiteY36" fmla="*/ 480584 h 1088769"/>
              <a:gd name="connsiteX37" fmla="*/ 3434008 w 11823056"/>
              <a:gd name="connsiteY37" fmla="*/ 385441 h 1088769"/>
              <a:gd name="connsiteX38" fmla="*/ 3587341 w 11823056"/>
              <a:gd name="connsiteY38" fmla="*/ 528257 h 1088769"/>
              <a:gd name="connsiteX39" fmla="*/ 3737599 w 11823056"/>
              <a:gd name="connsiteY39" fmla="*/ 483627 h 1088769"/>
              <a:gd name="connsiteX40" fmla="*/ 3448972 w 11823056"/>
              <a:gd name="connsiteY40" fmla="*/ 306324 h 1088769"/>
              <a:gd name="connsiteX41" fmla="*/ 4194524 w 11823056"/>
              <a:gd name="connsiteY41" fmla="*/ 997887 h 1088769"/>
              <a:gd name="connsiteX42" fmla="*/ 4014132 w 11823056"/>
              <a:gd name="connsiteY42" fmla="*/ 692983 h 1088769"/>
              <a:gd name="connsiteX43" fmla="*/ 4194524 w 11823056"/>
              <a:gd name="connsiteY43" fmla="*/ 388078 h 1088769"/>
              <a:gd name="connsiteX44" fmla="*/ 4374916 w 11823056"/>
              <a:gd name="connsiteY44" fmla="*/ 692983 h 1088769"/>
              <a:gd name="connsiteX45" fmla="*/ 4194524 w 11823056"/>
              <a:gd name="connsiteY45" fmla="*/ 997887 h 1088769"/>
              <a:gd name="connsiteX46" fmla="*/ 4194524 w 11823056"/>
              <a:gd name="connsiteY46" fmla="*/ 306324 h 1088769"/>
              <a:gd name="connsiteX47" fmla="*/ 3827796 w 11823056"/>
              <a:gd name="connsiteY47" fmla="*/ 692983 h 1088769"/>
              <a:gd name="connsiteX48" fmla="*/ 4194524 w 11823056"/>
              <a:gd name="connsiteY48" fmla="*/ 1079641 h 1088769"/>
              <a:gd name="connsiteX49" fmla="*/ 4561253 w 11823056"/>
              <a:gd name="connsiteY49" fmla="*/ 692983 h 1088769"/>
              <a:gd name="connsiteX50" fmla="*/ 4194524 w 11823056"/>
              <a:gd name="connsiteY50" fmla="*/ 306324 h 1088769"/>
              <a:gd name="connsiteX51" fmla="*/ 5060201 w 11823056"/>
              <a:gd name="connsiteY51" fmla="*/ 306324 h 1088769"/>
              <a:gd name="connsiteX52" fmla="*/ 4852750 w 11823056"/>
              <a:gd name="connsiteY52" fmla="*/ 414856 h 1088769"/>
              <a:gd name="connsiteX53" fmla="*/ 4843731 w 11823056"/>
              <a:gd name="connsiteY53" fmla="*/ 414856 h 1088769"/>
              <a:gd name="connsiteX54" fmla="*/ 4843731 w 11823056"/>
              <a:gd name="connsiteY54" fmla="*/ 321133 h 1088769"/>
              <a:gd name="connsiteX55" fmla="*/ 4666414 w 11823056"/>
              <a:gd name="connsiteY55" fmla="*/ 321133 h 1088769"/>
              <a:gd name="connsiteX56" fmla="*/ 4666414 w 11823056"/>
              <a:gd name="connsiteY56" fmla="*/ 1064832 h 1088769"/>
              <a:gd name="connsiteX57" fmla="*/ 4843731 w 11823056"/>
              <a:gd name="connsiteY57" fmla="*/ 1064832 h 1088769"/>
              <a:gd name="connsiteX58" fmla="*/ 4843731 w 11823056"/>
              <a:gd name="connsiteY58" fmla="*/ 584451 h 1088769"/>
              <a:gd name="connsiteX59" fmla="*/ 4992554 w 11823056"/>
              <a:gd name="connsiteY59" fmla="*/ 410393 h 1088769"/>
              <a:gd name="connsiteX60" fmla="*/ 5120263 w 11823056"/>
              <a:gd name="connsiteY60" fmla="*/ 556253 h 1088769"/>
              <a:gd name="connsiteX61" fmla="*/ 5120263 w 11823056"/>
              <a:gd name="connsiteY61" fmla="*/ 1064832 h 1088769"/>
              <a:gd name="connsiteX62" fmla="*/ 5297580 w 11823056"/>
              <a:gd name="connsiteY62" fmla="*/ 1064832 h 1088769"/>
              <a:gd name="connsiteX63" fmla="*/ 5297580 w 11823056"/>
              <a:gd name="connsiteY63" fmla="*/ 554630 h 1088769"/>
              <a:gd name="connsiteX64" fmla="*/ 5060201 w 11823056"/>
              <a:gd name="connsiteY64" fmla="*/ 306324 h 1088769"/>
              <a:gd name="connsiteX65" fmla="*/ 7694744 w 11823056"/>
              <a:gd name="connsiteY65" fmla="*/ 997887 h 1088769"/>
              <a:gd name="connsiteX66" fmla="*/ 7514353 w 11823056"/>
              <a:gd name="connsiteY66" fmla="*/ 692983 h 1088769"/>
              <a:gd name="connsiteX67" fmla="*/ 7694744 w 11823056"/>
              <a:gd name="connsiteY67" fmla="*/ 388078 h 1088769"/>
              <a:gd name="connsiteX68" fmla="*/ 7875136 w 11823056"/>
              <a:gd name="connsiteY68" fmla="*/ 692983 h 1088769"/>
              <a:gd name="connsiteX69" fmla="*/ 7694744 w 11823056"/>
              <a:gd name="connsiteY69" fmla="*/ 997887 h 1088769"/>
              <a:gd name="connsiteX70" fmla="*/ 7694744 w 11823056"/>
              <a:gd name="connsiteY70" fmla="*/ 306324 h 1088769"/>
              <a:gd name="connsiteX71" fmla="*/ 7328015 w 11823056"/>
              <a:gd name="connsiteY71" fmla="*/ 692983 h 1088769"/>
              <a:gd name="connsiteX72" fmla="*/ 7694744 w 11823056"/>
              <a:gd name="connsiteY72" fmla="*/ 1079641 h 1088769"/>
              <a:gd name="connsiteX73" fmla="*/ 8061473 w 11823056"/>
              <a:gd name="connsiteY73" fmla="*/ 692983 h 1088769"/>
              <a:gd name="connsiteX74" fmla="*/ 7694744 w 11823056"/>
              <a:gd name="connsiteY74" fmla="*/ 306324 h 1088769"/>
              <a:gd name="connsiteX75" fmla="*/ 9334262 w 11823056"/>
              <a:gd name="connsiteY75" fmla="*/ 306324 h 1088769"/>
              <a:gd name="connsiteX76" fmla="*/ 9126810 w 11823056"/>
              <a:gd name="connsiteY76" fmla="*/ 414856 h 1088769"/>
              <a:gd name="connsiteX77" fmla="*/ 9117791 w 11823056"/>
              <a:gd name="connsiteY77" fmla="*/ 414856 h 1088769"/>
              <a:gd name="connsiteX78" fmla="*/ 9117791 w 11823056"/>
              <a:gd name="connsiteY78" fmla="*/ 321133 h 1088769"/>
              <a:gd name="connsiteX79" fmla="*/ 8940474 w 11823056"/>
              <a:gd name="connsiteY79" fmla="*/ 321133 h 1088769"/>
              <a:gd name="connsiteX80" fmla="*/ 8940474 w 11823056"/>
              <a:gd name="connsiteY80" fmla="*/ 1064832 h 1088769"/>
              <a:gd name="connsiteX81" fmla="*/ 9117791 w 11823056"/>
              <a:gd name="connsiteY81" fmla="*/ 1064832 h 1088769"/>
              <a:gd name="connsiteX82" fmla="*/ 9117791 w 11823056"/>
              <a:gd name="connsiteY82" fmla="*/ 584451 h 1088769"/>
              <a:gd name="connsiteX83" fmla="*/ 9266614 w 11823056"/>
              <a:gd name="connsiteY83" fmla="*/ 410393 h 1088769"/>
              <a:gd name="connsiteX84" fmla="*/ 9394324 w 11823056"/>
              <a:gd name="connsiteY84" fmla="*/ 556253 h 1088769"/>
              <a:gd name="connsiteX85" fmla="*/ 9394324 w 11823056"/>
              <a:gd name="connsiteY85" fmla="*/ 1064832 h 1088769"/>
              <a:gd name="connsiteX86" fmla="*/ 9571641 w 11823056"/>
              <a:gd name="connsiteY86" fmla="*/ 1064832 h 1088769"/>
              <a:gd name="connsiteX87" fmla="*/ 9571641 w 11823056"/>
              <a:gd name="connsiteY87" fmla="*/ 554630 h 1088769"/>
              <a:gd name="connsiteX88" fmla="*/ 9334262 w 11823056"/>
              <a:gd name="connsiteY88" fmla="*/ 306324 h 1088769"/>
              <a:gd name="connsiteX89" fmla="*/ 9974653 w 11823056"/>
              <a:gd name="connsiteY89" fmla="*/ 306324 h 1088769"/>
              <a:gd name="connsiteX90" fmla="*/ 9687666 w 11823056"/>
              <a:gd name="connsiteY90" fmla="*/ 520548 h 1088769"/>
              <a:gd name="connsiteX91" fmla="*/ 9869493 w 11823056"/>
              <a:gd name="connsiteY91" fmla="*/ 734773 h 1088769"/>
              <a:gd name="connsiteX92" fmla="*/ 10019751 w 11823056"/>
              <a:gd name="connsiteY92" fmla="*/ 771897 h 1088769"/>
              <a:gd name="connsiteX93" fmla="*/ 10135571 w 11823056"/>
              <a:gd name="connsiteY93" fmla="*/ 882052 h 1088769"/>
              <a:gd name="connsiteX94" fmla="*/ 9986747 w 11823056"/>
              <a:gd name="connsiteY94" fmla="*/ 1001133 h 1088769"/>
              <a:gd name="connsiteX95" fmla="*/ 9815375 w 11823056"/>
              <a:gd name="connsiteY95" fmla="*/ 828699 h 1088769"/>
              <a:gd name="connsiteX96" fmla="*/ 9656097 w 11823056"/>
              <a:gd name="connsiteY96" fmla="*/ 873329 h 1088769"/>
              <a:gd name="connsiteX97" fmla="*/ 9967273 w 11823056"/>
              <a:gd name="connsiteY97" fmla="*/ 1080047 h 1088769"/>
              <a:gd name="connsiteX98" fmla="*/ 10279884 w 11823056"/>
              <a:gd name="connsiteY98" fmla="*/ 837625 h 1088769"/>
              <a:gd name="connsiteX99" fmla="*/ 10080018 w 11823056"/>
              <a:gd name="connsiteY99" fmla="*/ 614474 h 1088769"/>
              <a:gd name="connsiteX100" fmla="*/ 9935705 w 11823056"/>
              <a:gd name="connsiteY100" fmla="*/ 578770 h 1088769"/>
              <a:gd name="connsiteX101" fmla="*/ 9831980 w 11823056"/>
              <a:gd name="connsiteY101" fmla="*/ 480584 h 1088769"/>
              <a:gd name="connsiteX102" fmla="*/ 9959688 w 11823056"/>
              <a:gd name="connsiteY102" fmla="*/ 385441 h 1088769"/>
              <a:gd name="connsiteX103" fmla="*/ 10113022 w 11823056"/>
              <a:gd name="connsiteY103" fmla="*/ 528257 h 1088769"/>
              <a:gd name="connsiteX104" fmla="*/ 10263280 w 11823056"/>
              <a:gd name="connsiteY104" fmla="*/ 483627 h 1088769"/>
              <a:gd name="connsiteX105" fmla="*/ 9974653 w 11823056"/>
              <a:gd name="connsiteY105" fmla="*/ 306324 h 1088769"/>
              <a:gd name="connsiteX106" fmla="*/ 10720000 w 11823056"/>
              <a:gd name="connsiteY106" fmla="*/ 997887 h 1088769"/>
              <a:gd name="connsiteX107" fmla="*/ 10539607 w 11823056"/>
              <a:gd name="connsiteY107" fmla="*/ 692983 h 1088769"/>
              <a:gd name="connsiteX108" fmla="*/ 10720000 w 11823056"/>
              <a:gd name="connsiteY108" fmla="*/ 388078 h 1088769"/>
              <a:gd name="connsiteX109" fmla="*/ 10900392 w 11823056"/>
              <a:gd name="connsiteY109" fmla="*/ 692983 h 1088769"/>
              <a:gd name="connsiteX110" fmla="*/ 10720000 w 11823056"/>
              <a:gd name="connsiteY110" fmla="*/ 997887 h 1088769"/>
              <a:gd name="connsiteX111" fmla="*/ 10720000 w 11823056"/>
              <a:gd name="connsiteY111" fmla="*/ 306324 h 1088769"/>
              <a:gd name="connsiteX112" fmla="*/ 10353271 w 11823056"/>
              <a:gd name="connsiteY112" fmla="*/ 692983 h 1088769"/>
              <a:gd name="connsiteX113" fmla="*/ 10720000 w 11823056"/>
              <a:gd name="connsiteY113" fmla="*/ 1079641 h 1088769"/>
              <a:gd name="connsiteX114" fmla="*/ 11086728 w 11823056"/>
              <a:gd name="connsiteY114" fmla="*/ 692983 h 1088769"/>
              <a:gd name="connsiteX115" fmla="*/ 10720000 w 11823056"/>
              <a:gd name="connsiteY115" fmla="*/ 306324 h 1088769"/>
              <a:gd name="connsiteX116" fmla="*/ 11585677 w 11823056"/>
              <a:gd name="connsiteY116" fmla="*/ 306324 h 1088769"/>
              <a:gd name="connsiteX117" fmla="*/ 11378226 w 11823056"/>
              <a:gd name="connsiteY117" fmla="*/ 414856 h 1088769"/>
              <a:gd name="connsiteX118" fmla="*/ 11369206 w 11823056"/>
              <a:gd name="connsiteY118" fmla="*/ 414856 h 1088769"/>
              <a:gd name="connsiteX119" fmla="*/ 11369206 w 11823056"/>
              <a:gd name="connsiteY119" fmla="*/ 321133 h 1088769"/>
              <a:gd name="connsiteX120" fmla="*/ 11191889 w 11823056"/>
              <a:gd name="connsiteY120" fmla="*/ 321133 h 1088769"/>
              <a:gd name="connsiteX121" fmla="*/ 11191889 w 11823056"/>
              <a:gd name="connsiteY121" fmla="*/ 1064832 h 1088769"/>
              <a:gd name="connsiteX122" fmla="*/ 11369206 w 11823056"/>
              <a:gd name="connsiteY122" fmla="*/ 1064832 h 1088769"/>
              <a:gd name="connsiteX123" fmla="*/ 11369206 w 11823056"/>
              <a:gd name="connsiteY123" fmla="*/ 584451 h 1088769"/>
              <a:gd name="connsiteX124" fmla="*/ 11518030 w 11823056"/>
              <a:gd name="connsiteY124" fmla="*/ 410393 h 1088769"/>
              <a:gd name="connsiteX125" fmla="*/ 11645739 w 11823056"/>
              <a:gd name="connsiteY125" fmla="*/ 556253 h 1088769"/>
              <a:gd name="connsiteX126" fmla="*/ 11645739 w 11823056"/>
              <a:gd name="connsiteY126" fmla="*/ 1064832 h 1088769"/>
              <a:gd name="connsiteX127" fmla="*/ 11823056 w 11823056"/>
              <a:gd name="connsiteY127" fmla="*/ 1064832 h 1088769"/>
              <a:gd name="connsiteX128" fmla="*/ 11823056 w 11823056"/>
              <a:gd name="connsiteY128" fmla="*/ 554630 h 1088769"/>
              <a:gd name="connsiteX129" fmla="*/ 11585677 w 11823056"/>
              <a:gd name="connsiteY129" fmla="*/ 306324 h 1088769"/>
              <a:gd name="connsiteX130" fmla="*/ 697379 w 11823056"/>
              <a:gd name="connsiteY130" fmla="*/ 23735 h 1088769"/>
              <a:gd name="connsiteX131" fmla="*/ 511042 w 11823056"/>
              <a:gd name="connsiteY131" fmla="*/ 23735 h 1088769"/>
              <a:gd name="connsiteX132" fmla="*/ 511042 w 11823056"/>
              <a:gd name="connsiteY132" fmla="*/ 792589 h 1088769"/>
              <a:gd name="connsiteX133" fmla="*/ 348690 w 11823056"/>
              <a:gd name="connsiteY133" fmla="*/ 991801 h 1088769"/>
              <a:gd name="connsiteX134" fmla="*/ 186337 w 11823056"/>
              <a:gd name="connsiteY134" fmla="*/ 777577 h 1088769"/>
              <a:gd name="connsiteX135" fmla="*/ 186337 w 11823056"/>
              <a:gd name="connsiteY135" fmla="*/ 634761 h 1088769"/>
              <a:gd name="connsiteX136" fmla="*/ 0 w 11823056"/>
              <a:gd name="connsiteY136" fmla="*/ 680811 h 1088769"/>
              <a:gd name="connsiteX137" fmla="*/ 0 w 11823056"/>
              <a:gd name="connsiteY137" fmla="*/ 744713 h 1088769"/>
              <a:gd name="connsiteX138" fmla="*/ 348690 w 11823056"/>
              <a:gd name="connsiteY138" fmla="*/ 1088364 h 1088769"/>
              <a:gd name="connsiteX139" fmla="*/ 697379 w 11823056"/>
              <a:gd name="connsiteY139" fmla="*/ 744713 h 1088769"/>
              <a:gd name="connsiteX140" fmla="*/ 697379 w 11823056"/>
              <a:gd name="connsiteY140" fmla="*/ 23735 h 1088769"/>
              <a:gd name="connsiteX141" fmla="*/ 1818474 w 11823056"/>
              <a:gd name="connsiteY141" fmla="*/ 23735 h 1088769"/>
              <a:gd name="connsiteX142" fmla="*/ 1641157 w 11823056"/>
              <a:gd name="connsiteY142" fmla="*/ 23735 h 1088769"/>
              <a:gd name="connsiteX143" fmla="*/ 1641157 w 11823056"/>
              <a:gd name="connsiteY143" fmla="*/ 1064832 h 1088769"/>
              <a:gd name="connsiteX144" fmla="*/ 1818474 w 11823056"/>
              <a:gd name="connsiteY144" fmla="*/ 1064832 h 1088769"/>
              <a:gd name="connsiteX145" fmla="*/ 1818474 w 11823056"/>
              <a:gd name="connsiteY145" fmla="*/ 584451 h 1088769"/>
              <a:gd name="connsiteX146" fmla="*/ 1967298 w 11823056"/>
              <a:gd name="connsiteY146" fmla="*/ 410393 h 1088769"/>
              <a:gd name="connsiteX147" fmla="*/ 2095007 w 11823056"/>
              <a:gd name="connsiteY147" fmla="*/ 556253 h 1088769"/>
              <a:gd name="connsiteX148" fmla="*/ 2095007 w 11823056"/>
              <a:gd name="connsiteY148" fmla="*/ 1064832 h 1088769"/>
              <a:gd name="connsiteX149" fmla="*/ 2272324 w 11823056"/>
              <a:gd name="connsiteY149" fmla="*/ 1064832 h 1088769"/>
              <a:gd name="connsiteX150" fmla="*/ 2272324 w 11823056"/>
              <a:gd name="connsiteY150" fmla="*/ 554630 h 1088769"/>
              <a:gd name="connsiteX151" fmla="*/ 2034945 w 11823056"/>
              <a:gd name="connsiteY151" fmla="*/ 306324 h 1088769"/>
              <a:gd name="connsiteX152" fmla="*/ 1827494 w 11823056"/>
              <a:gd name="connsiteY152" fmla="*/ 414856 h 1088769"/>
              <a:gd name="connsiteX153" fmla="*/ 1818474 w 11823056"/>
              <a:gd name="connsiteY153" fmla="*/ 414856 h 1088769"/>
              <a:gd name="connsiteX154" fmla="*/ 1818474 w 11823056"/>
              <a:gd name="connsiteY154" fmla="*/ 23735 h 1088769"/>
              <a:gd name="connsiteX155" fmla="*/ 7222855 w 11823056"/>
              <a:gd name="connsiteY155" fmla="*/ 23735 h 1088769"/>
              <a:gd name="connsiteX156" fmla="*/ 7036518 w 11823056"/>
              <a:gd name="connsiteY156" fmla="*/ 23735 h 1088769"/>
              <a:gd name="connsiteX157" fmla="*/ 7036518 w 11823056"/>
              <a:gd name="connsiteY157" fmla="*/ 792589 h 1088769"/>
              <a:gd name="connsiteX158" fmla="*/ 6874166 w 11823056"/>
              <a:gd name="connsiteY158" fmla="*/ 991801 h 1088769"/>
              <a:gd name="connsiteX159" fmla="*/ 6711813 w 11823056"/>
              <a:gd name="connsiteY159" fmla="*/ 777577 h 1088769"/>
              <a:gd name="connsiteX160" fmla="*/ 6711813 w 11823056"/>
              <a:gd name="connsiteY160" fmla="*/ 634761 h 1088769"/>
              <a:gd name="connsiteX161" fmla="*/ 6525476 w 11823056"/>
              <a:gd name="connsiteY161" fmla="*/ 680811 h 1088769"/>
              <a:gd name="connsiteX162" fmla="*/ 6525476 w 11823056"/>
              <a:gd name="connsiteY162" fmla="*/ 744713 h 1088769"/>
              <a:gd name="connsiteX163" fmla="*/ 6874166 w 11823056"/>
              <a:gd name="connsiteY163" fmla="*/ 1088364 h 1088769"/>
              <a:gd name="connsiteX164" fmla="*/ 7222855 w 11823056"/>
              <a:gd name="connsiteY164" fmla="*/ 744713 h 1088769"/>
              <a:gd name="connsiteX165" fmla="*/ 7222855 w 11823056"/>
              <a:gd name="connsiteY165" fmla="*/ 23735 h 1088769"/>
              <a:gd name="connsiteX166" fmla="*/ 8343950 w 11823056"/>
              <a:gd name="connsiteY166" fmla="*/ 23735 h 1088769"/>
              <a:gd name="connsiteX167" fmla="*/ 8166633 w 11823056"/>
              <a:gd name="connsiteY167" fmla="*/ 23735 h 1088769"/>
              <a:gd name="connsiteX168" fmla="*/ 8166633 w 11823056"/>
              <a:gd name="connsiteY168" fmla="*/ 1064832 h 1088769"/>
              <a:gd name="connsiteX169" fmla="*/ 8343950 w 11823056"/>
              <a:gd name="connsiteY169" fmla="*/ 1064832 h 1088769"/>
              <a:gd name="connsiteX170" fmla="*/ 8343950 w 11823056"/>
              <a:gd name="connsiteY170" fmla="*/ 584451 h 1088769"/>
              <a:gd name="connsiteX171" fmla="*/ 8492774 w 11823056"/>
              <a:gd name="connsiteY171" fmla="*/ 410393 h 1088769"/>
              <a:gd name="connsiteX172" fmla="*/ 8620483 w 11823056"/>
              <a:gd name="connsiteY172" fmla="*/ 556253 h 1088769"/>
              <a:gd name="connsiteX173" fmla="*/ 8620483 w 11823056"/>
              <a:gd name="connsiteY173" fmla="*/ 1064832 h 1088769"/>
              <a:gd name="connsiteX174" fmla="*/ 8797800 w 11823056"/>
              <a:gd name="connsiteY174" fmla="*/ 1064832 h 1088769"/>
              <a:gd name="connsiteX175" fmla="*/ 8797800 w 11823056"/>
              <a:gd name="connsiteY175" fmla="*/ 554630 h 1088769"/>
              <a:gd name="connsiteX176" fmla="*/ 8560421 w 11823056"/>
              <a:gd name="connsiteY176" fmla="*/ 306324 h 1088769"/>
              <a:gd name="connsiteX177" fmla="*/ 8352970 w 11823056"/>
              <a:gd name="connsiteY177" fmla="*/ 414856 h 1088769"/>
              <a:gd name="connsiteX178" fmla="*/ 8343950 w 11823056"/>
              <a:gd name="connsiteY178" fmla="*/ 414856 h 1088769"/>
              <a:gd name="connsiteX179" fmla="*/ 8343950 w 11823056"/>
              <a:gd name="connsiteY179" fmla="*/ 23735 h 1088769"/>
              <a:gd name="connsiteX180" fmla="*/ 5882214 w 11823056"/>
              <a:gd name="connsiteY180" fmla="*/ 980035 h 1088769"/>
              <a:gd name="connsiteX181" fmla="*/ 5649345 w 11823056"/>
              <a:gd name="connsiteY181" fmla="*/ 740656 h 1088769"/>
              <a:gd name="connsiteX182" fmla="*/ 5740976 w 11823056"/>
              <a:gd name="connsiteY182" fmla="*/ 551790 h 1088769"/>
              <a:gd name="connsiteX183" fmla="*/ 6080646 w 11823056"/>
              <a:gd name="connsiteY183" fmla="*/ 919176 h 1088769"/>
              <a:gd name="connsiteX184" fmla="*/ 5882214 w 11823056"/>
              <a:gd name="connsiteY184" fmla="*/ 980035 h 1088769"/>
              <a:gd name="connsiteX185" fmla="*/ 6212865 w 11823056"/>
              <a:gd name="connsiteY185" fmla="*/ 797052 h 1088769"/>
              <a:gd name="connsiteX186" fmla="*/ 5918293 w 11823056"/>
              <a:gd name="connsiteY186" fmla="*/ 475716 h 1088769"/>
              <a:gd name="connsiteX187" fmla="*/ 6064042 w 11823056"/>
              <a:gd name="connsiteY187" fmla="*/ 447518 h 1088769"/>
              <a:gd name="connsiteX188" fmla="*/ 6260833 w 11823056"/>
              <a:gd name="connsiteY188" fmla="*/ 638007 h 1088769"/>
              <a:gd name="connsiteX189" fmla="*/ 6212865 w 11823056"/>
              <a:gd name="connsiteY189" fmla="*/ 797052 h 1088769"/>
              <a:gd name="connsiteX190" fmla="*/ 5877705 w 11823056"/>
              <a:gd name="connsiteY190" fmla="*/ 432708 h 1088769"/>
              <a:gd name="connsiteX191" fmla="*/ 5813132 w 11823056"/>
              <a:gd name="connsiteY191" fmla="*/ 361300 h 1088769"/>
              <a:gd name="connsiteX192" fmla="*/ 5739541 w 11823056"/>
              <a:gd name="connsiteY192" fmla="*/ 214021 h 1088769"/>
              <a:gd name="connsiteX193" fmla="*/ 5882214 w 11823056"/>
              <a:gd name="connsiteY193" fmla="*/ 78711 h 1088769"/>
              <a:gd name="connsiteX194" fmla="*/ 6023453 w 11823056"/>
              <a:gd name="connsiteY194" fmla="*/ 221527 h 1088769"/>
              <a:gd name="connsiteX195" fmla="*/ 5877705 w 11823056"/>
              <a:gd name="connsiteY195" fmla="*/ 432708 h 1088769"/>
              <a:gd name="connsiteX196" fmla="*/ 5886724 w 11823056"/>
              <a:gd name="connsiteY196" fmla="*/ 0 h 1088769"/>
              <a:gd name="connsiteX197" fmla="*/ 5577188 w 11823056"/>
              <a:gd name="connsiteY197" fmla="*/ 257231 h 1088769"/>
              <a:gd name="connsiteX198" fmla="*/ 5697518 w 11823056"/>
              <a:gd name="connsiteY198" fmla="*/ 505537 h 1088769"/>
              <a:gd name="connsiteX199" fmla="*/ 5698952 w 11823056"/>
              <a:gd name="connsiteY199" fmla="*/ 508580 h 1088769"/>
              <a:gd name="connsiteX200" fmla="*/ 5484122 w 11823056"/>
              <a:gd name="connsiteY200" fmla="*/ 807601 h 1088769"/>
              <a:gd name="connsiteX201" fmla="*/ 5786279 w 11823056"/>
              <a:gd name="connsiteY201" fmla="*/ 1088770 h 1088769"/>
              <a:gd name="connsiteX202" fmla="*/ 6125949 w 11823056"/>
              <a:gd name="connsiteY202" fmla="*/ 968269 h 1088769"/>
              <a:gd name="connsiteX203" fmla="*/ 6216145 w 11823056"/>
              <a:gd name="connsiteY203" fmla="*/ 1065035 h 1088769"/>
              <a:gd name="connsiteX204" fmla="*/ 6452089 w 11823056"/>
              <a:gd name="connsiteY204" fmla="*/ 1065035 h 1088769"/>
              <a:gd name="connsiteX205" fmla="*/ 6452089 w 11823056"/>
              <a:gd name="connsiteY205" fmla="*/ 1057529 h 1088769"/>
              <a:gd name="connsiteX206" fmla="*/ 6259808 w 11823056"/>
              <a:gd name="connsiteY206" fmla="*/ 847768 h 1088769"/>
              <a:gd name="connsiteX207" fmla="*/ 6387517 w 11823056"/>
              <a:gd name="connsiteY207" fmla="*/ 557673 h 1088769"/>
              <a:gd name="connsiteX208" fmla="*/ 6190726 w 11823056"/>
              <a:gd name="connsiteY208" fmla="*/ 368806 h 1088769"/>
              <a:gd name="connsiteX209" fmla="*/ 6010334 w 11823056"/>
              <a:gd name="connsiteY209" fmla="*/ 404510 h 1088769"/>
              <a:gd name="connsiteX210" fmla="*/ 6007259 w 11823056"/>
              <a:gd name="connsiteY210" fmla="*/ 398627 h 1088769"/>
              <a:gd name="connsiteX211" fmla="*/ 6169612 w 11823056"/>
              <a:gd name="connsiteY211" fmla="*/ 202255 h 1088769"/>
              <a:gd name="connsiteX212" fmla="*/ 5886724 w 11823056"/>
              <a:gd name="connsiteY212" fmla="*/ 0 h 1088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1823056" h="1088769">
                <a:moveTo>
                  <a:pt x="1169268" y="997887"/>
                </a:moveTo>
                <a:cubicBezTo>
                  <a:pt x="1053448" y="997887"/>
                  <a:pt x="988876" y="889355"/>
                  <a:pt x="988876" y="692983"/>
                </a:cubicBezTo>
                <a:cubicBezTo>
                  <a:pt x="988876" y="493568"/>
                  <a:pt x="1053448" y="388078"/>
                  <a:pt x="1169268" y="388078"/>
                </a:cubicBezTo>
                <a:cubicBezTo>
                  <a:pt x="1285088" y="388078"/>
                  <a:pt x="1349660" y="495191"/>
                  <a:pt x="1349660" y="692983"/>
                </a:cubicBezTo>
                <a:cubicBezTo>
                  <a:pt x="1349455" y="892398"/>
                  <a:pt x="1284883" y="997887"/>
                  <a:pt x="1169268" y="997887"/>
                </a:cubicBezTo>
                <a:moveTo>
                  <a:pt x="1169268" y="306324"/>
                </a:moveTo>
                <a:cubicBezTo>
                  <a:pt x="933324" y="306324"/>
                  <a:pt x="802539" y="480381"/>
                  <a:pt x="802539" y="692983"/>
                </a:cubicBezTo>
                <a:cubicBezTo>
                  <a:pt x="802539" y="905584"/>
                  <a:pt x="933324" y="1079641"/>
                  <a:pt x="1169268" y="1079641"/>
                </a:cubicBezTo>
                <a:cubicBezTo>
                  <a:pt x="1405213" y="1079641"/>
                  <a:pt x="1535997" y="905584"/>
                  <a:pt x="1535997" y="692983"/>
                </a:cubicBezTo>
                <a:cubicBezTo>
                  <a:pt x="1535997" y="480381"/>
                  <a:pt x="1405213" y="306324"/>
                  <a:pt x="1169268" y="306324"/>
                </a:cubicBezTo>
                <a:moveTo>
                  <a:pt x="2808786" y="306324"/>
                </a:moveTo>
                <a:cubicBezTo>
                  <a:pt x="2697476" y="306324"/>
                  <a:pt x="2635978" y="353997"/>
                  <a:pt x="2601335" y="414856"/>
                </a:cubicBezTo>
                <a:lnTo>
                  <a:pt x="2592315" y="414856"/>
                </a:lnTo>
                <a:lnTo>
                  <a:pt x="2592315" y="321133"/>
                </a:lnTo>
                <a:lnTo>
                  <a:pt x="2414998" y="321133"/>
                </a:lnTo>
                <a:lnTo>
                  <a:pt x="2414998" y="1064832"/>
                </a:lnTo>
                <a:lnTo>
                  <a:pt x="2592315" y="1064832"/>
                </a:lnTo>
                <a:lnTo>
                  <a:pt x="2592315" y="584451"/>
                </a:lnTo>
                <a:cubicBezTo>
                  <a:pt x="2592315" y="474498"/>
                  <a:pt x="2649508" y="410393"/>
                  <a:pt x="2741139" y="410393"/>
                </a:cubicBezTo>
                <a:cubicBezTo>
                  <a:pt x="2829900" y="410393"/>
                  <a:pt x="2868848" y="468413"/>
                  <a:pt x="2868848" y="556253"/>
                </a:cubicBezTo>
                <a:lnTo>
                  <a:pt x="2868848" y="1064832"/>
                </a:lnTo>
                <a:lnTo>
                  <a:pt x="3046165" y="1064832"/>
                </a:lnTo>
                <a:lnTo>
                  <a:pt x="3046165" y="554630"/>
                </a:lnTo>
                <a:cubicBezTo>
                  <a:pt x="3046370" y="401467"/>
                  <a:pt x="2965194" y="306324"/>
                  <a:pt x="2808786" y="306324"/>
                </a:cubicBezTo>
                <a:moveTo>
                  <a:pt x="3448972" y="306324"/>
                </a:moveTo>
                <a:cubicBezTo>
                  <a:pt x="3285185" y="306324"/>
                  <a:pt x="3161985" y="374689"/>
                  <a:pt x="3161985" y="520548"/>
                </a:cubicBezTo>
                <a:cubicBezTo>
                  <a:pt x="3161985" y="644093"/>
                  <a:pt x="3247671" y="711038"/>
                  <a:pt x="3343812" y="734773"/>
                </a:cubicBezTo>
                <a:lnTo>
                  <a:pt x="3494070" y="771897"/>
                </a:lnTo>
                <a:cubicBezTo>
                  <a:pt x="3573812" y="791169"/>
                  <a:pt x="3609890" y="819570"/>
                  <a:pt x="3609890" y="882052"/>
                </a:cubicBezTo>
                <a:cubicBezTo>
                  <a:pt x="3609890" y="957923"/>
                  <a:pt x="3555773" y="1001133"/>
                  <a:pt x="3461067" y="1001133"/>
                </a:cubicBezTo>
                <a:cubicBezTo>
                  <a:pt x="3358776" y="1001133"/>
                  <a:pt x="3306299" y="952040"/>
                  <a:pt x="3289694" y="828699"/>
                </a:cubicBezTo>
                <a:lnTo>
                  <a:pt x="3130416" y="873329"/>
                </a:lnTo>
                <a:cubicBezTo>
                  <a:pt x="3139436" y="1001336"/>
                  <a:pt x="3259766" y="1080047"/>
                  <a:pt x="3441593" y="1080047"/>
                </a:cubicBezTo>
                <a:cubicBezTo>
                  <a:pt x="3644534" y="1080047"/>
                  <a:pt x="3754204" y="986324"/>
                  <a:pt x="3754204" y="837625"/>
                </a:cubicBezTo>
                <a:cubicBezTo>
                  <a:pt x="3754204" y="697851"/>
                  <a:pt x="3656423" y="639832"/>
                  <a:pt x="3554338" y="614474"/>
                </a:cubicBezTo>
                <a:lnTo>
                  <a:pt x="3410024" y="578770"/>
                </a:lnTo>
                <a:cubicBezTo>
                  <a:pt x="3337867" y="560918"/>
                  <a:pt x="3306299" y="528257"/>
                  <a:pt x="3306299" y="480584"/>
                </a:cubicBezTo>
                <a:cubicBezTo>
                  <a:pt x="3306299" y="421145"/>
                  <a:pt x="3357341" y="385441"/>
                  <a:pt x="3434008" y="385441"/>
                </a:cubicBezTo>
                <a:cubicBezTo>
                  <a:pt x="3524204" y="385441"/>
                  <a:pt x="3579756" y="434534"/>
                  <a:pt x="3587341" y="528257"/>
                </a:cubicBezTo>
                <a:lnTo>
                  <a:pt x="3737599" y="483627"/>
                </a:lnTo>
                <a:cubicBezTo>
                  <a:pt x="3719560" y="379152"/>
                  <a:pt x="3615835" y="306324"/>
                  <a:pt x="3448972" y="306324"/>
                </a:cubicBezTo>
                <a:moveTo>
                  <a:pt x="4194524" y="997887"/>
                </a:moveTo>
                <a:cubicBezTo>
                  <a:pt x="4078704" y="997887"/>
                  <a:pt x="4014132" y="889355"/>
                  <a:pt x="4014132" y="692983"/>
                </a:cubicBezTo>
                <a:cubicBezTo>
                  <a:pt x="4014132" y="493568"/>
                  <a:pt x="4078704" y="388078"/>
                  <a:pt x="4194524" y="388078"/>
                </a:cubicBezTo>
                <a:cubicBezTo>
                  <a:pt x="4310344" y="388078"/>
                  <a:pt x="4374916" y="495191"/>
                  <a:pt x="4374916" y="692983"/>
                </a:cubicBezTo>
                <a:cubicBezTo>
                  <a:pt x="4374916" y="892398"/>
                  <a:pt x="4310139" y="997887"/>
                  <a:pt x="4194524" y="997887"/>
                </a:cubicBezTo>
                <a:moveTo>
                  <a:pt x="4194524" y="306324"/>
                </a:moveTo>
                <a:cubicBezTo>
                  <a:pt x="3958580" y="306324"/>
                  <a:pt x="3827796" y="480381"/>
                  <a:pt x="3827796" y="692983"/>
                </a:cubicBezTo>
                <a:cubicBezTo>
                  <a:pt x="3827796" y="905584"/>
                  <a:pt x="3958580" y="1079641"/>
                  <a:pt x="4194524" y="1079641"/>
                </a:cubicBezTo>
                <a:cubicBezTo>
                  <a:pt x="4430469" y="1079641"/>
                  <a:pt x="4561253" y="905584"/>
                  <a:pt x="4561253" y="692983"/>
                </a:cubicBezTo>
                <a:cubicBezTo>
                  <a:pt x="4561253" y="480381"/>
                  <a:pt x="4430469" y="306324"/>
                  <a:pt x="4194524" y="306324"/>
                </a:cubicBezTo>
                <a:moveTo>
                  <a:pt x="5060201" y="306324"/>
                </a:moveTo>
                <a:cubicBezTo>
                  <a:pt x="4948891" y="306324"/>
                  <a:pt x="4887394" y="353997"/>
                  <a:pt x="4852750" y="414856"/>
                </a:cubicBezTo>
                <a:lnTo>
                  <a:pt x="4843731" y="414856"/>
                </a:lnTo>
                <a:lnTo>
                  <a:pt x="4843731" y="321133"/>
                </a:lnTo>
                <a:lnTo>
                  <a:pt x="4666414" y="321133"/>
                </a:lnTo>
                <a:lnTo>
                  <a:pt x="4666414" y="1064832"/>
                </a:lnTo>
                <a:lnTo>
                  <a:pt x="4843731" y="1064832"/>
                </a:lnTo>
                <a:lnTo>
                  <a:pt x="4843731" y="584451"/>
                </a:lnTo>
                <a:cubicBezTo>
                  <a:pt x="4843731" y="474498"/>
                  <a:pt x="4900923" y="410393"/>
                  <a:pt x="4992554" y="410393"/>
                </a:cubicBezTo>
                <a:cubicBezTo>
                  <a:pt x="5081315" y="410393"/>
                  <a:pt x="5120263" y="468413"/>
                  <a:pt x="5120263" y="556253"/>
                </a:cubicBezTo>
                <a:lnTo>
                  <a:pt x="5120263" y="1064832"/>
                </a:lnTo>
                <a:lnTo>
                  <a:pt x="5297580" y="1064832"/>
                </a:lnTo>
                <a:lnTo>
                  <a:pt x="5297580" y="554630"/>
                </a:lnTo>
                <a:cubicBezTo>
                  <a:pt x="5297580" y="401467"/>
                  <a:pt x="5216404" y="306324"/>
                  <a:pt x="5060201" y="306324"/>
                </a:cubicBezTo>
                <a:moveTo>
                  <a:pt x="7694744" y="997887"/>
                </a:moveTo>
                <a:cubicBezTo>
                  <a:pt x="7578925" y="997887"/>
                  <a:pt x="7514353" y="889355"/>
                  <a:pt x="7514353" y="692983"/>
                </a:cubicBezTo>
                <a:cubicBezTo>
                  <a:pt x="7514353" y="493568"/>
                  <a:pt x="7578925" y="388078"/>
                  <a:pt x="7694744" y="388078"/>
                </a:cubicBezTo>
                <a:cubicBezTo>
                  <a:pt x="7810564" y="388078"/>
                  <a:pt x="7875136" y="495191"/>
                  <a:pt x="7875136" y="692983"/>
                </a:cubicBezTo>
                <a:cubicBezTo>
                  <a:pt x="7875136" y="892398"/>
                  <a:pt x="7810359" y="997887"/>
                  <a:pt x="7694744" y="997887"/>
                </a:cubicBezTo>
                <a:moveTo>
                  <a:pt x="7694744" y="306324"/>
                </a:moveTo>
                <a:cubicBezTo>
                  <a:pt x="7458800" y="306324"/>
                  <a:pt x="7328015" y="480381"/>
                  <a:pt x="7328015" y="692983"/>
                </a:cubicBezTo>
                <a:cubicBezTo>
                  <a:pt x="7328015" y="905584"/>
                  <a:pt x="7458800" y="1079641"/>
                  <a:pt x="7694744" y="1079641"/>
                </a:cubicBezTo>
                <a:cubicBezTo>
                  <a:pt x="7930689" y="1079641"/>
                  <a:pt x="8061473" y="905584"/>
                  <a:pt x="8061473" y="692983"/>
                </a:cubicBezTo>
                <a:cubicBezTo>
                  <a:pt x="8061473" y="480381"/>
                  <a:pt x="7930689" y="306324"/>
                  <a:pt x="7694744" y="306324"/>
                </a:cubicBezTo>
                <a:moveTo>
                  <a:pt x="9334262" y="306324"/>
                </a:moveTo>
                <a:cubicBezTo>
                  <a:pt x="9222951" y="306324"/>
                  <a:pt x="9161454" y="353997"/>
                  <a:pt x="9126810" y="414856"/>
                </a:cubicBezTo>
                <a:lnTo>
                  <a:pt x="9117791" y="414856"/>
                </a:lnTo>
                <a:lnTo>
                  <a:pt x="9117791" y="321133"/>
                </a:lnTo>
                <a:lnTo>
                  <a:pt x="8940474" y="321133"/>
                </a:lnTo>
                <a:lnTo>
                  <a:pt x="8940474" y="1064832"/>
                </a:lnTo>
                <a:lnTo>
                  <a:pt x="9117791" y="1064832"/>
                </a:lnTo>
                <a:lnTo>
                  <a:pt x="9117791" y="584451"/>
                </a:lnTo>
                <a:cubicBezTo>
                  <a:pt x="9117791" y="474498"/>
                  <a:pt x="9174983" y="410393"/>
                  <a:pt x="9266614" y="410393"/>
                </a:cubicBezTo>
                <a:cubicBezTo>
                  <a:pt x="9355376" y="410393"/>
                  <a:pt x="9394324" y="468413"/>
                  <a:pt x="9394324" y="556253"/>
                </a:cubicBezTo>
                <a:lnTo>
                  <a:pt x="9394324" y="1064832"/>
                </a:lnTo>
                <a:lnTo>
                  <a:pt x="9571641" y="1064832"/>
                </a:lnTo>
                <a:lnTo>
                  <a:pt x="9571641" y="554630"/>
                </a:lnTo>
                <a:cubicBezTo>
                  <a:pt x="9571846" y="401467"/>
                  <a:pt x="9490669" y="306324"/>
                  <a:pt x="9334262" y="306324"/>
                </a:cubicBezTo>
                <a:moveTo>
                  <a:pt x="9974653" y="306324"/>
                </a:moveTo>
                <a:cubicBezTo>
                  <a:pt x="9810865" y="306324"/>
                  <a:pt x="9687666" y="374689"/>
                  <a:pt x="9687666" y="520548"/>
                </a:cubicBezTo>
                <a:cubicBezTo>
                  <a:pt x="9687666" y="644093"/>
                  <a:pt x="9773352" y="711038"/>
                  <a:pt x="9869493" y="734773"/>
                </a:cubicBezTo>
                <a:lnTo>
                  <a:pt x="10019751" y="771897"/>
                </a:lnTo>
                <a:cubicBezTo>
                  <a:pt x="10099492" y="791169"/>
                  <a:pt x="10135571" y="819570"/>
                  <a:pt x="10135571" y="882052"/>
                </a:cubicBezTo>
                <a:cubicBezTo>
                  <a:pt x="10135571" y="957923"/>
                  <a:pt x="10081453" y="1001133"/>
                  <a:pt x="9986747" y="1001133"/>
                </a:cubicBezTo>
                <a:cubicBezTo>
                  <a:pt x="9884457" y="1001133"/>
                  <a:pt x="9831980" y="952040"/>
                  <a:pt x="9815375" y="828699"/>
                </a:cubicBezTo>
                <a:lnTo>
                  <a:pt x="9656097" y="873329"/>
                </a:lnTo>
                <a:cubicBezTo>
                  <a:pt x="9665117" y="1001336"/>
                  <a:pt x="9785446" y="1080047"/>
                  <a:pt x="9967273" y="1080047"/>
                </a:cubicBezTo>
                <a:cubicBezTo>
                  <a:pt x="10170215" y="1080047"/>
                  <a:pt x="10279884" y="986324"/>
                  <a:pt x="10279884" y="837625"/>
                </a:cubicBezTo>
                <a:cubicBezTo>
                  <a:pt x="10279884" y="697851"/>
                  <a:pt x="10182104" y="639832"/>
                  <a:pt x="10080018" y="614474"/>
                </a:cubicBezTo>
                <a:lnTo>
                  <a:pt x="9935705" y="578770"/>
                </a:lnTo>
                <a:cubicBezTo>
                  <a:pt x="9863548" y="560918"/>
                  <a:pt x="9831980" y="528257"/>
                  <a:pt x="9831980" y="480584"/>
                </a:cubicBezTo>
                <a:cubicBezTo>
                  <a:pt x="9831980" y="421145"/>
                  <a:pt x="9883022" y="385441"/>
                  <a:pt x="9959688" y="385441"/>
                </a:cubicBezTo>
                <a:cubicBezTo>
                  <a:pt x="10049884" y="385441"/>
                  <a:pt x="10105437" y="434534"/>
                  <a:pt x="10113022" y="528257"/>
                </a:cubicBezTo>
                <a:lnTo>
                  <a:pt x="10263280" y="483627"/>
                </a:lnTo>
                <a:cubicBezTo>
                  <a:pt x="10245036" y="379152"/>
                  <a:pt x="10141311" y="306324"/>
                  <a:pt x="9974653" y="306324"/>
                </a:cubicBezTo>
                <a:moveTo>
                  <a:pt x="10720000" y="997887"/>
                </a:moveTo>
                <a:cubicBezTo>
                  <a:pt x="10604180" y="997887"/>
                  <a:pt x="10539607" y="889355"/>
                  <a:pt x="10539607" y="692983"/>
                </a:cubicBezTo>
                <a:cubicBezTo>
                  <a:pt x="10539607" y="493568"/>
                  <a:pt x="10604180" y="388078"/>
                  <a:pt x="10720000" y="388078"/>
                </a:cubicBezTo>
                <a:cubicBezTo>
                  <a:pt x="10835819" y="388078"/>
                  <a:pt x="10900392" y="495191"/>
                  <a:pt x="10900392" y="692983"/>
                </a:cubicBezTo>
                <a:cubicBezTo>
                  <a:pt x="10900392" y="892398"/>
                  <a:pt x="10835614" y="997887"/>
                  <a:pt x="10720000" y="997887"/>
                </a:cubicBezTo>
                <a:moveTo>
                  <a:pt x="10720000" y="306324"/>
                </a:moveTo>
                <a:cubicBezTo>
                  <a:pt x="10484056" y="306324"/>
                  <a:pt x="10353271" y="480381"/>
                  <a:pt x="10353271" y="692983"/>
                </a:cubicBezTo>
                <a:cubicBezTo>
                  <a:pt x="10353271" y="905584"/>
                  <a:pt x="10484056" y="1079641"/>
                  <a:pt x="10720000" y="1079641"/>
                </a:cubicBezTo>
                <a:cubicBezTo>
                  <a:pt x="10955945" y="1079641"/>
                  <a:pt x="11086728" y="905584"/>
                  <a:pt x="11086728" y="692983"/>
                </a:cubicBezTo>
                <a:cubicBezTo>
                  <a:pt x="11086728" y="480381"/>
                  <a:pt x="10955945" y="306324"/>
                  <a:pt x="10720000" y="306324"/>
                </a:cubicBezTo>
                <a:moveTo>
                  <a:pt x="11585677" y="306324"/>
                </a:moveTo>
                <a:cubicBezTo>
                  <a:pt x="11474367" y="306324"/>
                  <a:pt x="11412869" y="353997"/>
                  <a:pt x="11378226" y="414856"/>
                </a:cubicBezTo>
                <a:lnTo>
                  <a:pt x="11369206" y="414856"/>
                </a:lnTo>
                <a:lnTo>
                  <a:pt x="11369206" y="321133"/>
                </a:lnTo>
                <a:lnTo>
                  <a:pt x="11191889" y="321133"/>
                </a:lnTo>
                <a:lnTo>
                  <a:pt x="11191889" y="1064832"/>
                </a:lnTo>
                <a:lnTo>
                  <a:pt x="11369206" y="1064832"/>
                </a:lnTo>
                <a:lnTo>
                  <a:pt x="11369206" y="584451"/>
                </a:lnTo>
                <a:cubicBezTo>
                  <a:pt x="11369206" y="474498"/>
                  <a:pt x="11426398" y="410393"/>
                  <a:pt x="11518030" y="410393"/>
                </a:cubicBezTo>
                <a:cubicBezTo>
                  <a:pt x="11606791" y="410393"/>
                  <a:pt x="11645739" y="468413"/>
                  <a:pt x="11645739" y="556253"/>
                </a:cubicBezTo>
                <a:lnTo>
                  <a:pt x="11645739" y="1064832"/>
                </a:lnTo>
                <a:lnTo>
                  <a:pt x="11823056" y="1064832"/>
                </a:lnTo>
                <a:lnTo>
                  <a:pt x="11823056" y="554630"/>
                </a:lnTo>
                <a:cubicBezTo>
                  <a:pt x="11823056" y="401467"/>
                  <a:pt x="11741880" y="306324"/>
                  <a:pt x="11585677" y="306324"/>
                </a:cubicBezTo>
                <a:moveTo>
                  <a:pt x="697379" y="23735"/>
                </a:moveTo>
                <a:lnTo>
                  <a:pt x="511042" y="23735"/>
                </a:lnTo>
                <a:lnTo>
                  <a:pt x="511042" y="792589"/>
                </a:lnTo>
                <a:cubicBezTo>
                  <a:pt x="511042" y="917553"/>
                  <a:pt x="462869" y="991801"/>
                  <a:pt x="348690" y="991801"/>
                </a:cubicBezTo>
                <a:cubicBezTo>
                  <a:pt x="235945" y="991801"/>
                  <a:pt x="186337" y="912887"/>
                  <a:pt x="186337" y="777577"/>
                </a:cubicBezTo>
                <a:lnTo>
                  <a:pt x="186337" y="634761"/>
                </a:lnTo>
                <a:lnTo>
                  <a:pt x="0" y="680811"/>
                </a:lnTo>
                <a:lnTo>
                  <a:pt x="0" y="744713"/>
                </a:lnTo>
                <a:cubicBezTo>
                  <a:pt x="0" y="939462"/>
                  <a:pt x="97781" y="1088364"/>
                  <a:pt x="348690" y="1088364"/>
                </a:cubicBezTo>
                <a:cubicBezTo>
                  <a:pt x="599598" y="1088364"/>
                  <a:pt x="697379" y="939665"/>
                  <a:pt x="697379" y="744713"/>
                </a:cubicBezTo>
                <a:lnTo>
                  <a:pt x="697379" y="23735"/>
                </a:lnTo>
                <a:moveTo>
                  <a:pt x="1818474" y="23735"/>
                </a:moveTo>
                <a:lnTo>
                  <a:pt x="1641157" y="23735"/>
                </a:lnTo>
                <a:lnTo>
                  <a:pt x="1641157" y="1064832"/>
                </a:lnTo>
                <a:lnTo>
                  <a:pt x="1818474" y="1064832"/>
                </a:lnTo>
                <a:lnTo>
                  <a:pt x="1818474" y="584451"/>
                </a:lnTo>
                <a:cubicBezTo>
                  <a:pt x="1818474" y="474498"/>
                  <a:pt x="1875667" y="410393"/>
                  <a:pt x="1967298" y="410393"/>
                </a:cubicBezTo>
                <a:cubicBezTo>
                  <a:pt x="2056059" y="410393"/>
                  <a:pt x="2095007" y="468413"/>
                  <a:pt x="2095007" y="556253"/>
                </a:cubicBezTo>
                <a:lnTo>
                  <a:pt x="2095007" y="1064832"/>
                </a:lnTo>
                <a:lnTo>
                  <a:pt x="2272324" y="1064832"/>
                </a:lnTo>
                <a:lnTo>
                  <a:pt x="2272324" y="554630"/>
                </a:lnTo>
                <a:cubicBezTo>
                  <a:pt x="2272324" y="401467"/>
                  <a:pt x="2191148" y="306324"/>
                  <a:pt x="2034945" y="306324"/>
                </a:cubicBezTo>
                <a:cubicBezTo>
                  <a:pt x="1923635" y="306324"/>
                  <a:pt x="1862138" y="353997"/>
                  <a:pt x="1827494" y="414856"/>
                </a:cubicBezTo>
                <a:lnTo>
                  <a:pt x="1818474" y="414856"/>
                </a:lnTo>
                <a:lnTo>
                  <a:pt x="1818474" y="23735"/>
                </a:lnTo>
                <a:moveTo>
                  <a:pt x="7222855" y="23735"/>
                </a:moveTo>
                <a:lnTo>
                  <a:pt x="7036518" y="23735"/>
                </a:lnTo>
                <a:lnTo>
                  <a:pt x="7036518" y="792589"/>
                </a:lnTo>
                <a:cubicBezTo>
                  <a:pt x="7036518" y="917553"/>
                  <a:pt x="6988346" y="991801"/>
                  <a:pt x="6874166" y="991801"/>
                </a:cubicBezTo>
                <a:cubicBezTo>
                  <a:pt x="6761421" y="991801"/>
                  <a:pt x="6711813" y="912887"/>
                  <a:pt x="6711813" y="777577"/>
                </a:cubicBezTo>
                <a:lnTo>
                  <a:pt x="6711813" y="634761"/>
                </a:lnTo>
                <a:lnTo>
                  <a:pt x="6525476" y="680811"/>
                </a:lnTo>
                <a:lnTo>
                  <a:pt x="6525476" y="744713"/>
                </a:lnTo>
                <a:cubicBezTo>
                  <a:pt x="6525476" y="939462"/>
                  <a:pt x="6623257" y="1088364"/>
                  <a:pt x="6874166" y="1088364"/>
                </a:cubicBezTo>
                <a:cubicBezTo>
                  <a:pt x="7125074" y="1088364"/>
                  <a:pt x="7222855" y="939665"/>
                  <a:pt x="7222855" y="744713"/>
                </a:cubicBezTo>
                <a:lnTo>
                  <a:pt x="7222855" y="23735"/>
                </a:lnTo>
                <a:moveTo>
                  <a:pt x="8343950" y="23735"/>
                </a:moveTo>
                <a:lnTo>
                  <a:pt x="8166633" y="23735"/>
                </a:lnTo>
                <a:lnTo>
                  <a:pt x="8166633" y="1064832"/>
                </a:lnTo>
                <a:lnTo>
                  <a:pt x="8343950" y="1064832"/>
                </a:lnTo>
                <a:lnTo>
                  <a:pt x="8343950" y="584451"/>
                </a:lnTo>
                <a:cubicBezTo>
                  <a:pt x="8343950" y="474498"/>
                  <a:pt x="8401143" y="410393"/>
                  <a:pt x="8492774" y="410393"/>
                </a:cubicBezTo>
                <a:cubicBezTo>
                  <a:pt x="8581535" y="410393"/>
                  <a:pt x="8620483" y="468413"/>
                  <a:pt x="8620483" y="556253"/>
                </a:cubicBezTo>
                <a:lnTo>
                  <a:pt x="8620483" y="1064832"/>
                </a:lnTo>
                <a:lnTo>
                  <a:pt x="8797800" y="1064832"/>
                </a:lnTo>
                <a:lnTo>
                  <a:pt x="8797800" y="554630"/>
                </a:lnTo>
                <a:cubicBezTo>
                  <a:pt x="8797800" y="401467"/>
                  <a:pt x="8716624" y="306324"/>
                  <a:pt x="8560421" y="306324"/>
                </a:cubicBezTo>
                <a:cubicBezTo>
                  <a:pt x="8449110" y="306324"/>
                  <a:pt x="8387613" y="353997"/>
                  <a:pt x="8352970" y="414856"/>
                </a:cubicBezTo>
                <a:lnTo>
                  <a:pt x="8343950" y="414856"/>
                </a:lnTo>
                <a:lnTo>
                  <a:pt x="8343950" y="23735"/>
                </a:lnTo>
                <a:moveTo>
                  <a:pt x="5882214" y="980035"/>
                </a:moveTo>
                <a:cubicBezTo>
                  <a:pt x="5737901" y="980035"/>
                  <a:pt x="5649345" y="863997"/>
                  <a:pt x="5649345" y="740656"/>
                </a:cubicBezTo>
                <a:cubicBezTo>
                  <a:pt x="5649345" y="663365"/>
                  <a:pt x="5683988" y="591957"/>
                  <a:pt x="5740976" y="551790"/>
                </a:cubicBezTo>
                <a:lnTo>
                  <a:pt x="6080646" y="919176"/>
                </a:lnTo>
                <a:cubicBezTo>
                  <a:pt x="6017508" y="956300"/>
                  <a:pt x="5946787" y="980035"/>
                  <a:pt x="5882214" y="980035"/>
                </a:cubicBezTo>
                <a:moveTo>
                  <a:pt x="6212865" y="797052"/>
                </a:moveTo>
                <a:lnTo>
                  <a:pt x="5918293" y="475716"/>
                </a:lnTo>
                <a:cubicBezTo>
                  <a:pt x="5970976" y="454821"/>
                  <a:pt x="6022018" y="447518"/>
                  <a:pt x="6064042" y="447518"/>
                </a:cubicBezTo>
                <a:cubicBezTo>
                  <a:pt x="6185806" y="447518"/>
                  <a:pt x="6260833" y="517506"/>
                  <a:pt x="6260833" y="638007"/>
                </a:cubicBezTo>
                <a:cubicBezTo>
                  <a:pt x="6261038" y="691563"/>
                  <a:pt x="6245869" y="746539"/>
                  <a:pt x="6212865" y="797052"/>
                </a:cubicBezTo>
                <a:moveTo>
                  <a:pt x="5877705" y="432708"/>
                </a:moveTo>
                <a:lnTo>
                  <a:pt x="5813132" y="361300"/>
                </a:lnTo>
                <a:cubicBezTo>
                  <a:pt x="5755940" y="298818"/>
                  <a:pt x="5739541" y="260071"/>
                  <a:pt x="5739541" y="214021"/>
                </a:cubicBezTo>
                <a:cubicBezTo>
                  <a:pt x="5739541" y="127804"/>
                  <a:pt x="5795093" y="78711"/>
                  <a:pt x="5882214" y="78711"/>
                </a:cubicBezTo>
                <a:cubicBezTo>
                  <a:pt x="5970976" y="78711"/>
                  <a:pt x="6023453" y="129224"/>
                  <a:pt x="6023453" y="221527"/>
                </a:cubicBezTo>
                <a:cubicBezTo>
                  <a:pt x="6023453" y="306324"/>
                  <a:pt x="5981430" y="386658"/>
                  <a:pt x="5877705" y="432708"/>
                </a:cubicBezTo>
                <a:moveTo>
                  <a:pt x="5886724" y="0"/>
                </a:moveTo>
                <a:cubicBezTo>
                  <a:pt x="5679273" y="0"/>
                  <a:pt x="5577188" y="114618"/>
                  <a:pt x="5577188" y="257231"/>
                </a:cubicBezTo>
                <a:cubicBezTo>
                  <a:pt x="5577188" y="334522"/>
                  <a:pt x="5610192" y="412016"/>
                  <a:pt x="5697518" y="505537"/>
                </a:cubicBezTo>
                <a:lnTo>
                  <a:pt x="5698952" y="508580"/>
                </a:lnTo>
                <a:cubicBezTo>
                  <a:pt x="5551769" y="578568"/>
                  <a:pt x="5484122" y="691563"/>
                  <a:pt x="5484122" y="807601"/>
                </a:cubicBezTo>
                <a:cubicBezTo>
                  <a:pt x="5484122" y="960763"/>
                  <a:pt x="5602812" y="1088770"/>
                  <a:pt x="5786279" y="1088770"/>
                </a:cubicBezTo>
                <a:cubicBezTo>
                  <a:pt x="5891439" y="1088770"/>
                  <a:pt x="6014639" y="1045560"/>
                  <a:pt x="6125949" y="968269"/>
                </a:cubicBezTo>
                <a:lnTo>
                  <a:pt x="6216145" y="1065035"/>
                </a:lnTo>
                <a:lnTo>
                  <a:pt x="6452089" y="1065035"/>
                </a:lnTo>
                <a:lnTo>
                  <a:pt x="6452089" y="1057529"/>
                </a:lnTo>
                <a:lnTo>
                  <a:pt x="6259808" y="847768"/>
                </a:lnTo>
                <a:cubicBezTo>
                  <a:pt x="6340984" y="752625"/>
                  <a:pt x="6387517" y="648556"/>
                  <a:pt x="6387517" y="557673"/>
                </a:cubicBezTo>
                <a:cubicBezTo>
                  <a:pt x="6387517" y="444677"/>
                  <a:pt x="6310850" y="368806"/>
                  <a:pt x="6190726" y="368806"/>
                </a:cubicBezTo>
                <a:cubicBezTo>
                  <a:pt x="6127588" y="368806"/>
                  <a:pt x="6056867" y="386658"/>
                  <a:pt x="6010334" y="404510"/>
                </a:cubicBezTo>
                <a:lnTo>
                  <a:pt x="6007259" y="398627"/>
                </a:lnTo>
                <a:cubicBezTo>
                  <a:pt x="6121439" y="337565"/>
                  <a:pt x="6169612" y="281169"/>
                  <a:pt x="6169612" y="202255"/>
                </a:cubicBezTo>
                <a:cubicBezTo>
                  <a:pt x="6169202" y="89260"/>
                  <a:pt x="6067117" y="0"/>
                  <a:pt x="5886724" y="0"/>
                </a:cubicBezTo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60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B22-1DE8-7C36-14AE-7260C97F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79" y="262800"/>
            <a:ext cx="4667383" cy="327013"/>
          </a:xfrm>
        </p:spPr>
        <p:txBody>
          <a:bodyPr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AFC7E9F7-1405-E6D8-9042-37C2DC045B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240207"/>
            <a:ext cx="2795587" cy="717180"/>
          </a:xfr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8CDE24-BE6D-421C-9ED6-9443D70EB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240207"/>
            <a:ext cx="2795587" cy="7171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ACC64B1C-0B76-B49C-E8DA-EBD2AFAFA613}"/>
              </a:ext>
            </a:extLst>
          </p:cNvPr>
          <p:cNvSpPr>
            <a:spLocks noChangeAspect="1"/>
          </p:cNvSpPr>
          <p:nvPr/>
        </p:nvSpPr>
        <p:spPr>
          <a:xfrm>
            <a:off x="287338" y="2269434"/>
            <a:ext cx="11608421" cy="4331774"/>
          </a:xfrm>
          <a:custGeom>
            <a:avLst/>
            <a:gdLst>
              <a:gd name="connsiteX0" fmla="*/ 9940695 w 12886034"/>
              <a:gd name="connsiteY0" fmla="*/ 2142364 h 4808525"/>
              <a:gd name="connsiteX1" fmla="*/ 9940695 w 12886034"/>
              <a:gd name="connsiteY1" fmla="*/ 1153823 h 4808525"/>
              <a:gd name="connsiteX2" fmla="*/ 10243112 w 12886034"/>
              <a:gd name="connsiteY2" fmla="*/ 795655 h 4808525"/>
              <a:gd name="connsiteX3" fmla="*/ 10502975 w 12886034"/>
              <a:gd name="connsiteY3" fmla="*/ 1095467 h 4808525"/>
              <a:gd name="connsiteX4" fmla="*/ 10502975 w 12886034"/>
              <a:gd name="connsiteY4" fmla="*/ 2142364 h 4808525"/>
              <a:gd name="connsiteX5" fmla="*/ 10863643 w 12886034"/>
              <a:gd name="connsiteY5" fmla="*/ 2142364 h 4808525"/>
              <a:gd name="connsiteX6" fmla="*/ 10863643 w 12886034"/>
              <a:gd name="connsiteY6" fmla="*/ 1092672 h 4808525"/>
              <a:gd name="connsiteX7" fmla="*/ 10380892 w 12886034"/>
              <a:gd name="connsiteY7" fmla="*/ 581454 h 4808525"/>
              <a:gd name="connsiteX8" fmla="*/ 9959182 w 12886034"/>
              <a:gd name="connsiteY8" fmla="*/ 804741 h 4808525"/>
              <a:gd name="connsiteX9" fmla="*/ 9940695 w 12886034"/>
              <a:gd name="connsiteY9" fmla="*/ 804741 h 4808525"/>
              <a:gd name="connsiteX10" fmla="*/ 9940695 w 12886034"/>
              <a:gd name="connsiteY10" fmla="*/ 611854 h 4808525"/>
              <a:gd name="connsiteX11" fmla="*/ 9580028 w 12886034"/>
              <a:gd name="connsiteY11" fmla="*/ 611854 h 4808525"/>
              <a:gd name="connsiteX12" fmla="*/ 9580028 w 12886034"/>
              <a:gd name="connsiteY12" fmla="*/ 2142015 h 4808525"/>
              <a:gd name="connsiteX13" fmla="*/ 9940695 w 12886034"/>
              <a:gd name="connsiteY13" fmla="*/ 2142015 h 4808525"/>
              <a:gd name="connsiteX14" fmla="*/ 8620803 w 12886034"/>
              <a:gd name="connsiteY14" fmla="*/ 2004688 h 4808525"/>
              <a:gd name="connsiteX15" fmla="*/ 8254206 w 12886034"/>
              <a:gd name="connsiteY15" fmla="*/ 1377109 h 4808525"/>
              <a:gd name="connsiteX16" fmla="*/ 8620803 w 12886034"/>
              <a:gd name="connsiteY16" fmla="*/ 749530 h 4808525"/>
              <a:gd name="connsiteX17" fmla="*/ 8987401 w 12886034"/>
              <a:gd name="connsiteY17" fmla="*/ 1377109 h 4808525"/>
              <a:gd name="connsiteX18" fmla="*/ 8620803 w 12886034"/>
              <a:gd name="connsiteY18" fmla="*/ 2004688 h 4808525"/>
              <a:gd name="connsiteX19" fmla="*/ 8620803 w 12886034"/>
              <a:gd name="connsiteY19" fmla="*/ 2173114 h 4808525"/>
              <a:gd name="connsiteX20" fmla="*/ 9366208 w 12886034"/>
              <a:gd name="connsiteY20" fmla="*/ 1377459 h 4808525"/>
              <a:gd name="connsiteX21" fmla="*/ 8620803 w 12886034"/>
              <a:gd name="connsiteY21" fmla="*/ 581803 h 4808525"/>
              <a:gd name="connsiteX22" fmla="*/ 7875400 w 12886034"/>
              <a:gd name="connsiteY22" fmla="*/ 1377459 h 4808525"/>
              <a:gd name="connsiteX23" fmla="*/ 8620803 w 12886034"/>
              <a:gd name="connsiteY23" fmla="*/ 2173114 h 4808525"/>
              <a:gd name="connsiteX24" fmla="*/ 7090232 w 12886034"/>
              <a:gd name="connsiteY24" fmla="*/ 2173114 h 4808525"/>
              <a:gd name="connsiteX25" fmla="*/ 7725761 w 12886034"/>
              <a:gd name="connsiteY25" fmla="*/ 1674126 h 4808525"/>
              <a:gd name="connsiteX26" fmla="*/ 7319399 w 12886034"/>
              <a:gd name="connsiteY26" fmla="*/ 1214973 h 4808525"/>
              <a:gd name="connsiteX27" fmla="*/ 7026051 w 12886034"/>
              <a:gd name="connsiteY27" fmla="*/ 1141592 h 4808525"/>
              <a:gd name="connsiteX28" fmla="*/ 6815371 w 12886034"/>
              <a:gd name="connsiteY28" fmla="*/ 939621 h 4808525"/>
              <a:gd name="connsiteX29" fmla="*/ 7074884 w 12886034"/>
              <a:gd name="connsiteY29" fmla="*/ 743590 h 4808525"/>
              <a:gd name="connsiteX30" fmla="*/ 7386370 w 12886034"/>
              <a:gd name="connsiteY30" fmla="*/ 1037462 h 4808525"/>
              <a:gd name="connsiteX31" fmla="*/ 7691926 w 12886034"/>
              <a:gd name="connsiteY31" fmla="*/ 945561 h 4808525"/>
              <a:gd name="connsiteX32" fmla="*/ 7105231 w 12886034"/>
              <a:gd name="connsiteY32" fmla="*/ 581454 h 4808525"/>
              <a:gd name="connsiteX33" fmla="*/ 6521674 w 12886034"/>
              <a:gd name="connsiteY33" fmla="*/ 1022087 h 4808525"/>
              <a:gd name="connsiteX34" fmla="*/ 6891411 w 12886034"/>
              <a:gd name="connsiteY34" fmla="*/ 1462720 h 4808525"/>
              <a:gd name="connsiteX35" fmla="*/ 7196967 w 12886034"/>
              <a:gd name="connsiteY35" fmla="*/ 1539245 h 4808525"/>
              <a:gd name="connsiteX36" fmla="*/ 7432064 w 12886034"/>
              <a:gd name="connsiteY36" fmla="*/ 1765677 h 4808525"/>
              <a:gd name="connsiteX37" fmla="*/ 7129647 w 12886034"/>
              <a:gd name="connsiteY37" fmla="*/ 2010628 h 4808525"/>
              <a:gd name="connsiteX38" fmla="*/ 6781536 w 12886034"/>
              <a:gd name="connsiteY38" fmla="*/ 1655606 h 4808525"/>
              <a:gd name="connsiteX39" fmla="*/ 6457842 w 12886034"/>
              <a:gd name="connsiteY39" fmla="*/ 1747506 h 4808525"/>
              <a:gd name="connsiteX40" fmla="*/ 7090232 w 12886034"/>
              <a:gd name="connsiteY40" fmla="*/ 2173114 h 4808525"/>
              <a:gd name="connsiteX41" fmla="*/ 5363978 w 12886034"/>
              <a:gd name="connsiteY41" fmla="*/ 2142364 h 4808525"/>
              <a:gd name="connsiteX42" fmla="*/ 5363978 w 12886034"/>
              <a:gd name="connsiteY42" fmla="*/ 1153823 h 4808525"/>
              <a:gd name="connsiteX43" fmla="*/ 5666395 w 12886034"/>
              <a:gd name="connsiteY43" fmla="*/ 795655 h 4808525"/>
              <a:gd name="connsiteX44" fmla="*/ 5926258 w 12886034"/>
              <a:gd name="connsiteY44" fmla="*/ 1095467 h 4808525"/>
              <a:gd name="connsiteX45" fmla="*/ 5926258 w 12886034"/>
              <a:gd name="connsiteY45" fmla="*/ 2142364 h 4808525"/>
              <a:gd name="connsiteX46" fmla="*/ 6286926 w 12886034"/>
              <a:gd name="connsiteY46" fmla="*/ 2142364 h 4808525"/>
              <a:gd name="connsiteX47" fmla="*/ 6286926 w 12886034"/>
              <a:gd name="connsiteY47" fmla="*/ 1092672 h 4808525"/>
              <a:gd name="connsiteX48" fmla="*/ 5804175 w 12886034"/>
              <a:gd name="connsiteY48" fmla="*/ 581454 h 4808525"/>
              <a:gd name="connsiteX49" fmla="*/ 5382465 w 12886034"/>
              <a:gd name="connsiteY49" fmla="*/ 804741 h 4808525"/>
              <a:gd name="connsiteX50" fmla="*/ 5363978 w 12886034"/>
              <a:gd name="connsiteY50" fmla="*/ 804741 h 4808525"/>
              <a:gd name="connsiteX51" fmla="*/ 5363978 w 12886034"/>
              <a:gd name="connsiteY51" fmla="*/ 611854 h 4808525"/>
              <a:gd name="connsiteX52" fmla="*/ 5003310 w 12886034"/>
              <a:gd name="connsiteY52" fmla="*/ 611854 h 4808525"/>
              <a:gd name="connsiteX53" fmla="*/ 5003310 w 12886034"/>
              <a:gd name="connsiteY53" fmla="*/ 2142015 h 4808525"/>
              <a:gd name="connsiteX54" fmla="*/ 5363978 w 12886034"/>
              <a:gd name="connsiteY54" fmla="*/ 2142015 h 4808525"/>
              <a:gd name="connsiteX55" fmla="*/ 3790851 w 12886034"/>
              <a:gd name="connsiteY55" fmla="*/ 2142364 h 4808525"/>
              <a:gd name="connsiteX56" fmla="*/ 3790851 w 12886034"/>
              <a:gd name="connsiteY56" fmla="*/ 1153823 h 4808525"/>
              <a:gd name="connsiteX57" fmla="*/ 4093268 w 12886034"/>
              <a:gd name="connsiteY57" fmla="*/ 795655 h 4808525"/>
              <a:gd name="connsiteX58" fmla="*/ 4352782 w 12886034"/>
              <a:gd name="connsiteY58" fmla="*/ 1095467 h 4808525"/>
              <a:gd name="connsiteX59" fmla="*/ 4352782 w 12886034"/>
              <a:gd name="connsiteY59" fmla="*/ 2142364 h 4808525"/>
              <a:gd name="connsiteX60" fmla="*/ 4713450 w 12886034"/>
              <a:gd name="connsiteY60" fmla="*/ 2142364 h 4808525"/>
              <a:gd name="connsiteX61" fmla="*/ 4713450 w 12886034"/>
              <a:gd name="connsiteY61" fmla="*/ 1092672 h 4808525"/>
              <a:gd name="connsiteX62" fmla="*/ 4230699 w 12886034"/>
              <a:gd name="connsiteY62" fmla="*/ 581454 h 4808525"/>
              <a:gd name="connsiteX63" fmla="*/ 3808990 w 12886034"/>
              <a:gd name="connsiteY63" fmla="*/ 804741 h 4808525"/>
              <a:gd name="connsiteX64" fmla="*/ 3790503 w 12886034"/>
              <a:gd name="connsiteY64" fmla="*/ 804741 h 4808525"/>
              <a:gd name="connsiteX65" fmla="*/ 3790503 w 12886034"/>
              <a:gd name="connsiteY65" fmla="*/ 0 h 4808525"/>
              <a:gd name="connsiteX66" fmla="*/ 3429835 w 12886034"/>
              <a:gd name="connsiteY66" fmla="*/ 0 h 4808525"/>
              <a:gd name="connsiteX67" fmla="*/ 3429835 w 12886034"/>
              <a:gd name="connsiteY67" fmla="*/ 2142364 h 4808525"/>
              <a:gd name="connsiteX68" fmla="*/ 3790851 w 12886034"/>
              <a:gd name="connsiteY68" fmla="*/ 2142364 h 4808525"/>
              <a:gd name="connsiteX69" fmla="*/ 2470960 w 12886034"/>
              <a:gd name="connsiteY69" fmla="*/ 2004688 h 4808525"/>
              <a:gd name="connsiteX70" fmla="*/ 2104362 w 12886034"/>
              <a:gd name="connsiteY70" fmla="*/ 1377109 h 4808525"/>
              <a:gd name="connsiteX71" fmla="*/ 2470960 w 12886034"/>
              <a:gd name="connsiteY71" fmla="*/ 749530 h 4808525"/>
              <a:gd name="connsiteX72" fmla="*/ 2837558 w 12886034"/>
              <a:gd name="connsiteY72" fmla="*/ 1377109 h 4808525"/>
              <a:gd name="connsiteX73" fmla="*/ 2470960 w 12886034"/>
              <a:gd name="connsiteY73" fmla="*/ 2004688 h 4808525"/>
              <a:gd name="connsiteX74" fmla="*/ 2470960 w 12886034"/>
              <a:gd name="connsiteY74" fmla="*/ 2173114 h 4808525"/>
              <a:gd name="connsiteX75" fmla="*/ 3216364 w 12886034"/>
              <a:gd name="connsiteY75" fmla="*/ 1377459 h 4808525"/>
              <a:gd name="connsiteX76" fmla="*/ 2470960 w 12886034"/>
              <a:gd name="connsiteY76" fmla="*/ 581803 h 4808525"/>
              <a:gd name="connsiteX77" fmla="*/ 1725556 w 12886034"/>
              <a:gd name="connsiteY77" fmla="*/ 1377459 h 4808525"/>
              <a:gd name="connsiteX78" fmla="*/ 2470960 w 12886034"/>
              <a:gd name="connsiteY78" fmla="*/ 2173114 h 4808525"/>
              <a:gd name="connsiteX79" fmla="*/ 802957 w 12886034"/>
              <a:gd name="connsiteY79" fmla="*/ 2191284 h 4808525"/>
              <a:gd name="connsiteX80" fmla="*/ 1511736 w 12886034"/>
              <a:gd name="connsiteY80" fmla="*/ 1484385 h 4808525"/>
              <a:gd name="connsiteX81" fmla="*/ 1511736 w 12886034"/>
              <a:gd name="connsiteY81" fmla="*/ 0 h 4808525"/>
              <a:gd name="connsiteX82" fmla="*/ 1132930 w 12886034"/>
              <a:gd name="connsiteY82" fmla="*/ 0 h 4808525"/>
              <a:gd name="connsiteX83" fmla="*/ 1132930 w 12886034"/>
              <a:gd name="connsiteY83" fmla="*/ 1582225 h 4808525"/>
              <a:gd name="connsiteX84" fmla="*/ 802957 w 12886034"/>
              <a:gd name="connsiteY84" fmla="*/ 1992458 h 4808525"/>
              <a:gd name="connsiteX85" fmla="*/ 472984 w 12886034"/>
              <a:gd name="connsiteY85" fmla="*/ 1551825 h 4808525"/>
              <a:gd name="connsiteX86" fmla="*/ 472984 w 12886034"/>
              <a:gd name="connsiteY86" fmla="*/ 1257953 h 4808525"/>
              <a:gd name="connsiteX87" fmla="*/ 94178 w 12886034"/>
              <a:gd name="connsiteY87" fmla="*/ 1352649 h 4808525"/>
              <a:gd name="connsiteX88" fmla="*/ 94178 w 12886034"/>
              <a:gd name="connsiteY88" fmla="*/ 1484385 h 4808525"/>
              <a:gd name="connsiteX89" fmla="*/ 802957 w 12886034"/>
              <a:gd name="connsiteY89" fmla="*/ 2191284 h 4808525"/>
              <a:gd name="connsiteX90" fmla="*/ 11963087 w 12886034"/>
              <a:gd name="connsiteY90" fmla="*/ 4759256 h 4808525"/>
              <a:gd name="connsiteX91" fmla="*/ 11963087 w 12886034"/>
              <a:gd name="connsiteY91" fmla="*/ 3770714 h 4808525"/>
              <a:gd name="connsiteX92" fmla="*/ 12265504 w 12886034"/>
              <a:gd name="connsiteY92" fmla="*/ 3412547 h 4808525"/>
              <a:gd name="connsiteX93" fmla="*/ 12525366 w 12886034"/>
              <a:gd name="connsiteY93" fmla="*/ 3712359 h 4808525"/>
              <a:gd name="connsiteX94" fmla="*/ 12525366 w 12886034"/>
              <a:gd name="connsiteY94" fmla="*/ 4759256 h 4808525"/>
              <a:gd name="connsiteX95" fmla="*/ 12886035 w 12886034"/>
              <a:gd name="connsiteY95" fmla="*/ 4759256 h 4808525"/>
              <a:gd name="connsiteX96" fmla="*/ 12886035 w 12886034"/>
              <a:gd name="connsiteY96" fmla="*/ 3709564 h 4808525"/>
              <a:gd name="connsiteX97" fmla="*/ 12403283 w 12886034"/>
              <a:gd name="connsiteY97" fmla="*/ 3198346 h 4808525"/>
              <a:gd name="connsiteX98" fmla="*/ 11981574 w 12886034"/>
              <a:gd name="connsiteY98" fmla="*/ 3421632 h 4808525"/>
              <a:gd name="connsiteX99" fmla="*/ 11963436 w 12886034"/>
              <a:gd name="connsiteY99" fmla="*/ 3421632 h 4808525"/>
              <a:gd name="connsiteX100" fmla="*/ 11963436 w 12886034"/>
              <a:gd name="connsiteY100" fmla="*/ 3228746 h 4808525"/>
              <a:gd name="connsiteX101" fmla="*/ 11602768 w 12886034"/>
              <a:gd name="connsiteY101" fmla="*/ 3228746 h 4808525"/>
              <a:gd name="connsiteX102" fmla="*/ 11602768 w 12886034"/>
              <a:gd name="connsiteY102" fmla="*/ 4758906 h 4808525"/>
              <a:gd name="connsiteX103" fmla="*/ 11963087 w 12886034"/>
              <a:gd name="connsiteY103" fmla="*/ 4758906 h 4808525"/>
              <a:gd name="connsiteX104" fmla="*/ 10643544 w 12886034"/>
              <a:gd name="connsiteY104" fmla="*/ 4621580 h 4808525"/>
              <a:gd name="connsiteX105" fmla="*/ 10276946 w 12886034"/>
              <a:gd name="connsiteY105" fmla="*/ 3994001 h 4808525"/>
              <a:gd name="connsiteX106" fmla="*/ 10643544 w 12886034"/>
              <a:gd name="connsiteY106" fmla="*/ 3366422 h 4808525"/>
              <a:gd name="connsiteX107" fmla="*/ 11010143 w 12886034"/>
              <a:gd name="connsiteY107" fmla="*/ 3994001 h 4808525"/>
              <a:gd name="connsiteX108" fmla="*/ 10643544 w 12886034"/>
              <a:gd name="connsiteY108" fmla="*/ 4621580 h 4808525"/>
              <a:gd name="connsiteX109" fmla="*/ 10643544 w 12886034"/>
              <a:gd name="connsiteY109" fmla="*/ 4790006 h 4808525"/>
              <a:gd name="connsiteX110" fmla="*/ 11388948 w 12886034"/>
              <a:gd name="connsiteY110" fmla="*/ 3994350 h 4808525"/>
              <a:gd name="connsiteX111" fmla="*/ 10643544 w 12886034"/>
              <a:gd name="connsiteY111" fmla="*/ 3198695 h 4808525"/>
              <a:gd name="connsiteX112" fmla="*/ 9898141 w 12886034"/>
              <a:gd name="connsiteY112" fmla="*/ 3994350 h 4808525"/>
              <a:gd name="connsiteX113" fmla="*/ 10643544 w 12886034"/>
              <a:gd name="connsiteY113" fmla="*/ 4790006 h 4808525"/>
              <a:gd name="connsiteX114" fmla="*/ 9112972 w 12886034"/>
              <a:gd name="connsiteY114" fmla="*/ 4790006 h 4808525"/>
              <a:gd name="connsiteX115" fmla="*/ 9748502 w 12886034"/>
              <a:gd name="connsiteY115" fmla="*/ 4291018 h 4808525"/>
              <a:gd name="connsiteX116" fmla="*/ 9342140 w 12886034"/>
              <a:gd name="connsiteY116" fmla="*/ 3831865 h 4808525"/>
              <a:gd name="connsiteX117" fmla="*/ 9048792 w 12886034"/>
              <a:gd name="connsiteY117" fmla="*/ 3758484 h 4808525"/>
              <a:gd name="connsiteX118" fmla="*/ 8838111 w 12886034"/>
              <a:gd name="connsiteY118" fmla="*/ 3556513 h 4808525"/>
              <a:gd name="connsiteX119" fmla="*/ 9097974 w 12886034"/>
              <a:gd name="connsiteY119" fmla="*/ 3360482 h 4808525"/>
              <a:gd name="connsiteX120" fmla="*/ 9409460 w 12886034"/>
              <a:gd name="connsiteY120" fmla="*/ 3654354 h 4808525"/>
              <a:gd name="connsiteX121" fmla="*/ 9715016 w 12886034"/>
              <a:gd name="connsiteY121" fmla="*/ 3562453 h 4808525"/>
              <a:gd name="connsiteX122" fmla="*/ 9128320 w 12886034"/>
              <a:gd name="connsiteY122" fmla="*/ 3198346 h 4808525"/>
              <a:gd name="connsiteX123" fmla="*/ 8544763 w 12886034"/>
              <a:gd name="connsiteY123" fmla="*/ 3638978 h 4808525"/>
              <a:gd name="connsiteX124" fmla="*/ 8914500 w 12886034"/>
              <a:gd name="connsiteY124" fmla="*/ 4079611 h 4808525"/>
              <a:gd name="connsiteX125" fmla="*/ 9220057 w 12886034"/>
              <a:gd name="connsiteY125" fmla="*/ 4156137 h 4808525"/>
              <a:gd name="connsiteX126" fmla="*/ 9455153 w 12886034"/>
              <a:gd name="connsiteY126" fmla="*/ 4382569 h 4808525"/>
              <a:gd name="connsiteX127" fmla="*/ 9152737 w 12886034"/>
              <a:gd name="connsiteY127" fmla="*/ 4627520 h 4808525"/>
              <a:gd name="connsiteX128" fmla="*/ 8804626 w 12886034"/>
              <a:gd name="connsiteY128" fmla="*/ 4272498 h 4808525"/>
              <a:gd name="connsiteX129" fmla="*/ 8480931 w 12886034"/>
              <a:gd name="connsiteY129" fmla="*/ 4364399 h 4808525"/>
              <a:gd name="connsiteX130" fmla="*/ 9112972 w 12886034"/>
              <a:gd name="connsiteY130" fmla="*/ 4790006 h 4808525"/>
              <a:gd name="connsiteX131" fmla="*/ 7386719 w 12886034"/>
              <a:gd name="connsiteY131" fmla="*/ 4759256 h 4808525"/>
              <a:gd name="connsiteX132" fmla="*/ 7386719 w 12886034"/>
              <a:gd name="connsiteY132" fmla="*/ 3770714 h 4808525"/>
              <a:gd name="connsiteX133" fmla="*/ 7689136 w 12886034"/>
              <a:gd name="connsiteY133" fmla="*/ 3412547 h 4808525"/>
              <a:gd name="connsiteX134" fmla="*/ 7948649 w 12886034"/>
              <a:gd name="connsiteY134" fmla="*/ 3712359 h 4808525"/>
              <a:gd name="connsiteX135" fmla="*/ 7948649 w 12886034"/>
              <a:gd name="connsiteY135" fmla="*/ 4759256 h 4808525"/>
              <a:gd name="connsiteX136" fmla="*/ 8309318 w 12886034"/>
              <a:gd name="connsiteY136" fmla="*/ 4759256 h 4808525"/>
              <a:gd name="connsiteX137" fmla="*/ 8309318 w 12886034"/>
              <a:gd name="connsiteY137" fmla="*/ 3709564 h 4808525"/>
              <a:gd name="connsiteX138" fmla="*/ 7826566 w 12886034"/>
              <a:gd name="connsiteY138" fmla="*/ 3198346 h 4808525"/>
              <a:gd name="connsiteX139" fmla="*/ 7404857 w 12886034"/>
              <a:gd name="connsiteY139" fmla="*/ 3421632 h 4808525"/>
              <a:gd name="connsiteX140" fmla="*/ 7386370 w 12886034"/>
              <a:gd name="connsiteY140" fmla="*/ 3421632 h 4808525"/>
              <a:gd name="connsiteX141" fmla="*/ 7386370 w 12886034"/>
              <a:gd name="connsiteY141" fmla="*/ 3228746 h 4808525"/>
              <a:gd name="connsiteX142" fmla="*/ 7025702 w 12886034"/>
              <a:gd name="connsiteY142" fmla="*/ 3228746 h 4808525"/>
              <a:gd name="connsiteX143" fmla="*/ 7025702 w 12886034"/>
              <a:gd name="connsiteY143" fmla="*/ 4758906 h 4808525"/>
              <a:gd name="connsiteX144" fmla="*/ 7386719 w 12886034"/>
              <a:gd name="connsiteY144" fmla="*/ 4758906 h 4808525"/>
              <a:gd name="connsiteX145" fmla="*/ 5813593 w 12886034"/>
              <a:gd name="connsiteY145" fmla="*/ 4759256 h 4808525"/>
              <a:gd name="connsiteX146" fmla="*/ 5813593 w 12886034"/>
              <a:gd name="connsiteY146" fmla="*/ 3770714 h 4808525"/>
              <a:gd name="connsiteX147" fmla="*/ 6116010 w 12886034"/>
              <a:gd name="connsiteY147" fmla="*/ 3412547 h 4808525"/>
              <a:gd name="connsiteX148" fmla="*/ 6375523 w 12886034"/>
              <a:gd name="connsiteY148" fmla="*/ 3712359 h 4808525"/>
              <a:gd name="connsiteX149" fmla="*/ 6375523 w 12886034"/>
              <a:gd name="connsiteY149" fmla="*/ 4759256 h 4808525"/>
              <a:gd name="connsiteX150" fmla="*/ 6736191 w 12886034"/>
              <a:gd name="connsiteY150" fmla="*/ 4759256 h 4808525"/>
              <a:gd name="connsiteX151" fmla="*/ 6736191 w 12886034"/>
              <a:gd name="connsiteY151" fmla="*/ 3709564 h 4808525"/>
              <a:gd name="connsiteX152" fmla="*/ 6253440 w 12886034"/>
              <a:gd name="connsiteY152" fmla="*/ 3198346 h 4808525"/>
              <a:gd name="connsiteX153" fmla="*/ 5831730 w 12886034"/>
              <a:gd name="connsiteY153" fmla="*/ 3421632 h 4808525"/>
              <a:gd name="connsiteX154" fmla="*/ 5813243 w 12886034"/>
              <a:gd name="connsiteY154" fmla="*/ 3421632 h 4808525"/>
              <a:gd name="connsiteX155" fmla="*/ 5813243 w 12886034"/>
              <a:gd name="connsiteY155" fmla="*/ 2616892 h 4808525"/>
              <a:gd name="connsiteX156" fmla="*/ 5452576 w 12886034"/>
              <a:gd name="connsiteY156" fmla="*/ 2616892 h 4808525"/>
              <a:gd name="connsiteX157" fmla="*/ 5452576 w 12886034"/>
              <a:gd name="connsiteY157" fmla="*/ 4759256 h 4808525"/>
              <a:gd name="connsiteX158" fmla="*/ 5813593 w 12886034"/>
              <a:gd name="connsiteY158" fmla="*/ 4759256 h 4808525"/>
              <a:gd name="connsiteX159" fmla="*/ 4493701 w 12886034"/>
              <a:gd name="connsiteY159" fmla="*/ 4621580 h 4808525"/>
              <a:gd name="connsiteX160" fmla="*/ 4127103 w 12886034"/>
              <a:gd name="connsiteY160" fmla="*/ 3994001 h 4808525"/>
              <a:gd name="connsiteX161" fmla="*/ 4493701 w 12886034"/>
              <a:gd name="connsiteY161" fmla="*/ 3366422 h 4808525"/>
              <a:gd name="connsiteX162" fmla="*/ 4860299 w 12886034"/>
              <a:gd name="connsiteY162" fmla="*/ 3994001 h 4808525"/>
              <a:gd name="connsiteX163" fmla="*/ 4493701 w 12886034"/>
              <a:gd name="connsiteY163" fmla="*/ 4621580 h 4808525"/>
              <a:gd name="connsiteX164" fmla="*/ 4493701 w 12886034"/>
              <a:gd name="connsiteY164" fmla="*/ 4790006 h 4808525"/>
              <a:gd name="connsiteX165" fmla="*/ 5239105 w 12886034"/>
              <a:gd name="connsiteY165" fmla="*/ 3994350 h 4808525"/>
              <a:gd name="connsiteX166" fmla="*/ 4493701 w 12886034"/>
              <a:gd name="connsiteY166" fmla="*/ 3198695 h 4808525"/>
              <a:gd name="connsiteX167" fmla="*/ 3748297 w 12886034"/>
              <a:gd name="connsiteY167" fmla="*/ 3994350 h 4808525"/>
              <a:gd name="connsiteX168" fmla="*/ 4493701 w 12886034"/>
              <a:gd name="connsiteY168" fmla="*/ 4790006 h 4808525"/>
              <a:gd name="connsiteX169" fmla="*/ 2825698 w 12886034"/>
              <a:gd name="connsiteY169" fmla="*/ 4808176 h 4808525"/>
              <a:gd name="connsiteX170" fmla="*/ 3534477 w 12886034"/>
              <a:gd name="connsiteY170" fmla="*/ 4101276 h 4808525"/>
              <a:gd name="connsiteX171" fmla="*/ 3534477 w 12886034"/>
              <a:gd name="connsiteY171" fmla="*/ 2616892 h 4808525"/>
              <a:gd name="connsiteX172" fmla="*/ 3155671 w 12886034"/>
              <a:gd name="connsiteY172" fmla="*/ 2616892 h 4808525"/>
              <a:gd name="connsiteX173" fmla="*/ 3155671 w 12886034"/>
              <a:gd name="connsiteY173" fmla="*/ 4199117 h 4808525"/>
              <a:gd name="connsiteX174" fmla="*/ 2825698 w 12886034"/>
              <a:gd name="connsiteY174" fmla="*/ 4609350 h 4808525"/>
              <a:gd name="connsiteX175" fmla="*/ 2495725 w 12886034"/>
              <a:gd name="connsiteY175" fmla="*/ 4168717 h 4808525"/>
              <a:gd name="connsiteX176" fmla="*/ 2495725 w 12886034"/>
              <a:gd name="connsiteY176" fmla="*/ 3874845 h 4808525"/>
              <a:gd name="connsiteX177" fmla="*/ 2116919 w 12886034"/>
              <a:gd name="connsiteY177" fmla="*/ 3969890 h 4808525"/>
              <a:gd name="connsiteX178" fmla="*/ 2116919 w 12886034"/>
              <a:gd name="connsiteY178" fmla="*/ 4101626 h 4808525"/>
              <a:gd name="connsiteX179" fmla="*/ 2825698 w 12886034"/>
              <a:gd name="connsiteY179" fmla="*/ 4808176 h 4808525"/>
              <a:gd name="connsiteX180" fmla="*/ 809585 w 12886034"/>
              <a:gd name="connsiteY180" fmla="*/ 4584890 h 4808525"/>
              <a:gd name="connsiteX181" fmla="*/ 335903 w 12886034"/>
              <a:gd name="connsiteY181" fmla="*/ 4092191 h 4808525"/>
              <a:gd name="connsiteX182" fmla="*/ 522166 w 12886034"/>
              <a:gd name="connsiteY182" fmla="*/ 3703623 h 4808525"/>
              <a:gd name="connsiteX183" fmla="*/ 1212807 w 12886034"/>
              <a:gd name="connsiteY183" fmla="*/ 4459444 h 4808525"/>
              <a:gd name="connsiteX184" fmla="*/ 809585 w 12886034"/>
              <a:gd name="connsiteY184" fmla="*/ 4584890 h 4808525"/>
              <a:gd name="connsiteX185" fmla="*/ 1178973 w 12886034"/>
              <a:gd name="connsiteY185" fmla="*/ 3489073 h 4808525"/>
              <a:gd name="connsiteX186" fmla="*/ 1579056 w 12886034"/>
              <a:gd name="connsiteY186" fmla="*/ 3880785 h 4808525"/>
              <a:gd name="connsiteX187" fmla="*/ 1481390 w 12886034"/>
              <a:gd name="connsiteY187" fmla="*/ 4208202 h 4808525"/>
              <a:gd name="connsiteX188" fmla="*/ 882834 w 12886034"/>
              <a:gd name="connsiteY188" fmla="*/ 3547078 h 4808525"/>
              <a:gd name="connsiteX189" fmla="*/ 1178973 w 12886034"/>
              <a:gd name="connsiteY189" fmla="*/ 3489073 h 4808525"/>
              <a:gd name="connsiteX190" fmla="*/ 809585 w 12886034"/>
              <a:gd name="connsiteY190" fmla="*/ 2730108 h 4808525"/>
              <a:gd name="connsiteX191" fmla="*/ 1096654 w 12886034"/>
              <a:gd name="connsiteY191" fmla="*/ 3023979 h 4808525"/>
              <a:gd name="connsiteX192" fmla="*/ 800167 w 12886034"/>
              <a:gd name="connsiteY192" fmla="*/ 3458672 h 4808525"/>
              <a:gd name="connsiteX193" fmla="*/ 668666 w 12886034"/>
              <a:gd name="connsiteY193" fmla="*/ 3311911 h 4808525"/>
              <a:gd name="connsiteX194" fmla="*/ 519027 w 12886034"/>
              <a:gd name="connsiteY194" fmla="*/ 3008954 h 4808525"/>
              <a:gd name="connsiteX195" fmla="*/ 809585 w 12886034"/>
              <a:gd name="connsiteY195" fmla="*/ 2730108 h 4808525"/>
              <a:gd name="connsiteX196" fmla="*/ 1576266 w 12886034"/>
              <a:gd name="connsiteY196" fmla="*/ 4312333 h 4808525"/>
              <a:gd name="connsiteX197" fmla="*/ 1835779 w 12886034"/>
              <a:gd name="connsiteY197" fmla="*/ 3715504 h 4808525"/>
              <a:gd name="connsiteX198" fmla="*/ 1435696 w 12886034"/>
              <a:gd name="connsiteY198" fmla="*/ 3326937 h 4808525"/>
              <a:gd name="connsiteX199" fmla="*/ 1069098 w 12886034"/>
              <a:gd name="connsiteY199" fmla="*/ 3400317 h 4808525"/>
              <a:gd name="connsiteX200" fmla="*/ 1062820 w 12886034"/>
              <a:gd name="connsiteY200" fmla="*/ 3388087 h 4808525"/>
              <a:gd name="connsiteX201" fmla="*/ 1392793 w 12886034"/>
              <a:gd name="connsiteY201" fmla="*/ 2984144 h 4808525"/>
              <a:gd name="connsiteX202" fmla="*/ 818305 w 12886034"/>
              <a:gd name="connsiteY202" fmla="*/ 2567971 h 4808525"/>
              <a:gd name="connsiteX203" fmla="*/ 189054 w 12886034"/>
              <a:gd name="connsiteY203" fmla="*/ 3097360 h 4808525"/>
              <a:gd name="connsiteX204" fmla="*/ 433569 w 12886034"/>
              <a:gd name="connsiteY204" fmla="*/ 3608578 h 4808525"/>
              <a:gd name="connsiteX205" fmla="*/ 436708 w 12886034"/>
              <a:gd name="connsiteY205" fmla="*/ 3614868 h 4808525"/>
              <a:gd name="connsiteX206" fmla="*/ 0 w 12886034"/>
              <a:gd name="connsiteY206" fmla="*/ 4230217 h 4808525"/>
              <a:gd name="connsiteX207" fmla="*/ 613903 w 12886034"/>
              <a:gd name="connsiteY207" fmla="*/ 4808526 h 4808525"/>
              <a:gd name="connsiteX208" fmla="*/ 1304544 w 12886034"/>
              <a:gd name="connsiteY208" fmla="*/ 4560779 h 4808525"/>
              <a:gd name="connsiteX209" fmla="*/ 1488017 w 12886034"/>
              <a:gd name="connsiteY209" fmla="*/ 4759605 h 4808525"/>
              <a:gd name="connsiteX210" fmla="*/ 1967629 w 12886034"/>
              <a:gd name="connsiteY210" fmla="*/ 4759605 h 4808525"/>
              <a:gd name="connsiteX211" fmla="*/ 1967629 w 12886034"/>
              <a:gd name="connsiteY211" fmla="*/ 4744230 h 4808525"/>
              <a:gd name="connsiteX212" fmla="*/ 1576266 w 12886034"/>
              <a:gd name="connsiteY212" fmla="*/ 4312333 h 480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2886034" h="4808525">
                <a:moveTo>
                  <a:pt x="9940695" y="2142364"/>
                </a:moveTo>
                <a:lnTo>
                  <a:pt x="9940695" y="1153823"/>
                </a:lnTo>
                <a:cubicBezTo>
                  <a:pt x="9940695" y="927391"/>
                  <a:pt x="10056848" y="795655"/>
                  <a:pt x="10243112" y="795655"/>
                </a:cubicBezTo>
                <a:cubicBezTo>
                  <a:pt x="10423446" y="795655"/>
                  <a:pt x="10502975" y="915161"/>
                  <a:pt x="10502975" y="1095467"/>
                </a:cubicBezTo>
                <a:lnTo>
                  <a:pt x="10502975" y="2142364"/>
                </a:lnTo>
                <a:lnTo>
                  <a:pt x="10863643" y="2142364"/>
                </a:lnTo>
                <a:lnTo>
                  <a:pt x="10863643" y="1092672"/>
                </a:lnTo>
                <a:cubicBezTo>
                  <a:pt x="10863643" y="777485"/>
                  <a:pt x="10698656" y="581454"/>
                  <a:pt x="10380892" y="581454"/>
                </a:cubicBezTo>
                <a:cubicBezTo>
                  <a:pt x="10154863" y="581454"/>
                  <a:pt x="10029641" y="679295"/>
                  <a:pt x="9959182" y="804741"/>
                </a:cubicBezTo>
                <a:lnTo>
                  <a:pt x="9940695" y="804741"/>
                </a:lnTo>
                <a:lnTo>
                  <a:pt x="9940695" y="611854"/>
                </a:lnTo>
                <a:lnTo>
                  <a:pt x="9580028" y="611854"/>
                </a:lnTo>
                <a:lnTo>
                  <a:pt x="9580028" y="2142015"/>
                </a:lnTo>
                <a:lnTo>
                  <a:pt x="9940695" y="2142015"/>
                </a:lnTo>
                <a:close/>
                <a:moveTo>
                  <a:pt x="8620803" y="2004688"/>
                </a:moveTo>
                <a:cubicBezTo>
                  <a:pt x="8385707" y="2004688"/>
                  <a:pt x="8254206" y="1781401"/>
                  <a:pt x="8254206" y="1377109"/>
                </a:cubicBezTo>
                <a:cubicBezTo>
                  <a:pt x="8254206" y="966877"/>
                  <a:pt x="8385707" y="749530"/>
                  <a:pt x="8620803" y="749530"/>
                </a:cubicBezTo>
                <a:cubicBezTo>
                  <a:pt x="8855901" y="749530"/>
                  <a:pt x="8987401" y="970022"/>
                  <a:pt x="8987401" y="1377109"/>
                </a:cubicBezTo>
                <a:cubicBezTo>
                  <a:pt x="8987401" y="1787342"/>
                  <a:pt x="8855901" y="2004688"/>
                  <a:pt x="8620803" y="2004688"/>
                </a:cubicBezTo>
                <a:moveTo>
                  <a:pt x="8620803" y="2173114"/>
                </a:moveTo>
                <a:cubicBezTo>
                  <a:pt x="9100416" y="2173114"/>
                  <a:pt x="9366208" y="1814947"/>
                  <a:pt x="9366208" y="1377459"/>
                </a:cubicBezTo>
                <a:cubicBezTo>
                  <a:pt x="9366208" y="939970"/>
                  <a:pt x="9100416" y="581803"/>
                  <a:pt x="8620803" y="581803"/>
                </a:cubicBezTo>
                <a:cubicBezTo>
                  <a:pt x="8141192" y="581803"/>
                  <a:pt x="7875400" y="939970"/>
                  <a:pt x="7875400" y="1377459"/>
                </a:cubicBezTo>
                <a:cubicBezTo>
                  <a:pt x="7875400" y="1814947"/>
                  <a:pt x="8141192" y="2173114"/>
                  <a:pt x="8620803" y="2173114"/>
                </a:cubicBezTo>
                <a:moveTo>
                  <a:pt x="7090232" y="2173114"/>
                </a:moveTo>
                <a:cubicBezTo>
                  <a:pt x="7502524" y="2173114"/>
                  <a:pt x="7725761" y="1980228"/>
                  <a:pt x="7725761" y="1674126"/>
                </a:cubicBezTo>
                <a:cubicBezTo>
                  <a:pt x="7725761" y="1386544"/>
                  <a:pt x="7527289" y="1267038"/>
                  <a:pt x="7319399" y="1214973"/>
                </a:cubicBezTo>
                <a:lnTo>
                  <a:pt x="7026051" y="1141592"/>
                </a:lnTo>
                <a:cubicBezTo>
                  <a:pt x="6879551" y="1104902"/>
                  <a:pt x="6815371" y="1037462"/>
                  <a:pt x="6815371" y="939621"/>
                </a:cubicBezTo>
                <a:cubicBezTo>
                  <a:pt x="6815371" y="817320"/>
                  <a:pt x="6919316" y="743590"/>
                  <a:pt x="7074884" y="743590"/>
                </a:cubicBezTo>
                <a:cubicBezTo>
                  <a:pt x="7258358" y="743590"/>
                  <a:pt x="7371372" y="844576"/>
                  <a:pt x="7386370" y="1037462"/>
                </a:cubicBezTo>
                <a:lnTo>
                  <a:pt x="7691926" y="945561"/>
                </a:lnTo>
                <a:cubicBezTo>
                  <a:pt x="7655302" y="731360"/>
                  <a:pt x="7444621" y="581454"/>
                  <a:pt x="7105231" y="581454"/>
                </a:cubicBezTo>
                <a:cubicBezTo>
                  <a:pt x="6772118" y="581454"/>
                  <a:pt x="6521674" y="722275"/>
                  <a:pt x="6521674" y="1022087"/>
                </a:cubicBezTo>
                <a:cubicBezTo>
                  <a:pt x="6521674" y="1276124"/>
                  <a:pt x="6695729" y="1413799"/>
                  <a:pt x="6891411" y="1462720"/>
                </a:cubicBezTo>
                <a:lnTo>
                  <a:pt x="7196967" y="1539245"/>
                </a:lnTo>
                <a:cubicBezTo>
                  <a:pt x="7358815" y="1579080"/>
                  <a:pt x="7432064" y="1637086"/>
                  <a:pt x="7432064" y="1765677"/>
                </a:cubicBezTo>
                <a:cubicBezTo>
                  <a:pt x="7432064" y="1921873"/>
                  <a:pt x="7322190" y="2010628"/>
                  <a:pt x="7129647" y="2010628"/>
                </a:cubicBezTo>
                <a:cubicBezTo>
                  <a:pt x="6921757" y="2010628"/>
                  <a:pt x="6815022" y="1909643"/>
                  <a:pt x="6781536" y="1655606"/>
                </a:cubicBezTo>
                <a:lnTo>
                  <a:pt x="6457842" y="1747506"/>
                </a:lnTo>
                <a:cubicBezTo>
                  <a:pt x="6475980" y="2010628"/>
                  <a:pt x="6720495" y="2173114"/>
                  <a:pt x="7090232" y="2173114"/>
                </a:cubicBezTo>
                <a:moveTo>
                  <a:pt x="5363978" y="2142364"/>
                </a:moveTo>
                <a:lnTo>
                  <a:pt x="5363978" y="1153823"/>
                </a:lnTo>
                <a:cubicBezTo>
                  <a:pt x="5363978" y="927391"/>
                  <a:pt x="5480132" y="795655"/>
                  <a:pt x="5666395" y="795655"/>
                </a:cubicBezTo>
                <a:cubicBezTo>
                  <a:pt x="5846729" y="795655"/>
                  <a:pt x="5926258" y="915161"/>
                  <a:pt x="5926258" y="1095467"/>
                </a:cubicBezTo>
                <a:lnTo>
                  <a:pt x="5926258" y="2142364"/>
                </a:lnTo>
                <a:lnTo>
                  <a:pt x="6286926" y="2142364"/>
                </a:lnTo>
                <a:lnTo>
                  <a:pt x="6286926" y="1092672"/>
                </a:lnTo>
                <a:cubicBezTo>
                  <a:pt x="6286926" y="777485"/>
                  <a:pt x="6121939" y="581454"/>
                  <a:pt x="5804175" y="581454"/>
                </a:cubicBezTo>
                <a:cubicBezTo>
                  <a:pt x="5578147" y="581454"/>
                  <a:pt x="5452925" y="679295"/>
                  <a:pt x="5382465" y="804741"/>
                </a:cubicBezTo>
                <a:lnTo>
                  <a:pt x="5363978" y="804741"/>
                </a:lnTo>
                <a:lnTo>
                  <a:pt x="5363978" y="611854"/>
                </a:lnTo>
                <a:lnTo>
                  <a:pt x="5003310" y="611854"/>
                </a:lnTo>
                <a:lnTo>
                  <a:pt x="5003310" y="2142015"/>
                </a:lnTo>
                <a:lnTo>
                  <a:pt x="5363978" y="2142015"/>
                </a:lnTo>
                <a:close/>
                <a:moveTo>
                  <a:pt x="3790851" y="2142364"/>
                </a:moveTo>
                <a:lnTo>
                  <a:pt x="3790851" y="1153823"/>
                </a:lnTo>
                <a:cubicBezTo>
                  <a:pt x="3790851" y="927391"/>
                  <a:pt x="3907005" y="795655"/>
                  <a:pt x="4093268" y="795655"/>
                </a:cubicBezTo>
                <a:cubicBezTo>
                  <a:pt x="4273603" y="795655"/>
                  <a:pt x="4352782" y="915161"/>
                  <a:pt x="4352782" y="1095467"/>
                </a:cubicBezTo>
                <a:lnTo>
                  <a:pt x="4352782" y="2142364"/>
                </a:lnTo>
                <a:lnTo>
                  <a:pt x="4713450" y="2142364"/>
                </a:lnTo>
                <a:lnTo>
                  <a:pt x="4713450" y="1092672"/>
                </a:lnTo>
                <a:cubicBezTo>
                  <a:pt x="4713450" y="777485"/>
                  <a:pt x="4548464" y="581454"/>
                  <a:pt x="4230699" y="581454"/>
                </a:cubicBezTo>
                <a:cubicBezTo>
                  <a:pt x="4004671" y="581454"/>
                  <a:pt x="3879449" y="679295"/>
                  <a:pt x="3808990" y="804741"/>
                </a:cubicBezTo>
                <a:lnTo>
                  <a:pt x="3790503" y="804741"/>
                </a:lnTo>
                <a:lnTo>
                  <a:pt x="3790503" y="0"/>
                </a:lnTo>
                <a:lnTo>
                  <a:pt x="3429835" y="0"/>
                </a:lnTo>
                <a:lnTo>
                  <a:pt x="3429835" y="2142364"/>
                </a:lnTo>
                <a:lnTo>
                  <a:pt x="3790851" y="2142364"/>
                </a:lnTo>
                <a:close/>
                <a:moveTo>
                  <a:pt x="2470960" y="2004688"/>
                </a:moveTo>
                <a:cubicBezTo>
                  <a:pt x="2235514" y="2004688"/>
                  <a:pt x="2104362" y="1781401"/>
                  <a:pt x="2104362" y="1377109"/>
                </a:cubicBezTo>
                <a:cubicBezTo>
                  <a:pt x="2104362" y="966877"/>
                  <a:pt x="2235863" y="749530"/>
                  <a:pt x="2470960" y="749530"/>
                </a:cubicBezTo>
                <a:cubicBezTo>
                  <a:pt x="2706057" y="749530"/>
                  <a:pt x="2837558" y="970022"/>
                  <a:pt x="2837558" y="1377109"/>
                </a:cubicBezTo>
                <a:cubicBezTo>
                  <a:pt x="2837906" y="1787342"/>
                  <a:pt x="2706406" y="2004688"/>
                  <a:pt x="2470960" y="2004688"/>
                </a:cubicBezTo>
                <a:moveTo>
                  <a:pt x="2470960" y="2173114"/>
                </a:moveTo>
                <a:cubicBezTo>
                  <a:pt x="2950572" y="2173114"/>
                  <a:pt x="3216364" y="1814947"/>
                  <a:pt x="3216364" y="1377459"/>
                </a:cubicBezTo>
                <a:cubicBezTo>
                  <a:pt x="3216364" y="939970"/>
                  <a:pt x="2950572" y="581803"/>
                  <a:pt x="2470960" y="581803"/>
                </a:cubicBezTo>
                <a:cubicBezTo>
                  <a:pt x="1991348" y="581803"/>
                  <a:pt x="1725556" y="939970"/>
                  <a:pt x="1725556" y="1377459"/>
                </a:cubicBezTo>
                <a:cubicBezTo>
                  <a:pt x="1725556" y="1814947"/>
                  <a:pt x="1991348" y="2173114"/>
                  <a:pt x="2470960" y="2173114"/>
                </a:cubicBezTo>
                <a:moveTo>
                  <a:pt x="802957" y="2191284"/>
                </a:moveTo>
                <a:cubicBezTo>
                  <a:pt x="1313264" y="2191284"/>
                  <a:pt x="1511736" y="1885182"/>
                  <a:pt x="1511736" y="1484385"/>
                </a:cubicBezTo>
                <a:lnTo>
                  <a:pt x="1511736" y="0"/>
                </a:lnTo>
                <a:lnTo>
                  <a:pt x="1132930" y="0"/>
                </a:lnTo>
                <a:lnTo>
                  <a:pt x="1132930" y="1582225"/>
                </a:lnTo>
                <a:cubicBezTo>
                  <a:pt x="1132930" y="1839407"/>
                  <a:pt x="1035264" y="1992458"/>
                  <a:pt x="802957" y="1992458"/>
                </a:cubicBezTo>
                <a:cubicBezTo>
                  <a:pt x="573790" y="1992458"/>
                  <a:pt x="472984" y="1830322"/>
                  <a:pt x="472984" y="1551825"/>
                </a:cubicBezTo>
                <a:lnTo>
                  <a:pt x="472984" y="1257953"/>
                </a:lnTo>
                <a:lnTo>
                  <a:pt x="94178" y="1352649"/>
                </a:lnTo>
                <a:lnTo>
                  <a:pt x="94178" y="1484385"/>
                </a:lnTo>
                <a:cubicBezTo>
                  <a:pt x="94178" y="1885182"/>
                  <a:pt x="292999" y="2191284"/>
                  <a:pt x="802957" y="2191284"/>
                </a:cubicBezTo>
                <a:moveTo>
                  <a:pt x="11963087" y="4759256"/>
                </a:moveTo>
                <a:lnTo>
                  <a:pt x="11963087" y="3770714"/>
                </a:lnTo>
                <a:cubicBezTo>
                  <a:pt x="11963087" y="3544283"/>
                  <a:pt x="12079241" y="3412547"/>
                  <a:pt x="12265504" y="3412547"/>
                </a:cubicBezTo>
                <a:cubicBezTo>
                  <a:pt x="12445838" y="3412547"/>
                  <a:pt x="12525366" y="3532053"/>
                  <a:pt x="12525366" y="3712359"/>
                </a:cubicBezTo>
                <a:lnTo>
                  <a:pt x="12525366" y="4759256"/>
                </a:lnTo>
                <a:lnTo>
                  <a:pt x="12886035" y="4759256"/>
                </a:lnTo>
                <a:lnTo>
                  <a:pt x="12886035" y="3709564"/>
                </a:lnTo>
                <a:cubicBezTo>
                  <a:pt x="12886035" y="3394377"/>
                  <a:pt x="12721048" y="3198346"/>
                  <a:pt x="12403283" y="3198346"/>
                </a:cubicBezTo>
                <a:cubicBezTo>
                  <a:pt x="12177256" y="3198346"/>
                  <a:pt x="12052034" y="3296186"/>
                  <a:pt x="11981574" y="3421632"/>
                </a:cubicBezTo>
                <a:lnTo>
                  <a:pt x="11963436" y="3421632"/>
                </a:lnTo>
                <a:lnTo>
                  <a:pt x="11963436" y="3228746"/>
                </a:lnTo>
                <a:lnTo>
                  <a:pt x="11602768" y="3228746"/>
                </a:lnTo>
                <a:lnTo>
                  <a:pt x="11602768" y="4758906"/>
                </a:lnTo>
                <a:lnTo>
                  <a:pt x="11963087" y="4758906"/>
                </a:lnTo>
                <a:close/>
                <a:moveTo>
                  <a:pt x="10643544" y="4621580"/>
                </a:moveTo>
                <a:cubicBezTo>
                  <a:pt x="10408448" y="4621580"/>
                  <a:pt x="10276946" y="4398293"/>
                  <a:pt x="10276946" y="3994001"/>
                </a:cubicBezTo>
                <a:cubicBezTo>
                  <a:pt x="10276946" y="3583769"/>
                  <a:pt x="10408448" y="3366422"/>
                  <a:pt x="10643544" y="3366422"/>
                </a:cubicBezTo>
                <a:cubicBezTo>
                  <a:pt x="10878641" y="3366422"/>
                  <a:pt x="11010143" y="3586913"/>
                  <a:pt x="11010143" y="3994001"/>
                </a:cubicBezTo>
                <a:cubicBezTo>
                  <a:pt x="11010143" y="4404234"/>
                  <a:pt x="10878641" y="4621580"/>
                  <a:pt x="10643544" y="4621580"/>
                </a:cubicBezTo>
                <a:moveTo>
                  <a:pt x="10643544" y="4790006"/>
                </a:moveTo>
                <a:cubicBezTo>
                  <a:pt x="11123156" y="4790006"/>
                  <a:pt x="11388948" y="4431839"/>
                  <a:pt x="11388948" y="3994350"/>
                </a:cubicBezTo>
                <a:cubicBezTo>
                  <a:pt x="11388948" y="3556513"/>
                  <a:pt x="11123156" y="3198695"/>
                  <a:pt x="10643544" y="3198695"/>
                </a:cubicBezTo>
                <a:cubicBezTo>
                  <a:pt x="10163933" y="3198695"/>
                  <a:pt x="9898141" y="3556862"/>
                  <a:pt x="9898141" y="3994350"/>
                </a:cubicBezTo>
                <a:cubicBezTo>
                  <a:pt x="9898141" y="4431839"/>
                  <a:pt x="10163933" y="4790006"/>
                  <a:pt x="10643544" y="4790006"/>
                </a:cubicBezTo>
                <a:moveTo>
                  <a:pt x="9112972" y="4790006"/>
                </a:moveTo>
                <a:cubicBezTo>
                  <a:pt x="9525264" y="4790006"/>
                  <a:pt x="9748502" y="4597119"/>
                  <a:pt x="9748502" y="4291018"/>
                </a:cubicBezTo>
                <a:cubicBezTo>
                  <a:pt x="9748502" y="4003435"/>
                  <a:pt x="9550029" y="3883930"/>
                  <a:pt x="9342140" y="3831865"/>
                </a:cubicBezTo>
                <a:lnTo>
                  <a:pt x="9048792" y="3758484"/>
                </a:lnTo>
                <a:cubicBezTo>
                  <a:pt x="8902292" y="3721794"/>
                  <a:pt x="8838111" y="3654354"/>
                  <a:pt x="8838111" y="3556513"/>
                </a:cubicBezTo>
                <a:cubicBezTo>
                  <a:pt x="8838111" y="3434212"/>
                  <a:pt x="8942056" y="3360482"/>
                  <a:pt x="9097974" y="3360482"/>
                </a:cubicBezTo>
                <a:cubicBezTo>
                  <a:pt x="9281446" y="3360482"/>
                  <a:pt x="9394461" y="3461468"/>
                  <a:pt x="9409460" y="3654354"/>
                </a:cubicBezTo>
                <a:lnTo>
                  <a:pt x="9715016" y="3562453"/>
                </a:lnTo>
                <a:cubicBezTo>
                  <a:pt x="9678391" y="3348252"/>
                  <a:pt x="9467711" y="3198346"/>
                  <a:pt x="9128320" y="3198346"/>
                </a:cubicBezTo>
                <a:cubicBezTo>
                  <a:pt x="8795208" y="3198346"/>
                  <a:pt x="8544763" y="3339167"/>
                  <a:pt x="8544763" y="3638978"/>
                </a:cubicBezTo>
                <a:cubicBezTo>
                  <a:pt x="8544763" y="3893015"/>
                  <a:pt x="8718819" y="4030691"/>
                  <a:pt x="8914500" y="4079611"/>
                </a:cubicBezTo>
                <a:lnTo>
                  <a:pt x="9220057" y="4156137"/>
                </a:lnTo>
                <a:cubicBezTo>
                  <a:pt x="9381903" y="4195972"/>
                  <a:pt x="9455153" y="4253978"/>
                  <a:pt x="9455153" y="4382569"/>
                </a:cubicBezTo>
                <a:cubicBezTo>
                  <a:pt x="9455153" y="4538764"/>
                  <a:pt x="9345279" y="4627520"/>
                  <a:pt x="9152737" y="4627520"/>
                </a:cubicBezTo>
                <a:cubicBezTo>
                  <a:pt x="8944846" y="4627520"/>
                  <a:pt x="8838111" y="4526535"/>
                  <a:pt x="8804626" y="4272498"/>
                </a:cubicBezTo>
                <a:lnTo>
                  <a:pt x="8480931" y="4364399"/>
                </a:lnTo>
                <a:cubicBezTo>
                  <a:pt x="8498720" y="4627520"/>
                  <a:pt x="8743235" y="4790006"/>
                  <a:pt x="9112972" y="4790006"/>
                </a:cubicBezTo>
                <a:moveTo>
                  <a:pt x="7386719" y="4759256"/>
                </a:moveTo>
                <a:lnTo>
                  <a:pt x="7386719" y="3770714"/>
                </a:lnTo>
                <a:cubicBezTo>
                  <a:pt x="7386719" y="3544283"/>
                  <a:pt x="7502872" y="3412547"/>
                  <a:pt x="7689136" y="3412547"/>
                </a:cubicBezTo>
                <a:cubicBezTo>
                  <a:pt x="7869470" y="3412547"/>
                  <a:pt x="7948649" y="3532053"/>
                  <a:pt x="7948649" y="3712359"/>
                </a:cubicBezTo>
                <a:lnTo>
                  <a:pt x="7948649" y="4759256"/>
                </a:lnTo>
                <a:lnTo>
                  <a:pt x="8309318" y="4759256"/>
                </a:lnTo>
                <a:lnTo>
                  <a:pt x="8309318" y="3709564"/>
                </a:lnTo>
                <a:cubicBezTo>
                  <a:pt x="8309318" y="3394377"/>
                  <a:pt x="8144331" y="3198346"/>
                  <a:pt x="7826566" y="3198346"/>
                </a:cubicBezTo>
                <a:cubicBezTo>
                  <a:pt x="7600539" y="3198346"/>
                  <a:pt x="7475317" y="3296186"/>
                  <a:pt x="7404857" y="3421632"/>
                </a:cubicBezTo>
                <a:lnTo>
                  <a:pt x="7386370" y="3421632"/>
                </a:lnTo>
                <a:lnTo>
                  <a:pt x="7386370" y="3228746"/>
                </a:lnTo>
                <a:lnTo>
                  <a:pt x="7025702" y="3228746"/>
                </a:lnTo>
                <a:lnTo>
                  <a:pt x="7025702" y="4758906"/>
                </a:lnTo>
                <a:lnTo>
                  <a:pt x="7386719" y="4758906"/>
                </a:lnTo>
                <a:close/>
                <a:moveTo>
                  <a:pt x="5813593" y="4759256"/>
                </a:moveTo>
                <a:lnTo>
                  <a:pt x="5813593" y="3770714"/>
                </a:lnTo>
                <a:cubicBezTo>
                  <a:pt x="5813593" y="3544283"/>
                  <a:pt x="5929746" y="3412547"/>
                  <a:pt x="6116010" y="3412547"/>
                </a:cubicBezTo>
                <a:cubicBezTo>
                  <a:pt x="6296343" y="3412547"/>
                  <a:pt x="6375523" y="3532053"/>
                  <a:pt x="6375523" y="3712359"/>
                </a:cubicBezTo>
                <a:lnTo>
                  <a:pt x="6375523" y="4759256"/>
                </a:lnTo>
                <a:lnTo>
                  <a:pt x="6736191" y="4759256"/>
                </a:lnTo>
                <a:lnTo>
                  <a:pt x="6736191" y="3709564"/>
                </a:lnTo>
                <a:cubicBezTo>
                  <a:pt x="6736191" y="3394377"/>
                  <a:pt x="6571205" y="3198346"/>
                  <a:pt x="6253440" y="3198346"/>
                </a:cubicBezTo>
                <a:cubicBezTo>
                  <a:pt x="6027412" y="3198346"/>
                  <a:pt x="5902190" y="3296186"/>
                  <a:pt x="5831730" y="3421632"/>
                </a:cubicBezTo>
                <a:lnTo>
                  <a:pt x="5813243" y="3421632"/>
                </a:lnTo>
                <a:lnTo>
                  <a:pt x="5813243" y="2616892"/>
                </a:lnTo>
                <a:lnTo>
                  <a:pt x="5452576" y="2616892"/>
                </a:lnTo>
                <a:lnTo>
                  <a:pt x="5452576" y="4759256"/>
                </a:lnTo>
                <a:lnTo>
                  <a:pt x="5813593" y="4759256"/>
                </a:lnTo>
                <a:close/>
                <a:moveTo>
                  <a:pt x="4493701" y="4621580"/>
                </a:moveTo>
                <a:cubicBezTo>
                  <a:pt x="4258604" y="4621580"/>
                  <a:pt x="4127103" y="4398293"/>
                  <a:pt x="4127103" y="3994001"/>
                </a:cubicBezTo>
                <a:cubicBezTo>
                  <a:pt x="4127103" y="3583769"/>
                  <a:pt x="4258604" y="3366422"/>
                  <a:pt x="4493701" y="3366422"/>
                </a:cubicBezTo>
                <a:cubicBezTo>
                  <a:pt x="4728798" y="3366422"/>
                  <a:pt x="4860299" y="3586913"/>
                  <a:pt x="4860299" y="3994001"/>
                </a:cubicBezTo>
                <a:cubicBezTo>
                  <a:pt x="4860299" y="4404234"/>
                  <a:pt x="4729147" y="4621580"/>
                  <a:pt x="4493701" y="4621580"/>
                </a:cubicBezTo>
                <a:moveTo>
                  <a:pt x="4493701" y="4790006"/>
                </a:moveTo>
                <a:cubicBezTo>
                  <a:pt x="4973313" y="4790006"/>
                  <a:pt x="5239105" y="4431839"/>
                  <a:pt x="5239105" y="3994350"/>
                </a:cubicBezTo>
                <a:cubicBezTo>
                  <a:pt x="5239105" y="3556513"/>
                  <a:pt x="4973313" y="3198695"/>
                  <a:pt x="4493701" y="3198695"/>
                </a:cubicBezTo>
                <a:cubicBezTo>
                  <a:pt x="4014089" y="3198695"/>
                  <a:pt x="3748297" y="3556862"/>
                  <a:pt x="3748297" y="3994350"/>
                </a:cubicBezTo>
                <a:cubicBezTo>
                  <a:pt x="3748297" y="4431839"/>
                  <a:pt x="4014089" y="4790006"/>
                  <a:pt x="4493701" y="4790006"/>
                </a:cubicBezTo>
                <a:moveTo>
                  <a:pt x="2825698" y="4808176"/>
                </a:moveTo>
                <a:cubicBezTo>
                  <a:pt x="3336005" y="4808176"/>
                  <a:pt x="3534477" y="4502074"/>
                  <a:pt x="3534477" y="4101276"/>
                </a:cubicBezTo>
                <a:lnTo>
                  <a:pt x="3534477" y="2616892"/>
                </a:lnTo>
                <a:lnTo>
                  <a:pt x="3155671" y="2616892"/>
                </a:lnTo>
                <a:lnTo>
                  <a:pt x="3155671" y="4199117"/>
                </a:lnTo>
                <a:cubicBezTo>
                  <a:pt x="3155671" y="4456299"/>
                  <a:pt x="3058005" y="4609350"/>
                  <a:pt x="2825698" y="4609350"/>
                </a:cubicBezTo>
                <a:cubicBezTo>
                  <a:pt x="2596531" y="4609350"/>
                  <a:pt x="2495725" y="4447214"/>
                  <a:pt x="2495725" y="4168717"/>
                </a:cubicBezTo>
                <a:lnTo>
                  <a:pt x="2495725" y="3874845"/>
                </a:lnTo>
                <a:lnTo>
                  <a:pt x="2116919" y="3969890"/>
                </a:lnTo>
                <a:lnTo>
                  <a:pt x="2116919" y="4101626"/>
                </a:lnTo>
                <a:cubicBezTo>
                  <a:pt x="2116919" y="4502074"/>
                  <a:pt x="2315391" y="4808176"/>
                  <a:pt x="2825698" y="4808176"/>
                </a:cubicBezTo>
                <a:moveTo>
                  <a:pt x="809585" y="4584890"/>
                </a:moveTo>
                <a:cubicBezTo>
                  <a:pt x="516237" y="4584890"/>
                  <a:pt x="335903" y="4346228"/>
                  <a:pt x="335903" y="4092191"/>
                </a:cubicBezTo>
                <a:cubicBezTo>
                  <a:pt x="335903" y="3933200"/>
                  <a:pt x="406013" y="3786089"/>
                  <a:pt x="522166" y="3703623"/>
                </a:cubicBezTo>
                <a:lnTo>
                  <a:pt x="1212807" y="4459444"/>
                </a:lnTo>
                <a:cubicBezTo>
                  <a:pt x="1084446" y="4535969"/>
                  <a:pt x="940737" y="4584890"/>
                  <a:pt x="809585" y="4584890"/>
                </a:cubicBezTo>
                <a:moveTo>
                  <a:pt x="1178973" y="3489073"/>
                </a:moveTo>
                <a:cubicBezTo>
                  <a:pt x="1426278" y="3489073"/>
                  <a:pt x="1579056" y="3633038"/>
                  <a:pt x="1579056" y="3880785"/>
                </a:cubicBezTo>
                <a:cubicBezTo>
                  <a:pt x="1579056" y="3990856"/>
                  <a:pt x="1548361" y="4104072"/>
                  <a:pt x="1481390" y="4208202"/>
                </a:cubicBezTo>
                <a:lnTo>
                  <a:pt x="882834" y="3547078"/>
                </a:lnTo>
                <a:cubicBezTo>
                  <a:pt x="989570" y="3504447"/>
                  <a:pt x="1093515" y="3489073"/>
                  <a:pt x="1178973" y="3489073"/>
                </a:cubicBezTo>
                <a:moveTo>
                  <a:pt x="809585" y="2730108"/>
                </a:moveTo>
                <a:cubicBezTo>
                  <a:pt x="989919" y="2730108"/>
                  <a:pt x="1096654" y="2834238"/>
                  <a:pt x="1096654" y="3023979"/>
                </a:cubicBezTo>
                <a:cubicBezTo>
                  <a:pt x="1096654" y="3198346"/>
                  <a:pt x="1011196" y="3363627"/>
                  <a:pt x="800167" y="3458672"/>
                </a:cubicBezTo>
                <a:lnTo>
                  <a:pt x="668666" y="3311911"/>
                </a:lnTo>
                <a:cubicBezTo>
                  <a:pt x="552513" y="3183320"/>
                  <a:pt x="519027" y="3103650"/>
                  <a:pt x="519027" y="3008954"/>
                </a:cubicBezTo>
                <a:cubicBezTo>
                  <a:pt x="519027" y="2831093"/>
                  <a:pt x="632390" y="2730108"/>
                  <a:pt x="809585" y="2730108"/>
                </a:cubicBezTo>
                <a:moveTo>
                  <a:pt x="1576266" y="4312333"/>
                </a:moveTo>
                <a:cubicBezTo>
                  <a:pt x="1741252" y="4116302"/>
                  <a:pt x="1835779" y="3902101"/>
                  <a:pt x="1835779" y="3715504"/>
                </a:cubicBezTo>
                <a:cubicBezTo>
                  <a:pt x="1835779" y="3482783"/>
                  <a:pt x="1679862" y="3326937"/>
                  <a:pt x="1435696" y="3326937"/>
                </a:cubicBezTo>
                <a:cubicBezTo>
                  <a:pt x="1307335" y="3326937"/>
                  <a:pt x="1163625" y="3363627"/>
                  <a:pt x="1069098" y="3400317"/>
                </a:cubicBezTo>
                <a:lnTo>
                  <a:pt x="1062820" y="3388087"/>
                </a:lnTo>
                <a:cubicBezTo>
                  <a:pt x="1295126" y="3262641"/>
                  <a:pt x="1392793" y="3146280"/>
                  <a:pt x="1392793" y="2984144"/>
                </a:cubicBezTo>
                <a:cubicBezTo>
                  <a:pt x="1392793" y="2751423"/>
                  <a:pt x="1184903" y="2567971"/>
                  <a:pt x="818305" y="2567971"/>
                </a:cubicBezTo>
                <a:cubicBezTo>
                  <a:pt x="396595" y="2567971"/>
                  <a:pt x="189054" y="2803488"/>
                  <a:pt x="189054" y="3097360"/>
                </a:cubicBezTo>
                <a:cubicBezTo>
                  <a:pt x="189054" y="3256351"/>
                  <a:pt x="256374" y="3415692"/>
                  <a:pt x="433569" y="3608578"/>
                </a:cubicBezTo>
                <a:lnTo>
                  <a:pt x="436708" y="3614868"/>
                </a:lnTo>
                <a:cubicBezTo>
                  <a:pt x="137431" y="3758833"/>
                  <a:pt x="0" y="3991205"/>
                  <a:pt x="0" y="4230217"/>
                </a:cubicBezTo>
                <a:cubicBezTo>
                  <a:pt x="0" y="4545404"/>
                  <a:pt x="241376" y="4808526"/>
                  <a:pt x="613903" y="4808526"/>
                </a:cubicBezTo>
                <a:cubicBezTo>
                  <a:pt x="827723" y="4808526"/>
                  <a:pt x="1078167" y="4719770"/>
                  <a:pt x="1304544" y="4560779"/>
                </a:cubicBezTo>
                <a:lnTo>
                  <a:pt x="1488017" y="4759605"/>
                </a:lnTo>
                <a:lnTo>
                  <a:pt x="1967629" y="4759605"/>
                </a:lnTo>
                <a:lnTo>
                  <a:pt x="1967629" y="4744230"/>
                </a:lnTo>
                <a:lnTo>
                  <a:pt x="1576266" y="4312333"/>
                </a:lnTo>
                <a:close/>
              </a:path>
            </a:pathLst>
          </a:custGeom>
          <a:solidFill>
            <a:schemeClr val="bg1"/>
          </a:solidFill>
          <a:ln w="3486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986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66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1BEEFE38-569A-A8EF-1D54-81764BE3F5B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14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D45A48FB-9AA7-F5E5-80E7-97EC299F000F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149230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903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79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10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67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87803E29-408D-BDC5-463B-8562EADCC69D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87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51307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01663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95926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03124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7626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71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24939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930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10459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012410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716845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425E56B-E4E3-AAD1-76B4-3D67B284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6824" y="6413500"/>
            <a:ext cx="4754563" cy="1534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54590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18608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895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451450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224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95999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5092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078983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47057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0958872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64937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6037646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8667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1133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4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79440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0256C6C6-C2B0-619B-06B6-F0B7706CD3D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3760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B58D846E-E0EB-4B4E-2451-D64CE997DC63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8976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Graphic 8">
            <a:extLst>
              <a:ext uri="{FF2B5EF4-FFF2-40B4-BE49-F238E27FC236}">
                <a16:creationId xmlns:a16="http://schemas.microsoft.com/office/drawing/2014/main" id="{39092A83-DA5A-9054-8843-290AA80FA357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6726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722405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822451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226658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3984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5944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01AEC0-BFFC-6E48-90A3-3CB078672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7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816501-AAE5-214E-B100-00C3DC5F5E3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197210F-053D-2142-8E11-1F8D25C4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15498"/>
          </a:xfrm>
        </p:spPr>
        <p:txBody>
          <a:bodyPr/>
          <a:lstStyle>
            <a:lvl1pPr>
              <a:defRPr sz="3000" spc="-42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4E5312-243B-6A4E-AA38-ECD1CEF50C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1927" y="1076740"/>
            <a:ext cx="10984177" cy="4806271"/>
          </a:xfrm>
        </p:spPr>
        <p:txBody>
          <a:bodyPr/>
          <a:lstStyle>
            <a:lvl1pPr>
              <a:defRPr sz="2000"/>
            </a:lvl1pPr>
            <a:lvl3pPr>
              <a:defRPr sz="1667"/>
            </a:lvl3pPr>
            <a:lvl4pPr>
              <a:defRPr sz="1667"/>
            </a:lvl4pPr>
            <a:lvl5pPr>
              <a:defRPr sz="1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6502925-5610-F248-BF95-F854B07CC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943722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364253740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32399"/>
          </a:xfrm>
        </p:spPr>
        <p:txBody>
          <a:bodyPr/>
          <a:lstStyle>
            <a:lvl1pPr>
              <a:defRPr>
                <a:latin typeface="+mj-lt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4355" y="6238860"/>
            <a:ext cx="12200710" cy="619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442" b="16044"/>
          <a:stretch/>
        </p:blipFill>
        <p:spPr>
          <a:xfrm>
            <a:off x="8705850" y="6238860"/>
            <a:ext cx="2816924" cy="61914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11382644" y="647148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Trebuchet MS" panose="020B0603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60" name="Copyright" hidden="1"/>
          <p:cNvSpPr txBox="1"/>
          <p:nvPr userDrawn="1"/>
        </p:nvSpPr>
        <p:spPr>
          <a:xfrm rot="16200000">
            <a:off x="9486900" y="3602818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Trebuchet MS" panose="020B0603020202020204" pitchFamily="34" charset="0"/>
              </a:rPr>
              <a:t>Copyright © 2-18 by The Boston Consulting Group, Inc. All rights reserved.</a:t>
            </a:r>
          </a:p>
        </p:txBody>
      </p:sp>
      <p:sp>
        <p:nvSpPr>
          <p:cNvPr id="61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4799103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Johnson Text"/>
                <a:ea typeface="+mn-ea"/>
                <a:cs typeface="+mn-cs"/>
                <a:sym typeface="Trebuchet MS" panose="020B0603020202020204" pitchFamily="34" charset="0"/>
              </a:rPr>
              <a:t>2-181-19_JRD Strategic Initiatives Ramp Up.pptx</a:t>
            </a:r>
          </a:p>
        </p:txBody>
      </p:sp>
    </p:spTree>
    <p:extLst>
      <p:ext uri="{BB962C8B-B14F-4D97-AF65-F5344CB8AC3E}">
        <p14:creationId xmlns:p14="http://schemas.microsoft.com/office/powerpoint/2010/main" val="130307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RIGHT 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4338918" y="1729526"/>
            <a:ext cx="7247715" cy="4153064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500">
                <a:solidFill>
                  <a:schemeClr val="tx1"/>
                </a:solidFill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01928" y="1729526"/>
            <a:ext cx="3512873" cy="4153063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8C8F6ED-C3BA-407C-9860-C4E2573D7A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943722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6B6F339-5C44-9A4A-BF8A-F9B91C71E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7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816501-AAE5-214E-B100-00C3DC5F5E3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260DA-F09A-E940-8305-77C1AD5C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15498"/>
          </a:xfrm>
        </p:spPr>
        <p:txBody>
          <a:bodyPr/>
          <a:lstStyle>
            <a:lvl1pPr>
              <a:defRPr sz="3000" spc="-42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4326509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80C8231-7B8C-0F4F-A787-491646ADC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7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816501-AAE5-214E-B100-00C3DC5F5E3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9907C00-9B28-4F43-92BC-2EA6BC86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15498"/>
          </a:xfrm>
        </p:spPr>
        <p:txBody>
          <a:bodyPr/>
          <a:lstStyle>
            <a:lvl1pPr>
              <a:defRPr sz="3000" spc="-42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C642790-D690-4443-BC0C-C44E39020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5367" y="882534"/>
            <a:ext cx="10981267" cy="30707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000" spc="-83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083"/>
            </a:lvl2pPr>
            <a:lvl3pPr>
              <a:defRPr sz="2083"/>
            </a:lvl3pPr>
            <a:lvl4pPr>
              <a:defRPr sz="2083"/>
            </a:lvl4pPr>
            <a:lvl5pPr>
              <a:defRPr sz="2083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371FD49-BED0-9340-ADD8-459F51C381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1927" y="1729946"/>
            <a:ext cx="10984177" cy="4153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F562656-A4F1-614A-A820-8D21234DF8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943722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058344427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2B73-AE43-E79E-B865-B943EA107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6517D-BC7C-9FBC-F8B6-AC1C74EA4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17BB0-ED8C-C9D0-1E65-8CD8874C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88AD4-1985-A404-2478-3E0FF42E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8A1A-418D-4150-E7B7-AF110C1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B8DEFD4-DFA9-7149-9F69-ACD713F17608}" type="slidenum">
              <a:rPr kumimoji="0" lang="en-BE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6855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9077-2AAA-701B-7103-3EE8D139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F2F81-59A9-593E-FF48-14EA8735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8952-875E-78B9-AB72-8CCC8EBB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D6447F-022B-4400-8D6B-8FE8C8E54DA7}" type="datetimeFigureOut">
              <a:rPr kumimoji="0" lang="nl-BE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9/02/2026</a:t>
            </a:fld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DD99-DC78-B14D-FCEC-B6E1C669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nl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7CCE0-BEED-AE2D-89C3-5B3C64C0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E4FEF86-117C-4E52-A7FC-1C492FBCEFDF}" type="slidenum">
              <a:rPr kumimoji="0" lang="nl-BE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l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8897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,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01928" y="1713179"/>
            <a:ext cx="10984706" cy="4169410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5367" y="378458"/>
            <a:ext cx="10981267" cy="4685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5367" y="974215"/>
            <a:ext cx="10981267" cy="35830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333" dirty="0">
                <a:solidFill>
                  <a:schemeClr val="accent3"/>
                </a:solidFill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D2F08FA-1E8F-464B-8CF2-AA480329B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0709" y="6297783"/>
            <a:ext cx="379678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6279363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068135196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42666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468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85762"/>
            <a:ext cx="4480560" cy="130228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4" name="SlideLogoText" hidden="1">
            <a:extLst>
              <a:ext uri="{FF2B5EF4-FFF2-40B4-BE49-F238E27FC236}">
                <a16:creationId xmlns:a16="http://schemas.microsoft.com/office/drawing/2014/main" id="{72F87ED9-37F0-43C8-83F5-F0E05E76B63E}"/>
              </a:ext>
            </a:extLst>
          </p:cNvPr>
          <p:cNvSpPr txBox="1"/>
          <p:nvPr userDrawn="1"/>
        </p:nvSpPr>
        <p:spPr>
          <a:xfrm>
            <a:off x="10423862" y="6645989"/>
            <a:ext cx="98584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>
                <a:solidFill>
                  <a:schemeClr val="accent6"/>
                </a:solidFill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36226734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7" y="262671"/>
            <a:ext cx="9656119" cy="3930563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2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163" indent="0" algn="ctr">
              <a:buNone/>
              <a:defRPr sz="2000"/>
            </a:lvl2pPr>
            <a:lvl3pPr marL="914327" indent="0" algn="ctr">
              <a:buNone/>
              <a:defRPr sz="1800"/>
            </a:lvl3pPr>
            <a:lvl4pPr marL="1371490" indent="0" algn="ctr">
              <a:buNone/>
              <a:defRPr sz="1600"/>
            </a:lvl4pPr>
            <a:lvl5pPr marL="1828654" indent="0" algn="ctr">
              <a:buNone/>
              <a:defRPr sz="1600"/>
            </a:lvl5pPr>
            <a:lvl6pPr marL="2285818" indent="0" algn="ctr">
              <a:buNone/>
              <a:defRPr sz="1600"/>
            </a:lvl6pPr>
            <a:lvl7pPr marL="2742980" indent="0" algn="ctr">
              <a:buNone/>
              <a:defRPr sz="1600"/>
            </a:lvl7pPr>
            <a:lvl8pPr marL="3200144" indent="0" algn="ctr">
              <a:buNone/>
              <a:defRPr sz="1600"/>
            </a:lvl8pPr>
            <a:lvl9pPr marL="3657308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0894127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7" y="261083"/>
            <a:ext cx="9656119" cy="3930563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2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163" indent="0" algn="ctr">
              <a:buNone/>
              <a:defRPr sz="2000"/>
            </a:lvl2pPr>
            <a:lvl3pPr marL="914327" indent="0" algn="ctr">
              <a:buNone/>
              <a:defRPr sz="1800"/>
            </a:lvl3pPr>
            <a:lvl4pPr marL="1371490" indent="0" algn="ctr">
              <a:buNone/>
              <a:defRPr sz="1600"/>
            </a:lvl4pPr>
            <a:lvl5pPr marL="1828654" indent="0" algn="ctr">
              <a:buNone/>
              <a:defRPr sz="1600"/>
            </a:lvl5pPr>
            <a:lvl6pPr marL="2285818" indent="0" algn="ctr">
              <a:buNone/>
              <a:defRPr sz="1600"/>
            </a:lvl6pPr>
            <a:lvl7pPr marL="2742980" indent="0" algn="ctr">
              <a:buNone/>
              <a:defRPr sz="1600"/>
            </a:lvl7pPr>
            <a:lvl8pPr marL="3200144" indent="0" algn="ctr">
              <a:buNone/>
              <a:defRPr sz="1600"/>
            </a:lvl8pPr>
            <a:lvl9pPr marL="3657308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3555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620376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3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19044791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9" y="266402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3665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9" y="266707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127414710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6" y="266402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3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419736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6" y="270002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437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7" y="273601"/>
            <a:ext cx="1811959" cy="397064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1"/>
            <a:ext cx="8966200" cy="5995014"/>
          </a:xfrm>
        </p:spPr>
        <p:txBody>
          <a:bodyPr/>
          <a:lstStyle>
            <a:lvl1pPr marL="980997" indent="-980997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642" indent="-220646">
              <a:tabLst/>
              <a:defRPr/>
            </a:lvl2pPr>
            <a:lvl3pPr marL="1201642" indent="-220646">
              <a:tabLst/>
              <a:defRPr/>
            </a:lvl3pPr>
            <a:lvl4pPr marL="1201642" indent="-220646">
              <a:tabLst/>
              <a:defRPr/>
            </a:lvl4pPr>
            <a:lvl5pPr marL="1201642" indent="-220646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0892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7" y="273601"/>
            <a:ext cx="1811959" cy="397064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801" y="93313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4" y="23177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801" y="53899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4" y="62547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4" y="102219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801" y="133515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2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2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4" y="141892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801" y="1737175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4" y="181564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801" y="2123430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4" y="221236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801" y="2525450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4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4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4" y="2607654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801" y="291958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4" y="300293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801" y="331372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4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4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4" y="3398224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801" y="371574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4" y="379350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801" y="4102001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80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80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4" y="4185780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801" y="449613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5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5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4" y="457805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801" y="489027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2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2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4" y="496902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801" y="5276531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9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9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4" y="535999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07909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2842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5" y="273601"/>
            <a:ext cx="1811959" cy="397064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801" y="29103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801" y="22823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801" y="4286471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801" y="6287991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9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6988865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5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801" y="29103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801" y="22823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801" y="4286471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801" y="6287991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9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20749668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5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2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4" y="713621"/>
            <a:ext cx="5733083" cy="292976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8515608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2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4" y="713622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59998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1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2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441135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6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2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252647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101" y="1306516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6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6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2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8157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6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5" y="1822451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1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1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2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712535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2" y="1306516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2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7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80595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6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2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6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2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8079249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5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2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200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56" indent="-93656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74" indent="-85718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9352072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1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5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5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6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6335735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6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2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8117080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456687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7414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3" y="713622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012309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6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5" y="262801"/>
            <a:ext cx="2793541" cy="13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2656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4" y="713622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516511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60" y="4376740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70203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892380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2"/>
            <a:ext cx="5733085" cy="468611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4" y="713622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4717072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6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2"/>
            <a:ext cx="5733085" cy="468611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4" y="713622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0313820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2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56" indent="-93656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74" indent="-85718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4" y="262268"/>
            <a:ext cx="8672513" cy="468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3" y="713622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2466623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7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56" indent="-93656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74" indent="-85718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2" y="2338387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56" indent="-93656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74" indent="-85718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2"/>
            <a:ext cx="8673135" cy="468611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2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4877534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2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56" indent="-93656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74" indent="-85718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8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56" indent="-93656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74" indent="-85718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5" y="262802"/>
            <a:ext cx="4750421" cy="468611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4" y="713622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4927830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27318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60464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3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3831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1" y="1287962"/>
            <a:ext cx="5736764" cy="948123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58478"/>
            <a:ext cx="4754562" cy="948123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9825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2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6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3" y="713622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7763576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7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7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3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3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4" y="262802"/>
            <a:ext cx="3775073" cy="4686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3" y="713622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22557687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2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7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5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3" y="713622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38827150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2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8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4" y="713622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388201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2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5" y="262801"/>
            <a:ext cx="6710984" cy="4686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4034878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7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7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7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7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7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7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2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2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2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2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2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2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32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2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49" indent="-320649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5" y="262801"/>
            <a:ext cx="6710984" cy="46861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2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7608013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2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4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7368723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2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4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965605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54905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3"/>
            <a:ext cx="11082528" cy="468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7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63" indent="0" algn="ctr">
              <a:buNone/>
              <a:defRPr sz="2000"/>
            </a:lvl2pPr>
            <a:lvl3pPr marL="914327" indent="0" algn="ctr">
              <a:buNone/>
              <a:defRPr sz="1800"/>
            </a:lvl3pPr>
            <a:lvl4pPr marL="1371490" indent="0" algn="ctr">
              <a:buNone/>
              <a:defRPr sz="1600"/>
            </a:lvl4pPr>
            <a:lvl5pPr marL="1828654" indent="0" algn="ctr">
              <a:buNone/>
              <a:defRPr sz="1600"/>
            </a:lvl5pPr>
            <a:lvl6pPr marL="2285818" indent="0" algn="ctr">
              <a:buNone/>
              <a:defRPr sz="1600"/>
            </a:lvl6pPr>
            <a:lvl7pPr marL="2742980" indent="0" algn="ctr">
              <a:buNone/>
              <a:defRPr sz="1600"/>
            </a:lvl7pPr>
            <a:lvl8pPr marL="3200144" indent="0" algn="ctr">
              <a:buNone/>
              <a:defRPr sz="1600"/>
            </a:lvl8pPr>
            <a:lvl9pPr marL="365730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7" y="6498757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6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6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7156704" y="85764"/>
            <a:ext cx="4480560" cy="130228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/>
              <a:t>Chapter › Topic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7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SlideLogoText" hidden="1">
            <a:extLst>
              <a:ext uri="{FF2B5EF4-FFF2-40B4-BE49-F238E27FC236}">
                <a16:creationId xmlns:a16="http://schemas.microsoft.com/office/drawing/2014/main" id="{5A5F0BAA-5EBE-4677-A683-061A47BCF18E}"/>
              </a:ext>
            </a:extLst>
          </p:cNvPr>
          <p:cNvSpPr txBox="1"/>
          <p:nvPr userDrawn="1"/>
        </p:nvSpPr>
        <p:spPr>
          <a:xfrm>
            <a:off x="10423862" y="6645989"/>
            <a:ext cx="98584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>
                <a:solidFill>
                  <a:schemeClr val="accent6"/>
                </a:solidFill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370420605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CE77-1A8C-3780-9F06-9987530A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5" y="262267"/>
            <a:ext cx="9649446" cy="468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5F4215-2FEC-86F9-8F28-279B352D0A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867" y="1712148"/>
            <a:ext cx="10981531" cy="4193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5102354"/>
      </p:ext>
    </p:extLst>
  </p:cSld>
  <p:clrMapOvr>
    <a:masterClrMapping/>
  </p:clrMapOvr>
  <p:transition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title, sub,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05367" y="3927110"/>
            <a:ext cx="10981267" cy="148113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917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5367" y="1532967"/>
            <a:ext cx="10981267" cy="2063311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640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5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640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divider style</a:t>
            </a:r>
          </a:p>
        </p:txBody>
      </p:sp>
    </p:spTree>
    <p:extLst>
      <p:ext uri="{BB962C8B-B14F-4D97-AF65-F5344CB8AC3E}">
        <p14:creationId xmlns:p14="http://schemas.microsoft.com/office/powerpoint/2010/main" val="1522490769"/>
      </p:ext>
    </p:extLst>
  </p:cSld>
  <p:clrMapOvr>
    <a:masterClrMapping/>
  </p:clrMapOvr>
  <p:transition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_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, timeline&#10;&#10;Description automatically generated">
            <a:extLst>
              <a:ext uri="{FF2B5EF4-FFF2-40B4-BE49-F238E27FC236}">
                <a16:creationId xmlns:a16="http://schemas.microsoft.com/office/drawing/2014/main" id="{88B0B61C-3DCF-425B-BC82-ECAF4B3796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908" t="249" r="12356"/>
          <a:stretch/>
        </p:blipFill>
        <p:spPr>
          <a:xfrm>
            <a:off x="323516" y="334131"/>
            <a:ext cx="11544969" cy="566873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53C081D-F6B3-7543-A555-EC48097C4A6B}"/>
              </a:ext>
            </a:extLst>
          </p:cNvPr>
          <p:cNvSpPr/>
          <p:nvPr userDrawn="1"/>
        </p:nvSpPr>
        <p:spPr bwMode="auto">
          <a:xfrm flipV="1">
            <a:off x="323517" y="4716989"/>
            <a:ext cx="11544969" cy="1285873"/>
          </a:xfrm>
          <a:prstGeom prst="rect">
            <a:avLst/>
          </a:prstGeom>
          <a:gradFill>
            <a:gsLst>
              <a:gs pos="100000">
                <a:schemeClr val="bg1"/>
              </a:gs>
              <a:gs pos="28000">
                <a:schemeClr val="accent2">
                  <a:alpha val="49933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67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6C7C0F-EE76-744B-BD4E-B4F347C9CDED}"/>
              </a:ext>
            </a:extLst>
          </p:cNvPr>
          <p:cNvSpPr/>
          <p:nvPr userDrawn="1"/>
        </p:nvSpPr>
        <p:spPr bwMode="auto">
          <a:xfrm flipV="1">
            <a:off x="323517" y="3660134"/>
            <a:ext cx="11544969" cy="1056856"/>
          </a:xfrm>
          <a:prstGeom prst="rect">
            <a:avLst/>
          </a:prstGeom>
          <a:solidFill>
            <a:schemeClr val="accent1">
              <a:alpha val="87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67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19688" y="3661834"/>
            <a:ext cx="10451563" cy="600603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64002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33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640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6002EE6-F7F8-F147-BAFA-A8A58397B1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40" y="4286249"/>
            <a:ext cx="10481460" cy="402168"/>
          </a:xfrm>
        </p:spPr>
        <p:txBody>
          <a:bodyPr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87B71-197E-4027-8FAD-53C741C537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FD78BDA-2434-1E49-B054-168A13B80AB9}"/>
              </a:ext>
            </a:extLst>
          </p:cNvPr>
          <p:cNvSpPr txBox="1">
            <a:spLocks/>
          </p:cNvSpPr>
          <p:nvPr userDrawn="1"/>
        </p:nvSpPr>
        <p:spPr>
          <a:xfrm>
            <a:off x="11586635" y="6434868"/>
            <a:ext cx="454400" cy="333375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algn="r" defTabSz="730213" rtl="0" fontAlgn="base">
              <a:spcBef>
                <a:spcPct val="50000"/>
              </a:spcBef>
              <a:spcAft>
                <a:spcPct val="0"/>
              </a:spcAft>
              <a:defRPr sz="96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fld id="{AD816501-AAE5-214E-B100-00C3DC5F5E3F}" type="slidenum">
              <a:rPr lang="en-US" sz="800" smtClean="0"/>
              <a:pPr/>
              <a:t>‹#›</a:t>
            </a:fld>
            <a:endParaRPr lang="en-US" sz="800"/>
          </a:p>
        </p:txBody>
      </p:sp>
      <p:pic>
        <p:nvPicPr>
          <p:cNvPr id="13" name="Picture 12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9AD68B5D-D878-2B4C-B1B7-EF86E7424F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9378" y="6352866"/>
            <a:ext cx="2275667" cy="460247"/>
          </a:xfrm>
          <a:prstGeom prst="rect">
            <a:avLst/>
          </a:prstGeom>
        </p:spPr>
      </p:pic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E95ED555-D6CF-FF46-B4E7-8DD58983E2C6}"/>
              </a:ext>
            </a:extLst>
          </p:cNvPr>
          <p:cNvSpPr txBox="1">
            <a:spLocks/>
          </p:cNvSpPr>
          <p:nvPr userDrawn="1"/>
        </p:nvSpPr>
        <p:spPr>
          <a:xfrm>
            <a:off x="171615" y="6297973"/>
            <a:ext cx="3410044" cy="560028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500" b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J&amp;J R&amp;D </a:t>
            </a:r>
            <a:r>
              <a:rPr lang="pt-BR" sz="1500" b="1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Science</a:t>
            </a:r>
            <a:endParaRPr lang="en-US" sz="1500" b="1" i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4F0439-7971-4948-8207-0AF170F70598}"/>
              </a:ext>
            </a:extLst>
          </p:cNvPr>
          <p:cNvSpPr/>
          <p:nvPr userDrawn="1"/>
        </p:nvSpPr>
        <p:spPr bwMode="auto">
          <a:xfrm flipV="1">
            <a:off x="323516" y="4716989"/>
            <a:ext cx="11544969" cy="1285873"/>
          </a:xfrm>
          <a:prstGeom prst="rect">
            <a:avLst/>
          </a:prstGeom>
          <a:gradFill>
            <a:gsLst>
              <a:gs pos="100000">
                <a:schemeClr val="bg1">
                  <a:alpha val="30000"/>
                </a:schemeClr>
              </a:gs>
              <a:gs pos="28000">
                <a:schemeClr val="bg1">
                  <a:alpha val="30000"/>
                </a:schemeClr>
              </a:gs>
            </a:gsLst>
            <a:lin ang="81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67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110" charset="0"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C3CBF-C1A4-F94D-856C-451D04F90D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7875" y="5118775"/>
            <a:ext cx="7144473" cy="79069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Legal Entity</a:t>
            </a:r>
            <a:br>
              <a:rPr lang="en-US"/>
            </a:br>
            <a:r>
              <a:rPr lang="en-US"/>
              <a:t>Date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216977-3177-7341-BD44-DC5C6B41E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32" y="4869658"/>
            <a:ext cx="7144473" cy="23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 b="1"/>
            </a:lvl1pPr>
            <a:lvl2pPr marL="234136" indent="0">
              <a:buNone/>
              <a:defRPr/>
            </a:lvl2pPr>
            <a:lvl3pPr marL="530309" indent="0">
              <a:buNone/>
              <a:defRPr/>
            </a:lvl3pPr>
            <a:lvl4pPr marL="896040" indent="0">
              <a:buNone/>
              <a:defRPr/>
            </a:lvl4pPr>
            <a:lvl5pPr marL="1296725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37425909"/>
      </p:ext>
    </p:extLst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80C8231-7B8C-0F4F-A787-491646ADC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8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9907C00-9B28-4F43-92BC-2EA6BC86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01648"/>
          </a:xfrm>
        </p:spPr>
        <p:txBody>
          <a:bodyPr/>
          <a:lstStyle>
            <a:lvl1pPr>
              <a:defRPr sz="3000" spc="-42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C642790-D690-4443-BC0C-C44E39020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5367" y="882534"/>
            <a:ext cx="10981267" cy="307072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buNone/>
              <a:defRPr lang="en-US" sz="2000" spc="-83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Arial" pitchFamily="-65" charset="0"/>
              </a:defRPr>
            </a:lvl1pPr>
            <a:lvl2pPr>
              <a:defRPr sz="2083"/>
            </a:lvl2pPr>
            <a:lvl3pPr>
              <a:defRPr sz="2083"/>
            </a:lvl3pPr>
            <a:lvl4pPr>
              <a:defRPr sz="2083"/>
            </a:lvl4pPr>
            <a:lvl5pPr>
              <a:defRPr sz="2083"/>
            </a:lvl5pPr>
          </a:lstStyle>
          <a:p>
            <a:pPr marL="0" lvl="0" indent="0" algn="l" rtl="0" eaLnBrk="0" fontAlgn="base" hangingPunct="0">
              <a:spcBef>
                <a:spcPts val="21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itchFamily="-65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371FD49-BED0-9340-ADD8-459F51C381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1927" y="1729946"/>
            <a:ext cx="10984177" cy="4153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F562656-A4F1-614A-A820-8D21234DF8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943722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36566455"/>
      </p:ext>
    </p:extLst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, sub, dark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05367" y="3927110"/>
            <a:ext cx="10981267" cy="148113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917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5367" y="1532967"/>
            <a:ext cx="10981267" cy="2063311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640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55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defRPr>
            </a:lvl1pPr>
          </a:lstStyle>
          <a:p>
            <a:pPr marL="0" marR="0" lvl="0" indent="0" algn="l" defTabSz="640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divider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ED6F410-6EC3-B746-8D0C-6A40F9FE1515}"/>
              </a:ext>
            </a:extLst>
          </p:cNvPr>
          <p:cNvSpPr txBox="1">
            <a:spLocks/>
          </p:cNvSpPr>
          <p:nvPr userDrawn="1"/>
        </p:nvSpPr>
        <p:spPr>
          <a:xfrm>
            <a:off x="171615" y="6297973"/>
            <a:ext cx="3410044" cy="560028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1pPr>
            <a:lvl2pPr marL="730213" indent="-273036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2pPr>
            <a:lvl3pPr marL="1462015" indent="-547661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3pPr>
            <a:lvl4pPr marL="2193816" indent="-822285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4pPr>
            <a:lvl5pPr marL="2925617" indent="-1096908" algn="l" defTabSz="730213" rtl="0" fontAlgn="base">
              <a:spcBef>
                <a:spcPct val="5000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5pPr>
            <a:lvl6pPr marL="2285886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6pPr>
            <a:lvl7pPr marL="2743063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7pPr>
            <a:lvl8pPr marL="3200240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8pPr>
            <a:lvl9pPr marL="3657417" algn="l" defTabSz="457177" rtl="0" eaLnBrk="1" latinLnBrk="0" hangingPunct="1">
              <a:defRPr sz="3000" kern="1200">
                <a:solidFill>
                  <a:schemeClr val="tx1"/>
                </a:solidFill>
                <a:latin typeface="Arial" pitchFamily="-65" charset="0"/>
                <a:ea typeface="Arial Unicode MS" pitchFamily="-65" charset="0"/>
                <a:cs typeface="Arial Unicode MS" pitchFamily="-65" charset="0"/>
              </a:defRPr>
            </a:lvl9pPr>
          </a:lstStyle>
          <a:p>
            <a:r>
              <a:rPr lang="pt-BR" sz="15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J&amp;J R&amp;D Data Science</a:t>
            </a:r>
            <a:endParaRPr lang="en-US" sz="1500" b="1" i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A55EFD-74E9-C14F-A2BD-8434BD506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8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clock, drawing, sign&#10;&#10;Description automatically generated">
            <a:extLst>
              <a:ext uri="{FF2B5EF4-FFF2-40B4-BE49-F238E27FC236}">
                <a16:creationId xmlns:a16="http://schemas.microsoft.com/office/drawing/2014/main" id="{E243B2FF-E42C-974E-BC6B-9CA65562D5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9378" y="6352866"/>
            <a:ext cx="2275667" cy="46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10779"/>
      </p:ext>
    </p:extLst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01AEC0-BFFC-6E48-90A3-3CB078672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635" y="6434868"/>
            <a:ext cx="4544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D816501-AAE5-214E-B100-00C3DC5F5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197210F-053D-2142-8E11-1F8D25C4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01648"/>
          </a:xfrm>
        </p:spPr>
        <p:txBody>
          <a:bodyPr/>
          <a:lstStyle>
            <a:lvl1pPr>
              <a:defRPr sz="3000" spc="-42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4E5312-243B-6A4E-AA38-ECD1CEF50C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1927" y="1729946"/>
            <a:ext cx="10984177" cy="4153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6502925-5610-F248-BF95-F854B07CC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1928" y="5943722"/>
            <a:ext cx="8382000" cy="275167"/>
          </a:xfrm>
        </p:spPr>
        <p:txBody>
          <a:bodyPr anchor="b"/>
          <a:lstStyle>
            <a:lvl1pPr marL="0" indent="0">
              <a:spcBef>
                <a:spcPts val="167"/>
              </a:spcBef>
              <a:buNone/>
              <a:defRPr sz="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749458239"/>
      </p:ext>
    </p:extLst>
  </p:cSld>
  <p:clrMapOvr>
    <a:masterClrMapping/>
  </p:clrMapOvr>
  <p:transition>
    <p:fad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42666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468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2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85762"/>
            <a:ext cx="4480560" cy="130228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4" name="SlideLogoText" hidden="1">
            <a:extLst>
              <a:ext uri="{FF2B5EF4-FFF2-40B4-BE49-F238E27FC236}">
                <a16:creationId xmlns:a16="http://schemas.microsoft.com/office/drawing/2014/main" id="{72F87ED9-37F0-43C8-83F5-F0E05E76B63E}"/>
              </a:ext>
            </a:extLst>
          </p:cNvPr>
          <p:cNvSpPr txBox="1"/>
          <p:nvPr userDrawn="1"/>
        </p:nvSpPr>
        <p:spPr>
          <a:xfrm>
            <a:off x="10423862" y="6645989"/>
            <a:ext cx="98584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>
                <a:solidFill>
                  <a:schemeClr val="accent6"/>
                </a:solidFill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239387424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4815-4091-68A3-E757-BBBCFE258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368592"/>
            <a:ext cx="9649446" cy="468590"/>
          </a:xfrm>
        </p:spPr>
        <p:txBody>
          <a:bodyPr anchor="b"/>
          <a:lstStyle/>
          <a:p>
            <a:r>
              <a:rPr lang="en-US"/>
              <a:t>Content slide-bullets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8A1EB-51B0-F1BD-E581-C715DE73BB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17FD4-4140-CD43-8431-8172E19E55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Graphic 6">
            <a:extLst>
              <a:ext uri="{FF2B5EF4-FFF2-40B4-BE49-F238E27FC236}">
                <a16:creationId xmlns:a16="http://schemas.microsoft.com/office/drawing/2014/main" id="{D914B08B-E3EC-5B6C-52D7-394475A4A1DA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26C4AD-8F81-6EAE-E2A0-4C2A2EAC3765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288302" y="819945"/>
            <a:ext cx="9654768" cy="390620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4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edit subtitle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CD1CE92-80F6-BCB5-D5A8-3DC9872407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886" y="1682750"/>
            <a:ext cx="11590552" cy="4602720"/>
          </a:xfrm>
        </p:spPr>
        <p:txBody>
          <a:bodyPr/>
          <a:lstStyle>
            <a:lvl2pPr marL="285750" indent="-285750">
              <a:buFont typeface="Wingdings" pitchFamily="2" charset="2"/>
              <a:buChar char="§"/>
              <a:defRPr/>
            </a:lvl2pPr>
            <a:lvl3pPr marL="571500" indent="-285750">
              <a:buFont typeface="Arial" panose="020B0604020202020204" pitchFamily="34" charset="0"/>
              <a:buChar char="−"/>
              <a:defRPr/>
            </a:lvl3pPr>
            <a:lvl4pPr marL="863600" indent="-285750">
              <a:buFont typeface="Arial" panose="020B0604020202020204" pitchFamily="34" charset="0"/>
              <a:buChar char="•"/>
              <a:defRPr sz="1400"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0440691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3014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 userDrawn="1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  <p:pic>
        <p:nvPicPr>
          <p:cNvPr id="18" name="Picture 17" descr="Takeda">
            <a:extLst>
              <a:ext uri="{FF2B5EF4-FFF2-40B4-BE49-F238E27FC236}">
                <a16:creationId xmlns:a16="http://schemas.microsoft.com/office/drawing/2014/main" id="{5F9376FC-2A9F-C644-AD88-C6E1B65B4D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3362752"/>
            <a:ext cx="2251710" cy="124886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3956816"/>
            <a:ext cx="7699670" cy="1015681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3B8E-5554-A04E-B4C5-97ECEE58B6CC}"/>
              </a:ext>
            </a:extLst>
          </p:cNvPr>
          <p:cNvSpPr/>
          <p:nvPr userDrawn="1"/>
        </p:nvSpPr>
        <p:spPr>
          <a:xfrm>
            <a:off x="749005" y="3764031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37423-F180-3943-B758-C8CCFA816E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4728" y="5256031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4728" y="5515045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4728" y="5769532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728" y="4997510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8" y="6027352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8062614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02F3095-EA6E-F94A-AF04-18ED691DEB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3" y="376180"/>
            <a:ext cx="6326533" cy="6108535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6533" h="6108535">
                <a:moveTo>
                  <a:pt x="0" y="3052819"/>
                </a:moveTo>
                <a:cubicBezTo>
                  <a:pt x="0" y="1366794"/>
                  <a:pt x="1366793" y="1"/>
                  <a:pt x="3052818" y="1"/>
                </a:cubicBezTo>
                <a:lnTo>
                  <a:pt x="6326533" y="0"/>
                </a:lnTo>
                <a:lnTo>
                  <a:pt x="6323635" y="6108535"/>
                </a:lnTo>
                <a:lnTo>
                  <a:pt x="3409714" y="6105637"/>
                </a:lnTo>
                <a:lnTo>
                  <a:pt x="3052818" y="6105637"/>
                </a:lnTo>
                <a:cubicBezTo>
                  <a:pt x="1366793" y="6105637"/>
                  <a:pt x="0" y="4738844"/>
                  <a:pt x="0" y="3052819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Takeda">
            <a:extLst>
              <a:ext uri="{FF2B5EF4-FFF2-40B4-BE49-F238E27FC236}">
                <a16:creationId xmlns:a16="http://schemas.microsoft.com/office/drawing/2014/main" id="{F83AE827-0C93-0344-8F1E-82C9D7F8CD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417" y="-10972"/>
            <a:ext cx="2251710" cy="12488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19044E-3CA3-8043-AF11-ED42DE4ECF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730" y="6367253"/>
            <a:ext cx="1958578" cy="11746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813874223"/>
      </p:ext>
    </p:extLst>
  </p:cSld>
  <p:clrMapOvr>
    <a:masterClrMapping/>
  </p:clrMapOvr>
  <p:transition spd="slow">
    <p:push dir="u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6862150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19C41-2A79-B54D-9C44-C619DA694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794BD-1A0D-7D48-855D-469111926B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-8600"/>
            <a:ext cx="2251710" cy="124886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9909778-A51F-784D-ACA4-EC5DBA48B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9" y="6319955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882384087"/>
      </p:ext>
    </p:extLst>
  </p:cSld>
  <p:clrMapOvr>
    <a:masterClrMapping/>
  </p:clrMapOvr>
  <p:transition spd="slow">
    <p:push dir="u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98723545"/>
      </p:ext>
    </p:extLst>
  </p:cSld>
  <p:clrMapOvr>
    <a:masterClrMapping/>
  </p:clrMapOvr>
  <p:transition spd="slow">
    <p:push dir="u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two-column layout. Click to add content. 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Two-column layout. Click to add title</a:t>
            </a:r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634AC-7DDA-D44D-88DB-5850289DD64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E22A984C-7436-8C4C-83C8-F2AD67592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6720AD-4FA4-A146-AEEB-A4E558BAA3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810835571"/>
      </p:ext>
    </p:extLst>
  </p:cSld>
  <p:clrMapOvr>
    <a:masterClrMapping/>
  </p:clrMapOvr>
  <p:transition spd="slow">
    <p:push dir="u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227913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section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6656F8F-0621-5F47-BF80-4A4E365A2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2541" y="-1"/>
            <a:ext cx="5565823" cy="6416675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158474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782524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0592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1188396" y="3358591"/>
                </a:lnTo>
                <a:cubicBezTo>
                  <a:pt x="848612" y="3356903"/>
                  <a:pt x="0" y="3267167"/>
                  <a:pt x="0" y="2946995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02399550"/>
      </p:ext>
    </p:extLst>
  </p:cSld>
  <p:clrMapOvr>
    <a:masterClrMapping/>
  </p:clrMapOvr>
  <p:transition spd="slow">
    <p:push dir="u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/>
            </a:lvl1pPr>
          </a:lstStyle>
          <a:p>
            <a:pPr lvl="0"/>
            <a:r>
              <a:rPr lang="en-US"/>
              <a:t>Blank slide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45414830"/>
      </p:ext>
    </p:extLst>
  </p:cSld>
  <p:clrMapOvr>
    <a:masterClrMapping/>
  </p:clrMapOvr>
  <p:transition spd="slow">
    <p:push dir="u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0E2D4ABB-BC5B-754B-B0DE-676246A38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4" name="タイトル プレースホルダ 1">
            <a:extLst>
              <a:ext uri="{FF2B5EF4-FFF2-40B4-BE49-F238E27FC236}">
                <a16:creationId xmlns:a16="http://schemas.microsoft.com/office/drawing/2014/main" id="{CC986DF6-9894-F144-B9DA-A9DBE0000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6528CE-2840-6C44-965A-04D8835743E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166258506"/>
      </p:ext>
    </p:extLst>
  </p:cSld>
  <p:clrMapOvr>
    <a:masterClrMapping/>
  </p:clrMapOvr>
  <p:transition spd="slow">
    <p:push dir="u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10743" y="1093767"/>
            <a:ext cx="7988356" cy="5322908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88356" h="5135028">
                <a:moveTo>
                  <a:pt x="0" y="0"/>
                </a:moveTo>
                <a:lnTo>
                  <a:pt x="7988281" y="7569"/>
                </a:lnTo>
                <a:cubicBezTo>
                  <a:pt x="7989186" y="2154376"/>
                  <a:pt x="7981645" y="2988221"/>
                  <a:pt x="7982550" y="5135028"/>
                </a:cubicBezTo>
                <a:lnTo>
                  <a:pt x="596656" y="5124807"/>
                </a:lnTo>
                <a:cubicBezTo>
                  <a:pt x="276484" y="5124807"/>
                  <a:pt x="16934" y="4865257"/>
                  <a:pt x="16934" y="4545085"/>
                </a:cubicBezTo>
                <a:cubicBezTo>
                  <a:pt x="11289" y="3022648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1397373C-4723-444D-99E3-0FBCAFDAD4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1545CFCD-ABA6-1349-9917-1DDD2762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30F84-B57E-C441-B81C-A0677388FA64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817102826"/>
      </p:ext>
    </p:extLst>
  </p:cSld>
  <p:clrMapOvr>
    <a:masterClrMapping/>
  </p:clrMapOvr>
  <p:transition spd="slow">
    <p:push dir="u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4"/>
            <a:ext cx="6024384" cy="6863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4384"/>
              <a:gd name="connsiteY0" fmla="*/ 0 h 6857810"/>
              <a:gd name="connsiteX1" fmla="*/ 6015601 w 6024384"/>
              <a:gd name="connsiteY1" fmla="*/ 1730351 h 6857810"/>
              <a:gd name="connsiteX2" fmla="*/ 6024384 w 6024384"/>
              <a:gd name="connsiteY2" fmla="*/ 6857810 h 6857810"/>
              <a:gd name="connsiteX3" fmla="*/ 583404 w 6024384"/>
              <a:gd name="connsiteY3" fmla="*/ 6847589 h 6857810"/>
              <a:gd name="connsiteX4" fmla="*/ 3682 w 6024384"/>
              <a:gd name="connsiteY4" fmla="*/ 6267867 h 6857810"/>
              <a:gd name="connsiteX5" fmla="*/ 0 w 6024384"/>
              <a:gd name="connsiteY5" fmla="*/ 0 h 6857810"/>
              <a:gd name="connsiteX0" fmla="*/ 0 w 6024384"/>
              <a:gd name="connsiteY0" fmla="*/ 5684 h 6863494"/>
              <a:gd name="connsiteX1" fmla="*/ 6002349 w 6024384"/>
              <a:gd name="connsiteY1" fmla="*/ 0 h 6863494"/>
              <a:gd name="connsiteX2" fmla="*/ 6024384 w 6024384"/>
              <a:gd name="connsiteY2" fmla="*/ 6863494 h 6863494"/>
              <a:gd name="connsiteX3" fmla="*/ 583404 w 6024384"/>
              <a:gd name="connsiteY3" fmla="*/ 6853273 h 6863494"/>
              <a:gd name="connsiteX4" fmla="*/ 3682 w 6024384"/>
              <a:gd name="connsiteY4" fmla="*/ 6273551 h 6863494"/>
              <a:gd name="connsiteX5" fmla="*/ 0 w 6024384"/>
              <a:gd name="connsiteY5" fmla="*/ 5684 h 68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4384" h="6863494">
                <a:moveTo>
                  <a:pt x="0" y="5684"/>
                </a:moveTo>
                <a:lnTo>
                  <a:pt x="6002349" y="0"/>
                </a:lnTo>
                <a:cubicBezTo>
                  <a:pt x="6003254" y="2146807"/>
                  <a:pt x="6023479" y="4716687"/>
                  <a:pt x="6024384" y="6863494"/>
                </a:cubicBezTo>
                <a:lnTo>
                  <a:pt x="583404" y="6853273"/>
                </a:lnTo>
                <a:cubicBezTo>
                  <a:pt x="263232" y="6853273"/>
                  <a:pt x="3682" y="6593723"/>
                  <a:pt x="3682" y="6273551"/>
                </a:cubicBezTo>
                <a:cubicBezTo>
                  <a:pt x="-1963" y="4751114"/>
                  <a:pt x="5645" y="1528121"/>
                  <a:pt x="0" y="5684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86D6FEA8-06E4-474A-8491-CD1DDAE7D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5413722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BCF76-3461-2245-8BB1-FA50AE27F6CA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681950029"/>
      </p:ext>
    </p:extLst>
  </p:cSld>
  <p:clrMapOvr>
    <a:masterClrMapping/>
  </p:clrMapOvr>
  <p:transition spd="slow">
    <p:push dir="u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36961" y="1093767"/>
            <a:ext cx="4069500" cy="5331536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9500" h="5131753">
                <a:moveTo>
                  <a:pt x="0" y="6946"/>
                </a:moveTo>
                <a:lnTo>
                  <a:pt x="4069425" y="0"/>
                </a:lnTo>
                <a:cubicBezTo>
                  <a:pt x="4070330" y="2146807"/>
                  <a:pt x="4062788" y="2966138"/>
                  <a:pt x="4063693" y="5112945"/>
                </a:cubicBezTo>
                <a:lnTo>
                  <a:pt x="596656" y="5131753"/>
                </a:lnTo>
                <a:cubicBezTo>
                  <a:pt x="276484" y="5131753"/>
                  <a:pt x="16934" y="4872203"/>
                  <a:pt x="16934" y="4552031"/>
                </a:cubicBezTo>
                <a:cubicBezTo>
                  <a:pt x="11289" y="3029594"/>
                  <a:pt x="5645" y="1529383"/>
                  <a:pt x="0" y="6946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334C6D4B-D00D-0346-BC97-8DCE371C28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CCEDFD04-9A53-9241-851E-1D01DC555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B3EBD-E4F5-8E40-B07A-C04F3B1E7F2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540042666"/>
      </p:ext>
    </p:extLst>
  </p:cSld>
  <p:clrMapOvr>
    <a:masterClrMapping/>
  </p:clrMapOvr>
  <p:transition spd="slow">
    <p:push dir="u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  <a:gd name="connsiteX0" fmla="*/ 0 w 4082753"/>
              <a:gd name="connsiteY0" fmla="*/ 2 h 6874096"/>
              <a:gd name="connsiteX1" fmla="*/ 4082678 w 4082753"/>
              <a:gd name="connsiteY1" fmla="*/ 1742343 h 6874096"/>
              <a:gd name="connsiteX2" fmla="*/ 4076946 w 4082753"/>
              <a:gd name="connsiteY2" fmla="*/ 6855288 h 6874096"/>
              <a:gd name="connsiteX3" fmla="*/ 609909 w 4082753"/>
              <a:gd name="connsiteY3" fmla="*/ 6874096 h 6874096"/>
              <a:gd name="connsiteX4" fmla="*/ 30187 w 4082753"/>
              <a:gd name="connsiteY4" fmla="*/ 6294374 h 6874096"/>
              <a:gd name="connsiteX5" fmla="*/ 0 w 4082753"/>
              <a:gd name="connsiteY5" fmla="*/ 2 h 6874096"/>
              <a:gd name="connsiteX0" fmla="*/ 0 w 4095958"/>
              <a:gd name="connsiteY0" fmla="*/ 6946 h 6881040"/>
              <a:gd name="connsiteX1" fmla="*/ 4095930 w 4095958"/>
              <a:gd name="connsiteY1" fmla="*/ 0 h 6881040"/>
              <a:gd name="connsiteX2" fmla="*/ 4076946 w 4095958"/>
              <a:gd name="connsiteY2" fmla="*/ 6862232 h 6881040"/>
              <a:gd name="connsiteX3" fmla="*/ 609909 w 4095958"/>
              <a:gd name="connsiteY3" fmla="*/ 6881040 h 6881040"/>
              <a:gd name="connsiteX4" fmla="*/ 30187 w 4095958"/>
              <a:gd name="connsiteY4" fmla="*/ 6301318 h 6881040"/>
              <a:gd name="connsiteX5" fmla="*/ 0 w 4095958"/>
              <a:gd name="connsiteY5" fmla="*/ 6946 h 6881040"/>
              <a:gd name="connsiteX0" fmla="*/ 0 w 4076946"/>
              <a:gd name="connsiteY0" fmla="*/ 0 h 6874094"/>
              <a:gd name="connsiteX1" fmla="*/ 3870643 w 4076946"/>
              <a:gd name="connsiteY1" fmla="*/ 191837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0 h 6874094"/>
              <a:gd name="connsiteX1" fmla="*/ 4069426 w 4076946"/>
              <a:gd name="connsiteY1" fmla="*/ 19559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99710 h 6854535"/>
              <a:gd name="connsiteX1" fmla="*/ 4069426 w 4076946"/>
              <a:gd name="connsiteY1" fmla="*/ 0 h 6854535"/>
              <a:gd name="connsiteX2" fmla="*/ 4076946 w 4076946"/>
              <a:gd name="connsiteY2" fmla="*/ 6835727 h 6854535"/>
              <a:gd name="connsiteX3" fmla="*/ 609909 w 4076946"/>
              <a:gd name="connsiteY3" fmla="*/ 6854535 h 6854535"/>
              <a:gd name="connsiteX4" fmla="*/ 30187 w 4076946"/>
              <a:gd name="connsiteY4" fmla="*/ 6274813 h 6854535"/>
              <a:gd name="connsiteX5" fmla="*/ 0 w 4076946"/>
              <a:gd name="connsiteY5" fmla="*/ 99710 h 6854535"/>
              <a:gd name="connsiteX0" fmla="*/ 0 w 4076946"/>
              <a:gd name="connsiteY0" fmla="*/ 0 h 6860842"/>
              <a:gd name="connsiteX1" fmla="*/ 4069426 w 4076946"/>
              <a:gd name="connsiteY1" fmla="*/ 6307 h 6860842"/>
              <a:gd name="connsiteX2" fmla="*/ 4076946 w 4076946"/>
              <a:gd name="connsiteY2" fmla="*/ 6842034 h 6860842"/>
              <a:gd name="connsiteX3" fmla="*/ 609909 w 4076946"/>
              <a:gd name="connsiteY3" fmla="*/ 6860842 h 6860842"/>
              <a:gd name="connsiteX4" fmla="*/ 30187 w 4076946"/>
              <a:gd name="connsiteY4" fmla="*/ 6281120 h 6860842"/>
              <a:gd name="connsiteX5" fmla="*/ 0 w 4076946"/>
              <a:gd name="connsiteY5" fmla="*/ 0 h 686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946" h="6860842">
                <a:moveTo>
                  <a:pt x="0" y="0"/>
                </a:moveTo>
                <a:lnTo>
                  <a:pt x="4069426" y="6307"/>
                </a:lnTo>
                <a:cubicBezTo>
                  <a:pt x="4070331" y="2153114"/>
                  <a:pt x="4076041" y="4695227"/>
                  <a:pt x="4076946" y="6842034"/>
                </a:cubicBezTo>
                <a:lnTo>
                  <a:pt x="609909" y="6860842"/>
                </a:lnTo>
                <a:cubicBezTo>
                  <a:pt x="289737" y="6860842"/>
                  <a:pt x="30187" y="6601292"/>
                  <a:pt x="30187" y="6281120"/>
                </a:cubicBezTo>
                <a:cubicBezTo>
                  <a:pt x="24542" y="4758683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6FB24DD6-99CB-CE43-A787-C9F60DC95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7368878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30E5B-E573-584B-8C83-F8409492B14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001331461"/>
      </p:ext>
    </p:extLst>
  </p:cSld>
  <p:clrMapOvr>
    <a:masterClrMapping/>
  </p:clrMapOvr>
  <p:transition spd="slow">
    <p:push dir="u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21DF8897-54F9-C24F-8261-0C5418827A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0737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JP"/>
              <a:t>Insert Picture/Text Block</a:t>
            </a:r>
          </a:p>
          <a:p>
            <a:endParaRPr lang="en-JP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AA8F528A-C9DE-0B46-881A-43E0F9B6F67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44494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01CF285-75D7-154A-ACF2-9393FB0B38D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77615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Picture/Text Block</a:t>
            </a:r>
          </a:p>
          <a:p>
            <a:endParaRPr lang="en-US"/>
          </a:p>
          <a:p>
            <a:endParaRPr lang="en-JP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47FD433F-488A-9D46-BDF0-87D0F082AE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8" name="タイトル プレースホルダ 1">
            <a:extLst>
              <a:ext uri="{FF2B5EF4-FFF2-40B4-BE49-F238E27FC236}">
                <a16:creationId xmlns:a16="http://schemas.microsoft.com/office/drawing/2014/main" id="{4FBB8310-69E6-7C4E-A4B1-C022B6FEE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EF9AE6-D84E-9F43-9506-6676EC51B210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387804677"/>
      </p:ext>
    </p:extLst>
  </p:cSld>
  <p:clrMapOvr>
    <a:masterClrMapping/>
  </p:clrMapOvr>
  <p:transition spd="slow">
    <p:push dir="u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1" name="Picture 10" descr="Takeda">
            <a:extLst>
              <a:ext uri="{FF2B5EF4-FFF2-40B4-BE49-F238E27FC236}">
                <a16:creationId xmlns:a16="http://schemas.microsoft.com/office/drawing/2014/main" id="{7EBA21A8-EE4B-6E4B-A794-3FEA5B159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75E45CD2-2EBD-AE47-837E-9F752C565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6966D-3DF0-4D41-9D26-4860D147F80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707874301"/>
      </p:ext>
    </p:extLst>
  </p:cSld>
  <p:clrMapOvr>
    <a:masterClrMapping/>
  </p:clrMapOvr>
  <p:transition spd="slow">
    <p:push dir="u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pic>
        <p:nvPicPr>
          <p:cNvPr id="12" name="Picture 11" descr="Takeda">
            <a:extLst>
              <a:ext uri="{FF2B5EF4-FFF2-40B4-BE49-F238E27FC236}">
                <a16:creationId xmlns:a16="http://schemas.microsoft.com/office/drawing/2014/main" id="{5D7AA9CA-E651-9E48-B0F3-BDDA45B35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3" name="タイトル プレースホルダ 1">
            <a:extLst>
              <a:ext uri="{FF2B5EF4-FFF2-40B4-BE49-F238E27FC236}">
                <a16:creationId xmlns:a16="http://schemas.microsoft.com/office/drawing/2014/main" id="{2256F400-EDA8-7F44-BF13-278518497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2B0AC-7801-6C42-BA03-0669DC118159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293565754"/>
      </p:ext>
    </p:extLst>
  </p:cSld>
  <p:clrMapOvr>
    <a:masterClrMapping/>
  </p:clrMapOvr>
  <p:transition spd="slow">
    <p:push dir="u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0" name="Picture 9" descr="Takeda">
            <a:extLst>
              <a:ext uri="{FF2B5EF4-FFF2-40B4-BE49-F238E27FC236}">
                <a16:creationId xmlns:a16="http://schemas.microsoft.com/office/drawing/2014/main" id="{F183604A-2112-D443-8B35-2DFEE7121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906CE02B-33D8-B048-A73D-781A3402C2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9FB0B-7616-F04F-9B4C-586869A82E9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709986239"/>
      </p:ext>
    </p:extLst>
  </p:cSld>
  <p:clrMapOvr>
    <a:masterClrMapping/>
  </p:clrMapOvr>
  <p:transition spd="slow">
    <p:push dir="u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4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8D9BD23C-1777-C442-B4B0-BADF450483EA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4217095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id="{2D7D413C-2FF1-204A-83C6-B7426603B7C2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8123041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3" name="Picture 12" descr="Takeda">
            <a:extLst>
              <a:ext uri="{FF2B5EF4-FFF2-40B4-BE49-F238E27FC236}">
                <a16:creationId xmlns:a16="http://schemas.microsoft.com/office/drawing/2014/main" id="{0C4979BF-EBB2-214C-8087-7AC4B2163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2FFB1535-D35E-D242-B225-DDF1C53BB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47DB5E3C-7053-3645-A234-760F5ED1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C8CB7-67E9-8A46-B53F-F34ACE18BE8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5EB1023E-4E73-AD49-83B0-D7B45825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4942DB0C-137A-4E4C-B926-77CEECC512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D1171B1-AEC6-164D-8FE0-E0B9353A55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6C4AA1F-8B09-5544-9C70-388A6E2940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469492261"/>
      </p:ext>
    </p:extLst>
  </p:cSld>
  <p:clrMapOvr>
    <a:masterClrMapping/>
  </p:clrMapOvr>
  <p:transition spd="slow">
    <p:push dir="u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&amp;T 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3956816"/>
            <a:ext cx="7699670" cy="1015681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3B8E-5554-A04E-B4C5-97ECEE58B6CC}"/>
              </a:ext>
            </a:extLst>
          </p:cNvPr>
          <p:cNvSpPr/>
          <p:nvPr userDrawn="1"/>
        </p:nvSpPr>
        <p:spPr>
          <a:xfrm>
            <a:off x="749005" y="3764031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37423-F180-3943-B758-C8CCFA816E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4728" y="5256031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4728" y="5515045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4728" y="5769532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728" y="4997510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8" y="6027352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97333C-F4C2-90F7-BE72-0C6BADEE9F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0" y="3723141"/>
            <a:ext cx="1503680" cy="5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30364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09285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7286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520DC316-1EB8-4007-8275-38591C87C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975461-CFCC-4B5A-92B2-274DFB1AF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4" name="Picture 3" descr="A red and white sign&#10;&#10;Description automatically generated">
            <a:extLst>
              <a:ext uri="{FF2B5EF4-FFF2-40B4-BE49-F238E27FC236}">
                <a16:creationId xmlns:a16="http://schemas.microsoft.com/office/drawing/2014/main" id="{B58D3B03-464E-61F0-C30B-228C609AC5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824" y="727723"/>
            <a:ext cx="2297075" cy="83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8518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0177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520DC316-1EB8-4007-8275-38591C87C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975461-CFCC-4B5A-92B2-274DFB1AF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74998782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08211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754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52538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07496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7318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430268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4430268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11896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8311896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4693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438144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3438144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327648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6327648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217152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9217152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4790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59786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2859786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70932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5170932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82078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7482078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4AC7757-EC14-40BD-B915-E1A7EFBB0F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793224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F9ADBB4-EAD8-46E3-9FD8-DB157F901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auto">
          <a:xfrm>
            <a:off x="9793224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3643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Tx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739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30" y="6544205"/>
            <a:ext cx="125675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 | Confidential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801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30" y="6544205"/>
            <a:ext cx="125675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 |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99455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870901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4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2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292633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60147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92401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8682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2252-36CC-4B94-BBA7-4A86D38D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FB3628-AF32-41A2-AB06-20C57FAC13B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1069848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FF7695-068E-48BB-9A42-E24791ACFA7D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4951476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CE4EDDA-44C1-4826-AD56-05D157F452B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8833104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3936E4-A8D5-43DA-AACE-A3AD8A7AA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48640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6D5E2E-9DEF-4E60-B35C-7434225A9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30268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9E00FB-61C0-4238-A142-D59E9631E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311896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54358-DADD-4143-A8AD-1BDB2186DC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48640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7278B55-C25A-48CC-8053-84DF48DB77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30268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A170C61-5603-4A4B-8297-EB07B549D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311896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56790608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74BD3F-5D46-4450-9A9D-DA1D80947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378377"/>
            <a:ext cx="5669280" cy="228600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9" name="Picture 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B411F96A-8773-4B9A-BC12-2418A083F8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7362F-0DF5-4725-A857-047A39E3D4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A59B0-38FF-4BED-9055-E978E9123B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6" name="endmaster_draft" hidden="1">
            <a:extLst>
              <a:ext uri="{FF2B5EF4-FFF2-40B4-BE49-F238E27FC236}">
                <a16:creationId xmlns:a16="http://schemas.microsoft.com/office/drawing/2014/main" id="{81326F59-A1E6-4CE8-ABFE-7B5DCB4EA9A4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70638718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490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C447EE2-E03B-40C2-B93A-B502A30C03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3563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9" imgH="396" progId="TCLayout.ActiveDocument.1">
                  <p:embed/>
                </p:oleObj>
              </mc:Choice>
              <mc:Fallback>
                <p:oleObj name="think-cell Slide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447EE2-E03B-40C2-B93A-B502A30C0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85000"/>
              </a:lnSpc>
              <a:defRPr sz="2200"/>
            </a:lvl1pPr>
          </a:lstStyle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045333377"/>
      </p:ext>
    </p:extLst>
  </p:cSld>
  <p:clrMapOvr>
    <a:masterClrMapping/>
  </p:clrMapOvr>
  <p:transition spd="slow">
    <p:push dir="u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Tx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4" name="slidemaster_copyright">
            <a:extLst>
              <a:ext uri="{FF2B5EF4-FFF2-40B4-BE49-F238E27FC236}">
                <a16:creationId xmlns:a16="http://schemas.microsoft.com/office/drawing/2014/main" id="{0CEFB8D8-4926-3267-F328-C54684A5C92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917130" y="6544205"/>
            <a:ext cx="125675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 | Confidential</a:t>
            </a:r>
          </a:p>
        </p:txBody>
      </p:sp>
      <p:sp>
        <p:nvSpPr>
          <p:cNvPr id="6" name="slidemaster_pagenumber">
            <a:extLst>
              <a:ext uri="{FF2B5EF4-FFF2-40B4-BE49-F238E27FC236}">
                <a16:creationId xmlns:a16="http://schemas.microsoft.com/office/drawing/2014/main" id="{74E55396-10B8-011D-3FA6-4665C0F01A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704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975461-CFCC-4B5A-92B2-274DFB1AF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4" name="Picture 3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B013F0E0-0475-AF45-404A-9197207ECE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1" y="553605"/>
            <a:ext cx="1076960" cy="8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6368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1DF1F7-03C2-25AC-2B3D-516E055B8A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905009" y="0"/>
            <a:ext cx="1028699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29E7F1-3320-33FE-1224-A487F38DEB3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216650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rgbClr val="FAFAF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6" name="Picture 5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A30EFA26-B6FE-C452-FA3B-E1F13AFA90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1" y="553605"/>
            <a:ext cx="1076960" cy="8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993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BDB159-0C86-8570-B850-9E639C0E6C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391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8F5A99-0777-DB90-DAFF-D1EBF356581D}"/>
              </a:ext>
            </a:extLst>
          </p:cNvPr>
          <p:cNvSpPr>
            <a:spLocks/>
          </p:cNvSpPr>
          <p:nvPr userDrawn="1"/>
        </p:nvSpPr>
        <p:spPr>
          <a:xfrm>
            <a:off x="-1" y="3728039"/>
            <a:ext cx="12191999" cy="159173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D279D9-D731-22F8-2A03-4FC8D4AB32B7}"/>
              </a:ext>
            </a:extLst>
          </p:cNvPr>
          <p:cNvSpPr>
            <a:spLocks/>
          </p:cNvSpPr>
          <p:nvPr userDrawn="1"/>
        </p:nvSpPr>
        <p:spPr>
          <a:xfrm>
            <a:off x="-1" y="5266266"/>
            <a:ext cx="12191999" cy="159173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881370" y="2134362"/>
            <a:ext cx="5760720" cy="1661993"/>
          </a:xfrm>
        </p:spPr>
        <p:txBody>
          <a:bodyPr anchor="b"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881370" y="4182618"/>
            <a:ext cx="5760720" cy="276999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pt)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882005" y="4567575"/>
            <a:ext cx="5760720" cy="215444"/>
          </a:xfrm>
        </p:spPr>
        <p:txBody>
          <a:bodyPr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881370" y="5754065"/>
            <a:ext cx="5760720" cy="307777"/>
          </a:xfrm>
        </p:spPr>
        <p:txBody>
          <a:bodyPr wrap="square" anchor="b" anchorCtr="0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881370" y="6138113"/>
            <a:ext cx="5760720" cy="153888"/>
          </a:xfrm>
        </p:spPr>
        <p:txBody>
          <a:bodyPr wrap="square" anchor="t">
            <a:sp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C1619-4B10-1E59-54A1-67E894B8C14E}"/>
              </a:ext>
            </a:extLst>
          </p:cNvPr>
          <p:cNvSpPr/>
          <p:nvPr userDrawn="1"/>
        </p:nvSpPr>
        <p:spPr>
          <a:xfrm>
            <a:off x="1" y="0"/>
            <a:ext cx="2108200" cy="1964267"/>
          </a:xfrm>
          <a:prstGeom prst="rect">
            <a:avLst/>
          </a:prstGeom>
          <a:solidFill>
            <a:srgbClr val="1815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4645EA-80B0-2EE7-7341-B790C8AD7C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pic>
        <p:nvPicPr>
          <p:cNvPr id="4" name="Picture 3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89A75D9D-9425-A90F-3E0D-BB79436A5A7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1" y="553605"/>
            <a:ext cx="1076960" cy="8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1812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D8A370-3413-915F-36C8-39BD753A6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4312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F7A964-D3A2-80BE-8F55-8240620F9145}"/>
              </a:ext>
            </a:extLst>
          </p:cNvPr>
          <p:cNvSpPr>
            <a:spLocks/>
          </p:cNvSpPr>
          <p:nvPr userDrawn="1"/>
        </p:nvSpPr>
        <p:spPr>
          <a:xfrm>
            <a:off x="-1" y="4572002"/>
            <a:ext cx="12191999" cy="228599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46707D-FD1C-6778-2784-F87EA7ED66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pic>
        <p:nvPicPr>
          <p:cNvPr id="21" name="Picture 20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762D1E15-8AE4-28E4-30ED-7B32A12766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1" y="5009799"/>
            <a:ext cx="1076960" cy="85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881370" y="4764505"/>
            <a:ext cx="5760720" cy="777901"/>
          </a:xfrm>
        </p:spPr>
        <p:txBody>
          <a:bodyPr anchor="b"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881370" y="5700069"/>
            <a:ext cx="5760720" cy="276999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pt)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882005" y="6085026"/>
            <a:ext cx="5760720" cy="215444"/>
          </a:xfrm>
        </p:spPr>
        <p:txBody>
          <a:bodyPr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4645EA-80B0-2EE7-7341-B790C8AD7C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4152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E349CC-ECB5-1F58-8205-76EA2C73C0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33" r="14733"/>
          <a:stretch/>
        </p:blipFill>
        <p:spPr>
          <a:xfrm>
            <a:off x="1981580" y="0"/>
            <a:ext cx="1021042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F7A964-D3A2-80BE-8F55-8240620F914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5799668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46707D-FD1C-6778-2784-F87EA7ED66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pic>
        <p:nvPicPr>
          <p:cNvPr id="21" name="Picture 20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762D1E15-8AE4-28E4-30ED-7B32A12766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1" y="553605"/>
            <a:ext cx="1076960" cy="85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005" y="1957672"/>
            <a:ext cx="4642062" cy="1290267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005" y="4367812"/>
            <a:ext cx="4642062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pt)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4752769"/>
            <a:ext cx="4642062" cy="21544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effectLst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4645EA-80B0-2EE7-7341-B790C8AD7C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8411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0147BCC-9EF8-4434-8753-15CB1C21CF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731"/>
          <a:stretch>
            <a:fillRect/>
          </a:stretch>
        </p:blipFill>
        <p:spPr>
          <a:xfrm flipH="1">
            <a:off x="2689336" y="0"/>
            <a:ext cx="9499616" cy="6858000"/>
          </a:xfrm>
          <a:custGeom>
            <a:avLst/>
            <a:gdLst>
              <a:gd name="connsiteX0" fmla="*/ 9499616 w 9499616"/>
              <a:gd name="connsiteY0" fmla="*/ 0 h 6858000"/>
              <a:gd name="connsiteX1" fmla="*/ 0 w 9499616"/>
              <a:gd name="connsiteY1" fmla="*/ 0 h 6858000"/>
              <a:gd name="connsiteX2" fmla="*/ 0 w 9499616"/>
              <a:gd name="connsiteY2" fmla="*/ 6858000 h 6858000"/>
              <a:gd name="connsiteX3" fmla="*/ 9499616 w 94996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99616" h="6858000">
                <a:moveTo>
                  <a:pt x="9499616" y="0"/>
                </a:moveTo>
                <a:lnTo>
                  <a:pt x="0" y="0"/>
                </a:lnTo>
                <a:lnTo>
                  <a:pt x="0" y="6858000"/>
                </a:lnTo>
                <a:lnTo>
                  <a:pt x="9499616" y="6858000"/>
                </a:lnTo>
                <a:close/>
              </a:path>
            </a:pathLst>
          </a:cu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CE609E0-96FA-4659-85AE-0D52DFB72BF2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37000">
                <a:schemeClr val="bg1"/>
              </a:gs>
              <a:gs pos="7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IN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4" name="Picture 3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F013DFB2-C91F-2C27-0EA3-EDA80EC2AC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1" y="553605"/>
            <a:ext cx="1076960" cy="8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8981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224E59-0CC2-41EB-B45B-AB60DC8E2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16" r="-12316" b="17606"/>
          <a:stretch/>
        </p:blipFill>
        <p:spPr>
          <a:xfrm flipH="1">
            <a:off x="1" y="1591733"/>
            <a:ext cx="12191999" cy="5266267"/>
          </a:xfrm>
          <a:custGeom>
            <a:avLst/>
            <a:gdLst>
              <a:gd name="connsiteX0" fmla="*/ 0 w 12191999"/>
              <a:gd name="connsiteY0" fmla="*/ 0 h 5266267"/>
              <a:gd name="connsiteX1" fmla="*/ 12191999 w 12191999"/>
              <a:gd name="connsiteY1" fmla="*/ 0 h 5266267"/>
              <a:gd name="connsiteX2" fmla="*/ 12191999 w 12191999"/>
              <a:gd name="connsiteY2" fmla="*/ 5266267 h 5266267"/>
              <a:gd name="connsiteX3" fmla="*/ 0 w 12191999"/>
              <a:gd name="connsiteY3" fmla="*/ 5266267 h 526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66267">
                <a:moveTo>
                  <a:pt x="0" y="0"/>
                </a:moveTo>
                <a:lnTo>
                  <a:pt x="12191999" y="0"/>
                </a:lnTo>
                <a:lnTo>
                  <a:pt x="12191999" y="5266267"/>
                </a:lnTo>
                <a:lnTo>
                  <a:pt x="0" y="5266267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F8284E-DD1C-47CF-9EF2-D1DA5D94D51C}"/>
              </a:ext>
            </a:extLst>
          </p:cNvPr>
          <p:cNvSpPr>
            <a:spLocks/>
          </p:cNvSpPr>
          <p:nvPr userDrawn="1"/>
        </p:nvSpPr>
        <p:spPr>
          <a:xfrm>
            <a:off x="1" y="1591733"/>
            <a:ext cx="8856131" cy="526626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EAEEC-741A-41A6-84BA-8A83760895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C2A613-3482-494F-91A7-3C4A05ED416D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12191999" cy="159173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/>
          </a:p>
        </p:txBody>
      </p:sp>
      <p:pic>
        <p:nvPicPr>
          <p:cNvPr id="6" name="Picture 5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D70CC23E-5C3C-471B-A5A1-EB2E2E8FDF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552299"/>
            <a:ext cx="872750" cy="68919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32D5256-E704-4F64-8BAE-0A6496AA88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84744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pt)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FC650DD-D3DB-4E8A-9E67-C3501D43D6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89569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3B1A321-EA6D-440D-9F73-084AF33DC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521292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68D690E2-4C23-4A6B-AFFF-E740CE46B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881370" y="552299"/>
            <a:ext cx="5760720" cy="307777"/>
          </a:xfrm>
        </p:spPr>
        <p:txBody>
          <a:bodyPr wrap="square" anchor="b" anchorCtr="0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0BD7583-1B8A-4E66-A6FA-20204752A0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881370" y="936346"/>
            <a:ext cx="5760720" cy="153888"/>
          </a:xfrm>
        </p:spPr>
        <p:txBody>
          <a:bodyPr wrap="square" anchor="t">
            <a:sp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</p:spTree>
    <p:extLst>
      <p:ext uri="{BB962C8B-B14F-4D97-AF65-F5344CB8AC3E}">
        <p14:creationId xmlns:p14="http://schemas.microsoft.com/office/powerpoint/2010/main" val="109577221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431673-4478-F687-D612-A1C8C2049E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8557" y="1591733"/>
            <a:ext cx="9983443" cy="52662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F8284E-DD1C-47CF-9EF2-D1DA5D94D51C}"/>
              </a:ext>
            </a:extLst>
          </p:cNvPr>
          <p:cNvSpPr>
            <a:spLocks/>
          </p:cNvSpPr>
          <p:nvPr userDrawn="1"/>
        </p:nvSpPr>
        <p:spPr>
          <a:xfrm>
            <a:off x="1" y="1591733"/>
            <a:ext cx="8856131" cy="5266267"/>
          </a:xfrm>
          <a:prstGeom prst="rect">
            <a:avLst/>
          </a:prstGeom>
          <a:gradFill flip="none" rotWithShape="1">
            <a:gsLst>
              <a:gs pos="26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EAEEC-741A-41A6-84BA-8A83760895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C2A613-3482-494F-91A7-3C4A05ED416D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12191999" cy="159173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/>
          </a:p>
        </p:txBody>
      </p:sp>
      <p:pic>
        <p:nvPicPr>
          <p:cNvPr id="6" name="Picture 5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D70CC23E-5C3C-471B-A5A1-EB2E2E8FDF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552299"/>
            <a:ext cx="872750" cy="68919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32D5256-E704-4F64-8BAE-0A6496AA88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86845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pt)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FC650DD-D3DB-4E8A-9E67-C3501D43D6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235101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3B1A321-EA6D-440D-9F73-084AF33DC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552325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68D690E2-4C23-4A6B-AFFF-E740CE46B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881370" y="552299"/>
            <a:ext cx="5760720" cy="307777"/>
          </a:xfrm>
        </p:spPr>
        <p:txBody>
          <a:bodyPr wrap="square" anchor="b" anchorCtr="0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0BD7583-1B8A-4E66-A6FA-20204752A0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881370" y="936346"/>
            <a:ext cx="5760720" cy="153888"/>
          </a:xfrm>
        </p:spPr>
        <p:txBody>
          <a:bodyPr wrap="square" anchor="t">
            <a:spAutoFit/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</p:spTree>
    <p:extLst>
      <p:ext uri="{BB962C8B-B14F-4D97-AF65-F5344CB8AC3E}">
        <p14:creationId xmlns:p14="http://schemas.microsoft.com/office/powerpoint/2010/main" val="282846600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32399"/>
          </a:xfrm>
        </p:spPr>
        <p:txBody>
          <a:bodyPr vert="horz" lIns="0" tIns="0" rIns="0" bIns="0" rtlCol="0" anchor="t">
            <a:spAutoFit/>
          </a:bodyPr>
          <a:lstStyle>
            <a:lvl1pPr>
              <a:defRPr lang="en-US" sz="2400"/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add title (Times New Roman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2341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32399"/>
          </a:xfr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</p:spTree>
    <p:extLst>
      <p:ext uri="{BB962C8B-B14F-4D97-AF65-F5344CB8AC3E}">
        <p14:creationId xmlns:p14="http://schemas.microsoft.com/office/powerpoint/2010/main" val="124721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32399"/>
          </a:xfr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</p:spTree>
    <p:extLst>
      <p:ext uri="{BB962C8B-B14F-4D97-AF65-F5344CB8AC3E}">
        <p14:creationId xmlns:p14="http://schemas.microsoft.com/office/powerpoint/2010/main" val="2999611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23679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Divi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A87C23-6895-461B-A0B4-0950EF3F455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604"/>
          <a:stretch>
            <a:fillRect/>
          </a:stretch>
        </p:blipFill>
        <p:spPr>
          <a:xfrm flipH="1">
            <a:off x="0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8DDB37-1FC3-4D15-85DC-740470ADE191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600"/>
              </a:spcBef>
              <a:spcAft>
                <a:spcPts val="0"/>
              </a:spcAft>
            </a:pPr>
            <a:endParaRPr lang="en-IN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auto">
          <a:xfrm>
            <a:off x="548640" y="30662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 bwMode="auto">
          <a:xfrm>
            <a:off x="548640" y="25578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28994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master_copyright">
            <a:extLst>
              <a:ext uri="{FF2B5EF4-FFF2-40B4-BE49-F238E27FC236}">
                <a16:creationId xmlns:a16="http://schemas.microsoft.com/office/drawing/2014/main" id="{4066A53E-11E4-46DB-99B3-6DA2422114A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</a:t>
            </a:r>
          </a:p>
        </p:txBody>
      </p:sp>
      <p:sp>
        <p:nvSpPr>
          <p:cNvPr id="10" name="slidemaster_pagenumber">
            <a:extLst>
              <a:ext uri="{FF2B5EF4-FFF2-40B4-BE49-F238E27FC236}">
                <a16:creationId xmlns:a16="http://schemas.microsoft.com/office/drawing/2014/main" id="{5395388A-0C1C-4190-A25B-B1F0B1A4858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091494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7D30A9-FBD2-483B-A3AE-956A70A0BBFF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IN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EF5E6-6F65-48E3-9530-E2B2176EE6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241" b="30525"/>
          <a:stretch/>
        </p:blipFill>
        <p:spPr>
          <a:xfrm>
            <a:off x="-1" y="1"/>
            <a:ext cx="12188952" cy="3429000"/>
          </a:xfrm>
          <a:custGeom>
            <a:avLst/>
            <a:gdLst>
              <a:gd name="connsiteX0" fmla="*/ 0 w 12188952"/>
              <a:gd name="connsiteY0" fmla="*/ 0 h 3429000"/>
              <a:gd name="connsiteX1" fmla="*/ 12188952 w 12188952"/>
              <a:gd name="connsiteY1" fmla="*/ 0 h 3429000"/>
              <a:gd name="connsiteX2" fmla="*/ 12188952 w 12188952"/>
              <a:gd name="connsiteY2" fmla="*/ 3429000 h 3429000"/>
              <a:gd name="connsiteX3" fmla="*/ 0 w 12188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3429000">
                <a:moveTo>
                  <a:pt x="0" y="0"/>
                </a:moveTo>
                <a:lnTo>
                  <a:pt x="12188952" y="0"/>
                </a:lnTo>
                <a:lnTo>
                  <a:pt x="12188952" y="3429000"/>
                </a:lnTo>
                <a:lnTo>
                  <a:pt x="0" y="3429000"/>
                </a:lnTo>
                <a:close/>
              </a:path>
            </a:pathLst>
          </a:cu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0F547E-1136-4D97-A962-9882FC3F35C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276" y="4695221"/>
            <a:ext cx="110934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BB43FC1B-82D1-45E8-80FF-003F90645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9275" y="4785840"/>
            <a:ext cx="11093450" cy="852961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719A11-F6B4-4837-96B9-C78A290733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9275" y="4353589"/>
            <a:ext cx="1109345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</p:spTree>
    <p:extLst>
      <p:ext uri="{BB962C8B-B14F-4D97-AF65-F5344CB8AC3E}">
        <p14:creationId xmlns:p14="http://schemas.microsoft.com/office/powerpoint/2010/main" val="166292251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0782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EEA9E6-56D1-483D-879C-089546EE005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972300" y="3075971"/>
            <a:ext cx="467042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F3D9E46-C9C5-4EF6-82C2-5C2E0B14FA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972300" y="3185639"/>
            <a:ext cx="4670425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pt)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620AB89-A2F7-498C-9FBF-EAE8D74096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6972300" y="2734339"/>
            <a:ext cx="4670425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766E1F2-E9DD-2B66-0B32-35284403AA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-1"/>
            <a:ext cx="6489700" cy="5715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785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49184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E03488-164A-4C15-9F90-7080482416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972300" y="3075971"/>
            <a:ext cx="467042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EB641FF-73C7-425D-B347-C8A76B91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31" r="6147"/>
          <a:stretch/>
        </p:blipFill>
        <p:spPr>
          <a:xfrm>
            <a:off x="0" y="788562"/>
            <a:ext cx="6724650" cy="5280876"/>
          </a:xfrm>
          <a:custGeom>
            <a:avLst/>
            <a:gdLst>
              <a:gd name="connsiteX0" fmla="*/ 0 w 6724650"/>
              <a:gd name="connsiteY0" fmla="*/ 0 h 5280876"/>
              <a:gd name="connsiteX1" fmla="*/ 6724650 w 6724650"/>
              <a:gd name="connsiteY1" fmla="*/ 0 h 5280876"/>
              <a:gd name="connsiteX2" fmla="*/ 6724650 w 6724650"/>
              <a:gd name="connsiteY2" fmla="*/ 5280876 h 5280876"/>
              <a:gd name="connsiteX3" fmla="*/ 0 w 6724650"/>
              <a:gd name="connsiteY3" fmla="*/ 5280876 h 528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4650" h="5280876">
                <a:moveTo>
                  <a:pt x="0" y="0"/>
                </a:moveTo>
                <a:lnTo>
                  <a:pt x="6724650" y="0"/>
                </a:lnTo>
                <a:lnTo>
                  <a:pt x="6724650" y="5280876"/>
                </a:lnTo>
                <a:lnTo>
                  <a:pt x="0" y="5280876"/>
                </a:lnTo>
                <a:close/>
              </a:path>
            </a:pathLst>
          </a:cu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90A16AE-1A3E-4F33-913E-814C2D16B6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972300" y="3185638"/>
            <a:ext cx="4670425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FDB79F4-2FD2-465F-8BE7-92EB0366125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6972300" y="2734339"/>
            <a:ext cx="4670425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</p:spTree>
    <p:extLst>
      <p:ext uri="{BB962C8B-B14F-4D97-AF65-F5344CB8AC3E}">
        <p14:creationId xmlns:p14="http://schemas.microsoft.com/office/powerpoint/2010/main" val="157728223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23429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430268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4430268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11896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8311896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5748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438144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3438144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327648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6327648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217152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9217152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4714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59786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2859786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70932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5170932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82078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7482078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4AC7757-EC14-40BD-B915-E1A7EFBB0F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793224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F9ADBB4-EAD8-46E3-9FD8-DB157F901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auto">
          <a:xfrm>
            <a:off x="9793224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30042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Tx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242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53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5507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79593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768350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4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2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99456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4664965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5450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010377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2252-36CC-4B94-BBA7-4A86D38D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FB3628-AF32-41A2-AB06-20C57FAC13B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1069848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FF7695-068E-48BB-9A42-E24791ACFA7D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4951476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CE4EDDA-44C1-4826-AD56-05D157F452B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8833104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3936E4-A8D5-43DA-AACE-A3AD8A7AA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48640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6D5E2E-9DEF-4E60-B35C-7434225A9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30268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9E00FB-61C0-4238-A142-D59E9631E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311896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54358-DADD-4143-A8AD-1BDB2186DC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48640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7278B55-C25A-48CC-8053-84DF48DB77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30268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A170C61-5603-4A4B-8297-EB07B549D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311896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81356205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74BD3F-5D46-4450-9A9D-DA1D80947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378377"/>
            <a:ext cx="5669280" cy="228600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9" name="Picture 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B411F96A-8773-4B9A-BC12-2418A083F8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7362F-0DF5-4725-A857-047A39E3D4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A59B0-38FF-4BED-9055-E978E9123B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6" name="endmaster_draft" hidden="1">
            <a:extLst>
              <a:ext uri="{FF2B5EF4-FFF2-40B4-BE49-F238E27FC236}">
                <a16:creationId xmlns:a16="http://schemas.microsoft.com/office/drawing/2014/main" id="{81326F59-A1E6-4CE8-ABFE-7B5DCB4EA9A4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408895059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7F65-8A9A-4083-8B11-117385C26FBF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48640" y="1524000"/>
            <a:ext cx="11091672" cy="4785360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  <a:latin typeface="+mn-lt"/>
              </a:defRPr>
            </a:lvl2pPr>
            <a:lvl3pPr>
              <a:buClrTx/>
              <a:defRPr>
                <a:solidFill>
                  <a:schemeClr val="accent1"/>
                </a:solidFill>
                <a:latin typeface="+mn-lt"/>
              </a:defRPr>
            </a:lvl3pPr>
          </a:lstStyle>
          <a:p>
            <a:pPr rtl="0"/>
            <a:r>
              <a:rPr lang="en-US" b="0" i="0" u="none" strike="noStrike" kern="1200" baseline="0">
                <a:solidFill>
                  <a:srgbClr val="1A1628"/>
                </a:solidFill>
                <a:latin typeface="Arial" panose="020B0604020202020204" pitchFamily="34" charset="0"/>
              </a:rPr>
              <a:t>Click to add text (Arial 18 </a:t>
            </a:r>
            <a:r>
              <a:rPr lang="en-US" b="0" i="0" u="none" strike="noStrike" kern="1200" baseline="0" err="1">
                <a:solidFill>
                  <a:srgbClr val="1A1628"/>
                </a:solidFill>
                <a:latin typeface="Arial" panose="020B0604020202020204" pitchFamily="34" charset="0"/>
              </a:rPr>
              <a:t>pt</a:t>
            </a:r>
            <a:r>
              <a:rPr lang="en-US" b="0" i="0" u="none" strike="noStrike" kern="1200" baseline="0">
                <a:solidFill>
                  <a:srgbClr val="1A1628"/>
                </a:solidFill>
                <a:latin typeface="Arial" panose="020B0604020202020204" pitchFamily="34" charset="0"/>
              </a:rPr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440672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Graph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67BA-8969-3775-3D75-01AEB3FB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6" cy="1007427"/>
          </a:xfrm>
        </p:spPr>
        <p:txBody>
          <a:bodyPr>
            <a:normAutofit/>
          </a:bodyPr>
          <a:lstStyle>
            <a:lvl1pPr algn="l" defTabSz="6095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baseline="0" noProof="0" dirty="0">
                <a:solidFill>
                  <a:schemeClr val="accent1"/>
                </a:solidFill>
                <a:latin typeface="Calisto MT" panose="02040603050505030304" pitchFamily="18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251313-18FC-2685-4845-F2AE3A542A11}"/>
              </a:ext>
            </a:extLst>
          </p:cNvPr>
          <p:cNvSpPr txBox="1">
            <a:spLocks/>
          </p:cNvSpPr>
          <p:nvPr userDrawn="1"/>
        </p:nvSpPr>
        <p:spPr>
          <a:xfrm>
            <a:off x="11889801" y="6502349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5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C7432E5-F8E0-41AE-9A6B-AD730338B005}" type="slidenum">
              <a:rPr lang="en-US" sz="800" b="0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F826D4E-5748-39BF-A607-535BACD6EE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988" y="1662198"/>
            <a:ext cx="11376025" cy="215444"/>
          </a:xfr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kern="1200" spc="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9896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Client Name (Arial 18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520DC316-1EB8-4007-8275-38591C87C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sp>
        <p:nvSpPr>
          <p:cNvPr id="15" name="titlemaster_clientlogo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975461-CFCC-4B5A-92B2-274DFB1AF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73333438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38405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618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47776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section title </a:t>
            </a:r>
            <a:br>
              <a:rPr lang="en-US"/>
            </a:br>
            <a:r>
              <a:rPr lang="en-US"/>
              <a:t>(Times New Roman 36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87626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39769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430268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4430268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11896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20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8311896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7597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438144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3438144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327648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6327648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217152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9217152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 16 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8438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59786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2859786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70932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5170932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82078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7482078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4AC7757-EC14-40BD-B915-E1A7EFBB0F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793224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(Arial 18 pt)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F9ADBB4-EAD8-46E3-9FD8-DB157F901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auto">
          <a:xfrm>
            <a:off x="9793224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add text (Arial 16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63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Tx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359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19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2023 ZS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6260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</a:t>
            </a:r>
            <a:br>
              <a:rPr lang="en-US"/>
            </a:br>
            <a:r>
              <a:rPr lang="en-US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 (Arial 18 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2023 ZS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add text (Arial 18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215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671460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7" name="slidemaster_filename4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2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23874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9562134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53883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89632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2252-36CC-4B94-BBA7-4A86D38D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pt)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FB3628-AF32-41A2-AB06-20C57FAC13B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1069848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FF7695-068E-48BB-9A42-E24791ACFA7D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4951476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CE4EDDA-44C1-4826-AD56-05D157F452B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8833104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Placeholder for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3936E4-A8D5-43DA-AACE-A3AD8A7AA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48640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6D5E2E-9DEF-4E60-B35C-7434225A9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30268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9E00FB-61C0-4238-A142-D59E9631E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311896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54358-DADD-4143-A8AD-1BDB2186DC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48640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7278B55-C25A-48CC-8053-84DF48DB77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30268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A170C61-5603-4A4B-8297-EB07B549D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311896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br>
              <a:rPr lang="en-US"/>
            </a:br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59087528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74BD3F-5D46-4450-9A9D-DA1D80947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378377"/>
            <a:ext cx="5669280" cy="228600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9" name="Picture 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B411F96A-8773-4B9A-BC12-2418A083F8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7362F-0DF5-4725-A857-047A39E3D4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A59B0-38FF-4BED-9055-E978E9123B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6" name="endmaster_draft" hidden="1">
            <a:extLst>
              <a:ext uri="{FF2B5EF4-FFF2-40B4-BE49-F238E27FC236}">
                <a16:creationId xmlns:a16="http://schemas.microsoft.com/office/drawing/2014/main" id="{81326F59-A1E6-4CE8-ABFE-7B5DCB4EA9A4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0087031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4963" y="447675"/>
            <a:ext cx="3487737" cy="95885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lnSpc>
                <a:spcPts val="4000"/>
              </a:lnSpc>
              <a:defRPr lang="en-US" sz="4400" cap="all" spc="-180" baseline="0" dirty="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F48A75-E299-49BD-9F38-093E07A609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1300" y="317500"/>
            <a:ext cx="7805737" cy="958850"/>
          </a:xfrm>
        </p:spPr>
        <p:txBody>
          <a:bodyPr anchor="ctr"/>
          <a:lstStyle>
            <a:lvl1pPr>
              <a:lnSpc>
                <a:spcPct val="110000"/>
              </a:lnSpc>
              <a:defRPr sz="2000" b="1" baseline="0">
                <a:latin typeface="Arial Black" panose="020B0A040201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62247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 (Times New Roman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7F65-8A9A-4083-8B11-117385C26FBF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48640" y="1856232"/>
            <a:ext cx="11091672" cy="4453128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  <a:latin typeface="+mn-lt"/>
              </a:defRPr>
            </a:lvl2pPr>
            <a:lvl3pPr>
              <a:buClrTx/>
              <a:defRPr>
                <a:solidFill>
                  <a:schemeClr val="accent1"/>
                </a:solidFill>
                <a:latin typeface="+mn-lt"/>
              </a:defRPr>
            </a:lvl3pPr>
          </a:lstStyle>
          <a:p>
            <a:pPr rtl="0"/>
            <a:r>
              <a:rPr lang="en-US" b="0" i="0" u="none" strike="noStrike" kern="1200" baseline="0">
                <a:solidFill>
                  <a:srgbClr val="1A1628"/>
                </a:solidFill>
                <a:latin typeface="Arial" panose="020B0604020202020204" pitchFamily="34" charset="0"/>
              </a:rPr>
              <a:t>Click to add text (Arial 18 </a:t>
            </a:r>
            <a:r>
              <a:rPr lang="en-US" b="0" i="0" u="none" strike="noStrike" kern="1200" baseline="0" err="1">
                <a:solidFill>
                  <a:srgbClr val="1A1628"/>
                </a:solidFill>
                <a:latin typeface="Arial" panose="020B0604020202020204" pitchFamily="34" charset="0"/>
              </a:rPr>
              <a:t>pt</a:t>
            </a:r>
            <a:r>
              <a:rPr lang="en-US" b="0" i="0" u="none" strike="noStrike" kern="1200" baseline="0">
                <a:solidFill>
                  <a:srgbClr val="1A1628"/>
                </a:solidFill>
                <a:latin typeface="Arial" panose="020B0604020202020204" pitchFamily="34" charset="0"/>
              </a:rPr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134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9.xml"/><Relationship Id="rId47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07.xml"/><Relationship Id="rId55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4.xml"/><Relationship Id="rId40" Type="http://schemas.openxmlformats.org/officeDocument/2006/relationships/slideLayout" Target="../slideLayouts/slideLayout97.xml"/><Relationship Id="rId45" Type="http://schemas.openxmlformats.org/officeDocument/2006/relationships/slideLayout" Target="../slideLayouts/slideLayout102.xml"/><Relationship Id="rId53" Type="http://schemas.openxmlformats.org/officeDocument/2006/relationships/slideLayout" Target="../slideLayouts/slideLayout110.xml"/><Relationship Id="rId58" Type="http://schemas.openxmlformats.org/officeDocument/2006/relationships/tags" Target="../tags/tag10.xml"/><Relationship Id="rId5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100.xml"/><Relationship Id="rId48" Type="http://schemas.openxmlformats.org/officeDocument/2006/relationships/slideLayout" Target="../slideLayouts/slideLayout105.xml"/><Relationship Id="rId56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65.xml"/><Relationship Id="rId51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90.xml"/><Relationship Id="rId38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103.xml"/><Relationship Id="rId59" Type="http://schemas.openxmlformats.org/officeDocument/2006/relationships/oleObject" Target="../embeddings/oleObject3.bin"/><Relationship Id="rId20" Type="http://schemas.openxmlformats.org/officeDocument/2006/relationships/slideLayout" Target="../slideLayouts/slideLayout77.xml"/><Relationship Id="rId41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106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101.xml"/><Relationship Id="rId52" Type="http://schemas.openxmlformats.org/officeDocument/2006/relationships/slideLayout" Target="../slideLayouts/slideLayout109.xml"/><Relationship Id="rId60" Type="http://schemas.openxmlformats.org/officeDocument/2006/relationships/image" Target="../media/image4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31.xml"/><Relationship Id="rId26" Type="http://schemas.openxmlformats.org/officeDocument/2006/relationships/oleObject" Target="../embeddings/oleObject5.bin"/><Relationship Id="rId3" Type="http://schemas.openxmlformats.org/officeDocument/2006/relationships/slideLayout" Target="../slideLayouts/slideLayout116.xml"/><Relationship Id="rId21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30.xml"/><Relationship Id="rId25" Type="http://schemas.openxmlformats.org/officeDocument/2006/relationships/tags" Target="../tags/tag26.xml"/><Relationship Id="rId2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29.xml"/><Relationship Id="rId20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24" Type="http://schemas.openxmlformats.org/officeDocument/2006/relationships/tags" Target="../tags/tag25.xml"/><Relationship Id="rId5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8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123.xml"/><Relationship Id="rId19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7.xml"/><Relationship Id="rId22" Type="http://schemas.openxmlformats.org/officeDocument/2006/relationships/slideLayout" Target="../slideLayouts/slideLayout135.xml"/><Relationship Id="rId27" Type="http://schemas.openxmlformats.org/officeDocument/2006/relationships/image" Target="../media/image8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8.xml"/><Relationship Id="rId18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38.xml"/><Relationship Id="rId21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7.xml"/><Relationship Id="rId17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37.xml"/><Relationship Id="rId16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50.xml"/><Relationship Id="rId23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45.xml"/><Relationship Id="rId19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Relationship Id="rId14" Type="http://schemas.openxmlformats.org/officeDocument/2006/relationships/slideLayout" Target="../slideLayouts/slideLayout149.xml"/><Relationship Id="rId22" Type="http://schemas.openxmlformats.org/officeDocument/2006/relationships/slideLayout" Target="../slideLayouts/slideLayout157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1.xml"/><Relationship Id="rId18" Type="http://schemas.openxmlformats.org/officeDocument/2006/relationships/slideLayout" Target="../slideLayouts/slideLayout176.xml"/><Relationship Id="rId26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61.xml"/><Relationship Id="rId21" Type="http://schemas.openxmlformats.org/officeDocument/2006/relationships/slideLayout" Target="../slideLayouts/slideLayout179.xml"/><Relationship Id="rId34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70.xml"/><Relationship Id="rId17" Type="http://schemas.openxmlformats.org/officeDocument/2006/relationships/slideLayout" Target="../slideLayouts/slideLayout175.xml"/><Relationship Id="rId25" Type="http://schemas.openxmlformats.org/officeDocument/2006/relationships/slideLayout" Target="../slideLayouts/slideLayout183.xml"/><Relationship Id="rId33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74.xml"/><Relationship Id="rId20" Type="http://schemas.openxmlformats.org/officeDocument/2006/relationships/slideLayout" Target="../slideLayouts/slideLayout178.xml"/><Relationship Id="rId29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9.xml"/><Relationship Id="rId24" Type="http://schemas.openxmlformats.org/officeDocument/2006/relationships/slideLayout" Target="../slideLayouts/slideLayout182.xml"/><Relationship Id="rId32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63.xml"/><Relationship Id="rId15" Type="http://schemas.openxmlformats.org/officeDocument/2006/relationships/slideLayout" Target="../slideLayouts/slideLayout173.xml"/><Relationship Id="rId23" Type="http://schemas.openxmlformats.org/officeDocument/2006/relationships/slideLayout" Target="../slideLayouts/slideLayout181.xml"/><Relationship Id="rId28" Type="http://schemas.openxmlformats.org/officeDocument/2006/relationships/slideLayout" Target="../slideLayouts/slideLayout186.xml"/><Relationship Id="rId36" Type="http://schemas.openxmlformats.org/officeDocument/2006/relationships/theme" Target="../theme/theme5.xml"/><Relationship Id="rId10" Type="http://schemas.openxmlformats.org/officeDocument/2006/relationships/slideLayout" Target="../slideLayouts/slideLayout168.xml"/><Relationship Id="rId19" Type="http://schemas.openxmlformats.org/officeDocument/2006/relationships/slideLayout" Target="../slideLayouts/slideLayout177.xml"/><Relationship Id="rId31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72.xml"/><Relationship Id="rId22" Type="http://schemas.openxmlformats.org/officeDocument/2006/relationships/slideLayout" Target="../slideLayouts/slideLayout180.xml"/><Relationship Id="rId27" Type="http://schemas.openxmlformats.org/officeDocument/2006/relationships/slideLayout" Target="../slideLayouts/slideLayout185.xml"/><Relationship Id="rId30" Type="http://schemas.openxmlformats.org/officeDocument/2006/relationships/slideLayout" Target="../slideLayouts/slideLayout188.xml"/><Relationship Id="rId35" Type="http://schemas.openxmlformats.org/officeDocument/2006/relationships/slideLayout" Target="../slideLayouts/slideLayout193.xml"/><Relationship Id="rId8" Type="http://schemas.openxmlformats.org/officeDocument/2006/relationships/slideLayout" Target="../slideLayouts/slideLayout1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6.xml"/><Relationship Id="rId18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196.xml"/><Relationship Id="rId21" Type="http://schemas.openxmlformats.org/officeDocument/2006/relationships/slideLayout" Target="../slideLayouts/slideLayout214.xml"/><Relationship Id="rId7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205.xml"/><Relationship Id="rId17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209.xml"/><Relationship Id="rId20" Type="http://schemas.openxmlformats.org/officeDocument/2006/relationships/slideLayout" Target="../slideLayouts/slideLayout213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5" Type="http://schemas.openxmlformats.org/officeDocument/2006/relationships/slideLayout" Target="../slideLayouts/slideLayout208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7.xml"/><Relationship Id="rId22" Type="http://schemas.openxmlformats.org/officeDocument/2006/relationships/slideLayout" Target="../slideLayouts/slideLayout2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66824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89912C14-54EA-5DA7-6F07-C2AB6D29AF6F}"/>
              </a:ext>
            </a:extLst>
          </p:cNvPr>
          <p:cNvSpPr>
            <a:spLocks noChangeAspect="1"/>
          </p:cNvSpPr>
          <p:nvPr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tx2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20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6650D81-D653-74E5-DB08-BD0D7DCC3C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8"/>
            </p:custDataLst>
            <p:extLst>
              <p:ext uri="{D42A27DB-BD31-4B8C-83A1-F6EECF244321}">
                <p14:modId xmlns:p14="http://schemas.microsoft.com/office/powerpoint/2010/main" val="1099308942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9" imgW="395" imgH="396" progId="TCLayout.ActiveDocument.1">
                  <p:embed/>
                </p:oleObj>
              </mc:Choice>
              <mc:Fallback>
                <p:oleObj name="think-cell Slide" r:id="rId59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650D81-D653-74E5-DB08-BD0D7DCC3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5" y="262268"/>
            <a:ext cx="9649446" cy="4686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5" y="1822452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6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51573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  <p:sldLayoutId id="2147483754" r:id="rId36"/>
    <p:sldLayoutId id="2147483755" r:id="rId37"/>
    <p:sldLayoutId id="2147483756" r:id="rId38"/>
    <p:sldLayoutId id="2147483757" r:id="rId39"/>
    <p:sldLayoutId id="2147483758" r:id="rId40"/>
    <p:sldLayoutId id="2147483759" r:id="rId41"/>
    <p:sldLayoutId id="2147483760" r:id="rId42"/>
    <p:sldLayoutId id="2147483761" r:id="rId43"/>
    <p:sldLayoutId id="2147483762" r:id="rId44"/>
    <p:sldLayoutId id="2147483763" r:id="rId45"/>
    <p:sldLayoutId id="2147483764" r:id="rId46"/>
    <p:sldLayoutId id="2147483765" r:id="rId47"/>
    <p:sldLayoutId id="2147483766" r:id="rId48"/>
    <p:sldLayoutId id="2147483767" r:id="rId49"/>
    <p:sldLayoutId id="2147483768" r:id="rId50"/>
    <p:sldLayoutId id="2147483769" r:id="rId51"/>
    <p:sldLayoutId id="2147483770" r:id="rId52"/>
    <p:sldLayoutId id="2147483771" r:id="rId53"/>
    <p:sldLayoutId id="2147483772" r:id="rId54"/>
    <p:sldLayoutId id="2147483773" r:id="rId55"/>
    <p:sldLayoutId id="2147483774" r:id="rId56"/>
  </p:sldLayoutIdLst>
  <p:hf hdr="0" dt="0"/>
  <p:txStyles>
    <p:titleStyle>
      <a:lvl1pPr algn="l" defTabSz="914327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27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28" indent="-285728" algn="l" defTabSz="91432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454" indent="-285728" algn="l" defTabSz="91432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27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327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327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27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27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27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7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0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4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8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0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4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8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95" imgH="394" progId="TCLayout.ActiveDocument.1">
                  <p:embed/>
                </p:oleObj>
              </mc:Choice>
              <mc:Fallback>
                <p:oleObj name="think-cell Slide" r:id="rId26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953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1" r:id="rId21"/>
    <p:sldLayoutId id="2147483802" r:id="rId22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323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 (Arial 18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917130" y="6544205"/>
            <a:ext cx="125675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 | Confidential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2873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  <p:sldLayoutId id="2147483821" r:id="rId18"/>
    <p:sldLayoutId id="2147483822" r:id="rId19"/>
    <p:sldLayoutId id="2147483823" r:id="rId20"/>
    <p:sldLayoutId id="2147483824" r:id="rId21"/>
    <p:sldLayoutId id="2147483825" r:id="rId22"/>
    <p:sldLayoutId id="214748382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323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 (Arial 18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2025 ZS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7571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  <p:sldLayoutId id="2147483853" r:id="rId23"/>
    <p:sldLayoutId id="2147483854" r:id="rId24"/>
    <p:sldLayoutId id="2147483855" r:id="rId25"/>
    <p:sldLayoutId id="2147483856" r:id="rId26"/>
    <p:sldLayoutId id="2147483857" r:id="rId27"/>
    <p:sldLayoutId id="2147483858" r:id="rId28"/>
    <p:sldLayoutId id="2147483859" r:id="rId29"/>
    <p:sldLayoutId id="2147483860" r:id="rId30"/>
    <p:sldLayoutId id="2147483861" r:id="rId31"/>
    <p:sldLayoutId id="2147483862" r:id="rId32"/>
    <p:sldLayoutId id="2147483863" r:id="rId33"/>
    <p:sldLayoutId id="2147483864" r:id="rId34"/>
    <p:sldLayoutId id="2147483865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 (Arial 18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2023 ZS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03174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8A49-9821-9E56-F315-7307848B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782" y="957996"/>
            <a:ext cx="9656119" cy="563744"/>
          </a:xfrm>
        </p:spPr>
        <p:txBody>
          <a:bodyPr/>
          <a:lstStyle/>
          <a:p>
            <a:r>
              <a:rPr lang="en-US" sz="4400" dirty="0"/>
              <a:t>ASA </a:t>
            </a:r>
            <a:r>
              <a:rPr lang="en-US" sz="4400"/>
              <a:t>BIOP SWG </a:t>
            </a:r>
            <a:r>
              <a:rPr lang="en-US" sz="4400" dirty="0"/>
              <a:t>Efficiency</a:t>
            </a:r>
            <a:r>
              <a:rPr lang="en-US" sz="4400"/>
              <a:t>+ Update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80534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639F-CBA5-FC82-B433-D95A5A7C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74911"/>
          </a:xfrm>
        </p:spPr>
        <p:txBody>
          <a:bodyPr/>
          <a:lstStyle/>
          <a:p>
            <a:r>
              <a:rPr lang="en-US" sz="2800" b="1" dirty="0"/>
              <a:t>2025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6FE4E-3DF1-E148-4705-DF0A45B56646}"/>
              </a:ext>
            </a:extLst>
          </p:cNvPr>
          <p:cNvSpPr txBox="1"/>
          <p:nvPr/>
        </p:nvSpPr>
        <p:spPr>
          <a:xfrm>
            <a:off x="548640" y="962757"/>
            <a:ext cx="11252833" cy="58477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Efficiency+ launched in July 2025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~25+ active contributors across pharma, CROs, and academia.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Abbvie</a:t>
            </a:r>
            <a:r>
              <a:rPr lang="en-US" sz="2000" dirty="0"/>
              <a:t>, Amgen, AZ, Bayer, </a:t>
            </a:r>
            <a:r>
              <a:rPr lang="en-US" sz="2000" dirty="0" err="1"/>
              <a:t>Beonemed</a:t>
            </a:r>
            <a:r>
              <a:rPr lang="en-US" sz="2000" dirty="0"/>
              <a:t>, BI, BMS, Bayer, </a:t>
            </a:r>
            <a:r>
              <a:rPr lang="en-US" sz="2000" dirty="0" err="1"/>
              <a:t>Cytel</a:t>
            </a:r>
            <a:r>
              <a:rPr lang="en-US" sz="2000" dirty="0"/>
              <a:t>, </a:t>
            </a:r>
            <a:r>
              <a:rPr lang="en-US" sz="2000" dirty="0" err="1"/>
              <a:t>JnJ</a:t>
            </a:r>
            <a:r>
              <a:rPr lang="en-US" sz="2000" dirty="0"/>
              <a:t>, Lily, Regeneron, Sanofi, UIUC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Advisor from E</a:t>
            </a:r>
            <a:r>
              <a:rPr lang="en-US" sz="2000" dirty="0"/>
              <a:t>MA and Jose’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 err="1">
                <a:latin typeface="+mn-lt"/>
                <a:ea typeface="+mn-ea"/>
                <a:cs typeface="+mn-cs"/>
              </a:rPr>
              <a:t>JnJ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: DSDH, CSC, SDS, Vision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Advisory structure established; exploring additional advisors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Activation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Recruitment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: Site selection, forecasting, recruitment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Dynamic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Monitoring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: AI/ML‑driven operational monitoring and signal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Design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: Simulation‑based, operations‑aware study design.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Clinical Supply Chain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: Forecasting, demand and supply algorithms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Reading Group: Biweekly sessions on CSC, Bayesian methods, GenAI/ML,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Geneal meeting every 6 weeks, co-chair meeting monthly, and topics teams own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Conferences &amp; Visibility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RISW 2025, BASS 2025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Created SWG presence across web, GitHub, Teams, X, LinkedIn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buFont typeface="+mj-lt"/>
              <a:buAutoNum type="arabicPeriod"/>
            </a:pPr>
            <a:endParaRPr lang="en-US" sz="2000" kern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66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5D8D-27B4-82D3-D6A2-489E225A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0591-BB27-CEF5-9002-AFCA157F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74911"/>
          </a:xfrm>
        </p:spPr>
        <p:txBody>
          <a:bodyPr/>
          <a:lstStyle/>
          <a:p>
            <a:r>
              <a:rPr lang="en-US" sz="2800" b="1" dirty="0"/>
              <a:t>2026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6A771-550C-CD2C-325D-CD6D9DC0E2BB}"/>
              </a:ext>
            </a:extLst>
          </p:cNvPr>
          <p:cNvSpPr txBox="1"/>
          <p:nvPr/>
        </p:nvSpPr>
        <p:spPr>
          <a:xfrm>
            <a:off x="548640" y="962757"/>
            <a:ext cx="11252833" cy="5539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Flagship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A 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special journal issue 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represented by workstream outputs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TIRS, Clinical Trials, SBR, and CRO‑focused journal? TBD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study-planning template </a:t>
            </a:r>
            <a:r>
              <a:rPr lang="en-US" sz="2000" dirty="0"/>
              <a:t>that captures different aspects for clinical trial operations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Study design, enrollment, visit schedule, manufacturing, demand forecast, supply planning and cost tracking</a:t>
            </a:r>
            <a:endParaRPr lang="en-US" sz="2000" kern="1200" dirty="0">
              <a:latin typeface="+mn-lt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 GenAI-enabled </a:t>
            </a:r>
            <a:r>
              <a:rPr lang="en-US" sz="2000" b="1" dirty="0"/>
              <a:t>solution 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blueprint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, integrating workstreams work, for building an end-to-end simulation framework, given the template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Conference Engagement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ccepted at ENAR, IBC, JSM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RISW pending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SCOPE‑X/EU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WSC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Mature individual workstreams into publishable outputs.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Begin integration of forecasting + CSC + monitoring into cross‑stream framework</a:t>
            </a:r>
            <a:endParaRPr lang="en-US" sz="2000" kern="1200" dirty="0"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Expand reading group audience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Broaden to clinical, operations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+mn-lt"/>
                <a:ea typeface="+mn-ea"/>
                <a:cs typeface="+mn-cs"/>
              </a:rPr>
              <a:t>Leverage ASA forums such as webinar</a:t>
            </a:r>
          </a:p>
        </p:txBody>
      </p:sp>
    </p:spTree>
    <p:extLst>
      <p:ext uri="{BB962C8B-B14F-4D97-AF65-F5344CB8AC3E}">
        <p14:creationId xmlns:p14="http://schemas.microsoft.com/office/powerpoint/2010/main" val="275412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3628E-D9C1-F710-DD52-4C36B5A5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1498-7003-1A5C-CFDE-7EF8BFD4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9768"/>
            <a:ext cx="11091672" cy="374911"/>
          </a:xfrm>
        </p:spPr>
        <p:txBody>
          <a:bodyPr/>
          <a:lstStyle/>
          <a:p>
            <a:r>
              <a:rPr lang="en-US" sz="2800" b="1" dirty="0"/>
              <a:t>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4FCEF-056B-2775-7530-CA910FDC4F66}"/>
              </a:ext>
            </a:extLst>
          </p:cNvPr>
          <p:cNvSpPr txBox="1"/>
          <p:nvPr/>
        </p:nvSpPr>
        <p:spPr>
          <a:xfrm>
            <a:off x="548640" y="962757"/>
            <a:ext cx="11252833" cy="295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kern="1200" dirty="0">
                <a:latin typeface="+mn-lt"/>
                <a:ea typeface="+mn-ea"/>
                <a:cs typeface="+mn-cs"/>
              </a:rPr>
              <a:t>How to b</a:t>
            </a:r>
            <a:r>
              <a:rPr lang="en-US" sz="3200" dirty="0"/>
              <a:t>est leverage SWG’s work to impact industry and benefit </a:t>
            </a:r>
            <a:r>
              <a:rPr lang="en-US" sz="3200" dirty="0" err="1"/>
              <a:t>JnJ</a:t>
            </a:r>
            <a:r>
              <a:rPr lang="en-US" sz="3200" dirty="0"/>
              <a:t>?</a:t>
            </a:r>
            <a:endParaRPr lang="en-US" sz="3200" kern="1200" dirty="0"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kern="1200" dirty="0">
                <a:latin typeface="+mn-lt"/>
                <a:ea typeface="+mn-ea"/>
                <a:cs typeface="+mn-cs"/>
              </a:rPr>
              <a:t>Strengthen cross‑SWG engagement, academic/regulator involvement, and external partnerships.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Identify cross-functional stakeholders from clinical, operational and regulatory</a:t>
            </a:r>
          </a:p>
        </p:txBody>
      </p:sp>
    </p:spTree>
    <p:extLst>
      <p:ext uri="{BB962C8B-B14F-4D97-AF65-F5344CB8AC3E}">
        <p14:creationId xmlns:p14="http://schemas.microsoft.com/office/powerpoint/2010/main" val="36101085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NJ_PPT_Template_R4_v3" id="{416AD5BC-E677-7649-BDD5-4B24D3B639BA}" vid="{CC5F65D7-BC33-A645-9363-0F7209EECF07}"/>
    </a:ext>
  </a:extLst>
</a:theme>
</file>

<file path=ppt/theme/theme2.xml><?xml version="1.0" encoding="utf-8"?>
<a:theme xmlns:a="http://schemas.openxmlformats.org/drawingml/2006/main" name="2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3.xml><?xml version="1.0" encoding="utf-8"?>
<a:theme xmlns:a="http://schemas.openxmlformats.org/drawingml/2006/main" name="1_Takeda Slide Master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 w="28575">
          <a:noFill/>
        </a:ln>
      </a:spPr>
      <a:bodyPr wrap="square" rtlCol="0" anchor="ctr"/>
      <a:lstStyle>
        <a:defPPr algn="ctr">
          <a:defRPr kumimoji="1" dirty="0" smtClean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C671639-4675-498F-8406-CC38EFAC0128}" vid="{D2ECA16B-CEDF-4EB1-A5E5-09346E461B18}"/>
    </a:ext>
  </a:extLst>
</a:theme>
</file>

<file path=ppt/theme/theme4.xml><?xml version="1.0" encoding="utf-8"?>
<a:theme xmlns:a="http://schemas.openxmlformats.org/drawingml/2006/main" name="ZS PPT 16x9">
  <a:themeElements>
    <a:clrScheme name="ZS Colors_Updated">
      <a:dk1>
        <a:srgbClr val="000000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5.xml><?xml version="1.0" encoding="utf-8"?>
<a:theme xmlns:a="http://schemas.openxmlformats.org/drawingml/2006/main" name="1_ZS PPT 16x9">
  <a:themeElements>
    <a:clrScheme name="ZS Colors_Updated">
      <a:dk1>
        <a:srgbClr val="000000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6.xml><?xml version="1.0" encoding="utf-8"?>
<a:theme xmlns:a="http://schemas.openxmlformats.org/drawingml/2006/main" name="5_ZS PPT 16x9">
  <a:themeElements>
    <a:clrScheme name="ZS Colors_Updated">
      <a:dk1>
        <a:srgbClr val="000000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B249A3-D487-4083-BB16-296D5B982D39}">
  <we:reference id="bc854cf1-a8f8-4108-bb0c-7ead9d48d8ad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88F723F07AF44986EEF6C3065B41A5" ma:contentTypeVersion="13" ma:contentTypeDescription="Create a new document." ma:contentTypeScope="" ma:versionID="dbbfa3ba23de6f3489f2f44893f2353b">
  <xsd:schema xmlns:xsd="http://www.w3.org/2001/XMLSchema" xmlns:xs="http://www.w3.org/2001/XMLSchema" xmlns:p="http://schemas.microsoft.com/office/2006/metadata/properties" xmlns:ns2="bea406b5-06e2-4eec-bfda-5d14c4d374d1" xmlns:ns3="c5ef9093-efaf-423a-9c56-bd40de0faaf6" targetNamespace="http://schemas.microsoft.com/office/2006/metadata/properties" ma:root="true" ma:fieldsID="fc76ae6324302468f377ec24acb44a8e" ns2:_="" ns3:_="">
    <xsd:import namespace="bea406b5-06e2-4eec-bfda-5d14c4d374d1"/>
    <xsd:import namespace="c5ef9093-efaf-423a-9c56-bd40de0faa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406b5-06e2-4eec-bfda-5d14c4d374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03f1f4f-fe90-473e-a893-ee8dfa259c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f9093-efaf-423a-9c56-bd40de0faaf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a765a03-01d1-490f-a9c1-d59dc67fcb1b}" ma:internalName="TaxCatchAll" ma:showField="CatchAllData" ma:web="c5ef9093-efaf-423a-9c56-bd40de0faa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ef9093-efaf-423a-9c56-bd40de0faaf6" xsi:nil="true"/>
    <lcf76f155ced4ddcb4097134ff3c332f xmlns="bea406b5-06e2-4eec-bfda-5d14c4d374d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7AAF56-59AF-4611-B9F3-63A5744BE844}">
  <ds:schemaRefs>
    <ds:schemaRef ds:uri="bea406b5-06e2-4eec-bfda-5d14c4d374d1"/>
    <ds:schemaRef ds:uri="c5ef9093-efaf-423a-9c56-bd40de0faa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28ECE5C-2C0F-453A-A9C2-31000C806243}">
  <ds:schemaRefs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c5ef9093-efaf-423a-9c56-bd40de0faaf6"/>
    <ds:schemaRef ds:uri="bea406b5-06e2-4eec-bfda-5d14c4d374d1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64109FB-36AB-4467-B51E-4EEF6A58311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  <clbl:label id="{7ffb99db-04b0-4879-8e73-d3174e57b086}" enabled="1" method="Standard" siteId="{ec3c7dee-d552-494b-a393-7f941a90b98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341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22" baseType="lpstr">
      <vt:lpstr>Arial</vt:lpstr>
      <vt:lpstr>Arial Black</vt:lpstr>
      <vt:lpstr>Calibri</vt:lpstr>
      <vt:lpstr>Calisto MT</vt:lpstr>
      <vt:lpstr>Georgia</vt:lpstr>
      <vt:lpstr>Johnson Display</vt:lpstr>
      <vt:lpstr>Johnson Text</vt:lpstr>
      <vt:lpstr>Times New Roman</vt:lpstr>
      <vt:lpstr>Verdana</vt:lpstr>
      <vt:lpstr>Wingdings</vt:lpstr>
      <vt:lpstr>Wingdings 2</vt:lpstr>
      <vt:lpstr>Johnson and Johnson</vt:lpstr>
      <vt:lpstr>2_Johnson and Johnson</vt:lpstr>
      <vt:lpstr>1_Takeda Slide Master</vt:lpstr>
      <vt:lpstr>ZS PPT 16x9</vt:lpstr>
      <vt:lpstr>1_ZS PPT 16x9</vt:lpstr>
      <vt:lpstr>5_ZS PPT 16x9</vt:lpstr>
      <vt:lpstr>think-cell Slide</vt:lpstr>
      <vt:lpstr>ASA BIOP SWG Efficiency+ Update </vt:lpstr>
      <vt:lpstr>2025 Summary</vt:lpstr>
      <vt:lpstr>2026 Plan</vt:lpstr>
      <vt:lpstr>Discussion</vt:lpstr>
    </vt:vector>
  </TitlesOfParts>
  <Company>JNJ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Twick, Isabell [JACDE]</dc:creator>
  <cp:lastModifiedBy>Chen, Fei [JRDUS]</cp:lastModifiedBy>
  <cp:revision>18</cp:revision>
  <dcterms:created xsi:type="dcterms:W3CDTF">2025-01-06T07:13:28Z</dcterms:created>
  <dcterms:modified xsi:type="dcterms:W3CDTF">2026-02-09T17:56:10Z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0x010100E788F723F07AF44986EEF6C3065B41A5</vt:lpwstr>
  </property>
  <property fmtid="{D5CDD505-2E9C-101B-9397-08002B2CF9AE}" pid="3" name="MediaServiceImageTags">
    <vt:lpwstr/>
  </property>
  <property fmtid="{D5CDD505-2E9C-101B-9397-08002B2CF9AE}" pid="4" name="pdobSourceCropLeft">
    <vt:r8>0</vt:r8>
  </property>
  <property fmtid="{D5CDD505-2E9C-101B-9397-08002B2CF9AE}" pid="5" name="pdobSourceCropBottom">
    <vt:r8>0</vt:r8>
  </property>
  <property fmtid="{D5CDD505-2E9C-101B-9397-08002B2CF9AE}" pid="6" name="pdobSourceCropTop">
    <vt:r8>0</vt:r8>
  </property>
  <property fmtid="{D5CDD505-2E9C-101B-9397-08002B2CF9AE}" pid="7" name="pdobSourceOriginalWidth">
    <vt:r8>225.818740844727</vt:r8>
  </property>
  <property fmtid="{D5CDD505-2E9C-101B-9397-08002B2CF9AE}" pid="8" name="pdobSourceCropRight">
    <vt:r8>0</vt:r8>
  </property>
  <property fmtid="{D5CDD505-2E9C-101B-9397-08002B2CF9AE}" pid="9" name="pdobSourceOriginalHeight">
    <vt:r8>136.800003051758</vt:r8>
  </property>
  <property fmtid="{D5CDD505-2E9C-101B-9397-08002B2CF9AE}" pid="10" name="pintSourceSlideIndex">
    <vt:i4>4</vt:i4>
  </property>
  <property fmtid="{D5CDD505-2E9C-101B-9397-08002B2CF9AE}" pid="11" name="pstrSourceShapeName">
    <vt:lpwstr>Graphic 10</vt:lpwstr>
  </property>
  <property fmtid="{D5CDD505-2E9C-101B-9397-08002B2CF9AE}" pid="12" name="pdobSourceLeft">
    <vt:r8>39.7288208007813</vt:r8>
  </property>
  <property fmtid="{D5CDD505-2E9C-101B-9397-08002B2CF9AE}" pid="13" name="pdobSourceWidth">
    <vt:r8>29.3422050476074</vt:r8>
  </property>
  <property fmtid="{D5CDD505-2E9C-101B-9397-08002B2CF9AE}" pid="14" name="pdobSourceHeight">
    <vt:r8>28.7999992370605</vt:r8>
  </property>
  <property fmtid="{D5CDD505-2E9C-101B-9397-08002B2CF9AE}" pid="15" name="pdobSourceTop">
    <vt:r8>279.973937988281</vt:r8>
  </property>
</Properties>
</file>