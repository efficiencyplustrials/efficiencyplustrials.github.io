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147483645" r:id="rId3"/>
    <p:sldId id="257" r:id="rId4"/>
    <p:sldId id="261" r:id="rId5"/>
    <p:sldId id="258" r:id="rId6"/>
    <p:sldId id="265" r:id="rId7"/>
    <p:sldId id="266" r:id="rId8"/>
    <p:sldId id="259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7C347E-8F31-4D02-89A4-83C4B2C9922D}" v="1" dt="2026-07-23T18:10:23.8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7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oudis, Christi" userId="e3ac0c32-5bd1-49d1-b7b3-fb6ec094cccd" providerId="ADAL" clId="{2B6F5BB7-7F87-4AE7-90A1-EB414595E381}"/>
    <pc:docChg chg="undo custSel addSld delSld modSld sldOrd">
      <pc:chgData name="Kleoudis, Christi" userId="e3ac0c32-5bd1-49d1-b7b3-fb6ec094cccd" providerId="ADAL" clId="{2B6F5BB7-7F87-4AE7-90A1-EB414595E381}" dt="2026-07-23T18:10:23.840" v="2449" actId="27636"/>
      <pc:docMkLst>
        <pc:docMk/>
      </pc:docMkLst>
      <pc:sldChg chg="addSp modSp mod setBg">
        <pc:chgData name="Kleoudis, Christi" userId="e3ac0c32-5bd1-49d1-b7b3-fb6ec094cccd" providerId="ADAL" clId="{2B6F5BB7-7F87-4AE7-90A1-EB414595E381}" dt="2026-07-15T16:32:33.438" v="2090" actId="20577"/>
        <pc:sldMkLst>
          <pc:docMk/>
          <pc:sldMk cId="1383089781" sldId="257"/>
        </pc:sldMkLst>
        <pc:spChg chg="mod">
          <ac:chgData name="Kleoudis, Christi" userId="e3ac0c32-5bd1-49d1-b7b3-fb6ec094cccd" providerId="ADAL" clId="{2B6F5BB7-7F87-4AE7-90A1-EB414595E381}" dt="2026-07-08T17:55:58.196" v="2086" actId="14100"/>
          <ac:spMkLst>
            <pc:docMk/>
            <pc:sldMk cId="1383089781" sldId="257"/>
            <ac:spMk id="2" creationId="{C4BD7797-93DA-7462-AF60-600DA420F034}"/>
          </ac:spMkLst>
        </pc:spChg>
        <pc:spChg chg="mod">
          <ac:chgData name="Kleoudis, Christi" userId="e3ac0c32-5bd1-49d1-b7b3-fb6ec094cccd" providerId="ADAL" clId="{2B6F5BB7-7F87-4AE7-90A1-EB414595E381}" dt="2026-07-15T16:32:33.438" v="2090" actId="20577"/>
          <ac:spMkLst>
            <pc:docMk/>
            <pc:sldMk cId="1383089781" sldId="257"/>
            <ac:spMk id="3" creationId="{FA7D6CAD-87B6-B601-41B0-9E93CBAE2D5C}"/>
          </ac:spMkLst>
        </pc:spChg>
        <pc:spChg chg="add">
          <ac:chgData name="Kleoudis, Christi" userId="e3ac0c32-5bd1-49d1-b7b3-fb6ec094cccd" providerId="ADAL" clId="{2B6F5BB7-7F87-4AE7-90A1-EB414595E381}" dt="2026-07-08T13:37:19.531" v="687" actId="26606"/>
          <ac:spMkLst>
            <pc:docMk/>
            <pc:sldMk cId="1383089781" sldId="257"/>
            <ac:spMk id="9" creationId="{C0763A76-9F1C-4FC5-82B7-DD475DA461B2}"/>
          </ac:spMkLst>
        </pc:spChg>
        <pc:spChg chg="add">
          <ac:chgData name="Kleoudis, Christi" userId="e3ac0c32-5bd1-49d1-b7b3-fb6ec094cccd" providerId="ADAL" clId="{2B6F5BB7-7F87-4AE7-90A1-EB414595E381}" dt="2026-07-08T13:37:19.531" v="687" actId="26606"/>
          <ac:spMkLst>
            <pc:docMk/>
            <pc:sldMk cId="1383089781" sldId="257"/>
            <ac:spMk id="11" creationId="{E81BF4F6-F2CF-4984-9D14-D6966D92F99F}"/>
          </ac:spMkLst>
        </pc:spChg>
        <pc:picChg chg="add mod">
          <ac:chgData name="Kleoudis, Christi" userId="e3ac0c32-5bd1-49d1-b7b3-fb6ec094cccd" providerId="ADAL" clId="{2B6F5BB7-7F87-4AE7-90A1-EB414595E381}" dt="2026-07-08T17:55:00.877" v="2059" actId="26606"/>
          <ac:picMkLst>
            <pc:docMk/>
            <pc:sldMk cId="1383089781" sldId="257"/>
            <ac:picMk id="5" creationId="{DB263047-A99E-3CFF-9376-AF6D1464056B}"/>
          </ac:picMkLst>
        </pc:picChg>
      </pc:sldChg>
      <pc:sldChg chg="addSp delSp modSp mod">
        <pc:chgData name="Kleoudis, Christi" userId="e3ac0c32-5bd1-49d1-b7b3-fb6ec094cccd" providerId="ADAL" clId="{2B6F5BB7-7F87-4AE7-90A1-EB414595E381}" dt="2026-07-15T16:43:27.845" v="2248" actId="20577"/>
        <pc:sldMkLst>
          <pc:docMk/>
          <pc:sldMk cId="3965304208" sldId="258"/>
        </pc:sldMkLst>
        <pc:graphicFrameChg chg="add mod modGraphic">
          <ac:chgData name="Kleoudis, Christi" userId="e3ac0c32-5bd1-49d1-b7b3-fb6ec094cccd" providerId="ADAL" clId="{2B6F5BB7-7F87-4AE7-90A1-EB414595E381}" dt="2026-07-15T16:43:27.845" v="2248" actId="20577"/>
          <ac:graphicFrameMkLst>
            <pc:docMk/>
            <pc:sldMk cId="3965304208" sldId="258"/>
            <ac:graphicFrameMk id="11" creationId="{D5D8D86C-DB81-0A85-8240-FEF5EF682916}"/>
          </ac:graphicFrameMkLst>
        </pc:graphicFrameChg>
      </pc:sldChg>
      <pc:sldChg chg="addSp delSp modSp new mod setBg">
        <pc:chgData name="Kleoudis, Christi" userId="e3ac0c32-5bd1-49d1-b7b3-fb6ec094cccd" providerId="ADAL" clId="{2B6F5BB7-7F87-4AE7-90A1-EB414595E381}" dt="2026-07-08T13:50:04.622" v="984" actId="1076"/>
        <pc:sldMkLst>
          <pc:docMk/>
          <pc:sldMk cId="3511508952" sldId="259"/>
        </pc:sldMkLst>
        <pc:spChg chg="mod">
          <ac:chgData name="Kleoudis, Christi" userId="e3ac0c32-5bd1-49d1-b7b3-fb6ec094cccd" providerId="ADAL" clId="{2B6F5BB7-7F87-4AE7-90A1-EB414595E381}" dt="2026-07-08T13:48:38.650" v="975" actId="26606"/>
          <ac:spMkLst>
            <pc:docMk/>
            <pc:sldMk cId="3511508952" sldId="259"/>
            <ac:spMk id="2" creationId="{FE6ACC45-127F-1EF6-A1F2-875B41E225D2}"/>
          </ac:spMkLst>
        </pc:spChg>
        <pc:graphicFrameChg chg="add mod modGraphic">
          <ac:chgData name="Kleoudis, Christi" userId="e3ac0c32-5bd1-49d1-b7b3-fb6ec094cccd" providerId="ADAL" clId="{2B6F5BB7-7F87-4AE7-90A1-EB414595E381}" dt="2026-07-08T13:49:53.563" v="982" actId="26606"/>
          <ac:graphicFrameMkLst>
            <pc:docMk/>
            <pc:sldMk cId="3511508952" sldId="259"/>
            <ac:graphicFrameMk id="5" creationId="{5AAEE1DF-1192-3A5C-870B-CD1EB6A39E7F}"/>
          </ac:graphicFrameMkLst>
        </pc:graphicFrameChg>
        <pc:picChg chg="add mod">
          <ac:chgData name="Kleoudis, Christi" userId="e3ac0c32-5bd1-49d1-b7b3-fb6ec094cccd" providerId="ADAL" clId="{2B6F5BB7-7F87-4AE7-90A1-EB414595E381}" dt="2026-07-08T13:49:29.124" v="980" actId="1076"/>
          <ac:picMkLst>
            <pc:docMk/>
            <pc:sldMk cId="3511508952" sldId="259"/>
            <ac:picMk id="6" creationId="{F8F12C10-4923-E810-AAB2-53F247A46095}"/>
          </ac:picMkLst>
        </pc:picChg>
        <pc:picChg chg="add mod">
          <ac:chgData name="Kleoudis, Christi" userId="e3ac0c32-5bd1-49d1-b7b3-fb6ec094cccd" providerId="ADAL" clId="{2B6F5BB7-7F87-4AE7-90A1-EB414595E381}" dt="2026-07-08T13:50:04.622" v="984" actId="1076"/>
          <ac:picMkLst>
            <pc:docMk/>
            <pc:sldMk cId="3511508952" sldId="259"/>
            <ac:picMk id="15" creationId="{6977A975-184E-A124-BAE8-4041EE9AA229}"/>
          </ac:picMkLst>
        </pc:picChg>
      </pc:sldChg>
      <pc:sldChg chg="addSp delSp modSp add mod setBg delDesignElem">
        <pc:chgData name="Kleoudis, Christi" userId="e3ac0c32-5bd1-49d1-b7b3-fb6ec094cccd" providerId="ADAL" clId="{2B6F5BB7-7F87-4AE7-90A1-EB414595E381}" dt="2026-07-16T17:21:35.310" v="2445" actId="166"/>
        <pc:sldMkLst>
          <pc:docMk/>
          <pc:sldMk cId="2499175709" sldId="261"/>
        </pc:sldMkLst>
        <pc:spChg chg="mod">
          <ac:chgData name="Kleoudis, Christi" userId="e3ac0c32-5bd1-49d1-b7b3-fb6ec094cccd" providerId="ADAL" clId="{2B6F5BB7-7F87-4AE7-90A1-EB414595E381}" dt="2026-07-08T17:44:50.265" v="1862" actId="14100"/>
          <ac:spMkLst>
            <pc:docMk/>
            <pc:sldMk cId="2499175709" sldId="261"/>
            <ac:spMk id="2" creationId="{44B5C146-7A77-39AE-18C3-0CECDF282935}"/>
          </ac:spMkLst>
        </pc:spChg>
        <pc:spChg chg="mod ord">
          <ac:chgData name="Kleoudis, Christi" userId="e3ac0c32-5bd1-49d1-b7b3-fb6ec094cccd" providerId="ADAL" clId="{2B6F5BB7-7F87-4AE7-90A1-EB414595E381}" dt="2026-07-16T17:21:35.310" v="2445" actId="166"/>
          <ac:spMkLst>
            <pc:docMk/>
            <pc:sldMk cId="2499175709" sldId="261"/>
            <ac:spMk id="3" creationId="{AF561279-706A-5693-EFDA-6D589028FDC0}"/>
          </ac:spMkLst>
        </pc:spChg>
        <pc:picChg chg="add mod">
          <ac:chgData name="Kleoudis, Christi" userId="e3ac0c32-5bd1-49d1-b7b3-fb6ec094cccd" providerId="ADAL" clId="{2B6F5BB7-7F87-4AE7-90A1-EB414595E381}" dt="2026-07-15T16:44:05.002" v="2254" actId="14100"/>
          <ac:picMkLst>
            <pc:docMk/>
            <pc:sldMk cId="2499175709" sldId="261"/>
            <ac:picMk id="6" creationId="{F704095C-035F-937E-7F02-A963AB0C16A4}"/>
          </ac:picMkLst>
        </pc:picChg>
      </pc:sldChg>
      <pc:sldChg chg="addSp delSp modSp new mod ord modShow">
        <pc:chgData name="Kleoudis, Christi" userId="e3ac0c32-5bd1-49d1-b7b3-fb6ec094cccd" providerId="ADAL" clId="{2B6F5BB7-7F87-4AE7-90A1-EB414595E381}" dt="2026-07-08T17:48:40.878" v="1932"/>
        <pc:sldMkLst>
          <pc:docMk/>
          <pc:sldMk cId="2511007655" sldId="262"/>
        </pc:sldMkLst>
        <pc:spChg chg="add mod">
          <ac:chgData name="Kleoudis, Christi" userId="e3ac0c32-5bd1-49d1-b7b3-fb6ec094cccd" providerId="ADAL" clId="{2B6F5BB7-7F87-4AE7-90A1-EB414595E381}" dt="2026-07-08T17:26:21.902" v="1806" actId="164"/>
          <ac:spMkLst>
            <pc:docMk/>
            <pc:sldMk cId="2511007655" sldId="262"/>
            <ac:spMk id="131" creationId="{890C603D-1F79-9C38-3DC9-7027F995B781}"/>
          </ac:spMkLst>
        </pc:spChg>
        <pc:spChg chg="add mod">
          <ac:chgData name="Kleoudis, Christi" userId="e3ac0c32-5bd1-49d1-b7b3-fb6ec094cccd" providerId="ADAL" clId="{2B6F5BB7-7F87-4AE7-90A1-EB414595E381}" dt="2026-07-08T17:25:39.914" v="1803" actId="164"/>
          <ac:spMkLst>
            <pc:docMk/>
            <pc:sldMk cId="2511007655" sldId="262"/>
            <ac:spMk id="132" creationId="{77A9FCCA-A4F8-0CE5-3610-521AB156D00D}"/>
          </ac:spMkLst>
        </pc:spChg>
        <pc:spChg chg="add mod">
          <ac:chgData name="Kleoudis, Christi" userId="e3ac0c32-5bd1-49d1-b7b3-fb6ec094cccd" providerId="ADAL" clId="{2B6F5BB7-7F87-4AE7-90A1-EB414595E381}" dt="2026-07-08T17:24:08.500" v="1791" actId="164"/>
          <ac:spMkLst>
            <pc:docMk/>
            <pc:sldMk cId="2511007655" sldId="262"/>
            <ac:spMk id="133" creationId="{46FCFAA6-E47B-4766-F5AB-BBB5143015E9}"/>
          </ac:spMkLst>
        </pc:spChg>
        <pc:spChg chg="add mod ord">
          <ac:chgData name="Kleoudis, Christi" userId="e3ac0c32-5bd1-49d1-b7b3-fb6ec094cccd" providerId="ADAL" clId="{2B6F5BB7-7F87-4AE7-90A1-EB414595E381}" dt="2026-07-08T17:25:39.914" v="1803" actId="164"/>
          <ac:spMkLst>
            <pc:docMk/>
            <pc:sldMk cId="2511007655" sldId="262"/>
            <ac:spMk id="136" creationId="{59F2115F-D7A2-CF2A-45AF-67A00DB84724}"/>
          </ac:spMkLst>
        </pc:spChg>
        <pc:spChg chg="add mod ord">
          <ac:chgData name="Kleoudis, Christi" userId="e3ac0c32-5bd1-49d1-b7b3-fb6ec094cccd" providerId="ADAL" clId="{2B6F5BB7-7F87-4AE7-90A1-EB414595E381}" dt="2026-07-08T17:26:21.902" v="1806" actId="164"/>
          <ac:spMkLst>
            <pc:docMk/>
            <pc:sldMk cId="2511007655" sldId="262"/>
            <ac:spMk id="137" creationId="{2D61FCFB-E662-756C-9FF5-67BEDAF63F52}"/>
          </ac:spMkLst>
        </pc:spChg>
        <pc:spChg chg="add mod ord">
          <ac:chgData name="Kleoudis, Christi" userId="e3ac0c32-5bd1-49d1-b7b3-fb6ec094cccd" providerId="ADAL" clId="{2B6F5BB7-7F87-4AE7-90A1-EB414595E381}" dt="2026-07-08T17:25:03.596" v="1801" actId="1076"/>
          <ac:spMkLst>
            <pc:docMk/>
            <pc:sldMk cId="2511007655" sldId="262"/>
            <ac:spMk id="138" creationId="{50FA0E5A-DBC4-60F0-94C6-764D08BFD363}"/>
          </ac:spMkLst>
        </pc:spChg>
        <pc:grpChg chg="add mod">
          <ac:chgData name="Kleoudis, Christi" userId="e3ac0c32-5bd1-49d1-b7b3-fb6ec094cccd" providerId="ADAL" clId="{2B6F5BB7-7F87-4AE7-90A1-EB414595E381}" dt="2026-07-08T17:24:50.548" v="1799" actId="164"/>
          <ac:grpSpMkLst>
            <pc:docMk/>
            <pc:sldMk cId="2511007655" sldId="262"/>
            <ac:grpSpMk id="139" creationId="{435548FB-1002-FD27-7122-3BEDD8E69AA2}"/>
          </ac:grpSpMkLst>
        </pc:grpChg>
        <pc:grpChg chg="add mod">
          <ac:chgData name="Kleoudis, Christi" userId="e3ac0c32-5bd1-49d1-b7b3-fb6ec094cccd" providerId="ADAL" clId="{2B6F5BB7-7F87-4AE7-90A1-EB414595E381}" dt="2026-07-08T17:24:56.537" v="1800" actId="1076"/>
          <ac:grpSpMkLst>
            <pc:docMk/>
            <pc:sldMk cId="2511007655" sldId="262"/>
            <ac:grpSpMk id="140" creationId="{6C2A70FF-2964-FAC7-9BC9-E20F0BD83435}"/>
          </ac:grpSpMkLst>
        </pc:grpChg>
        <pc:grpChg chg="add mod">
          <ac:chgData name="Kleoudis, Christi" userId="e3ac0c32-5bd1-49d1-b7b3-fb6ec094cccd" providerId="ADAL" clId="{2B6F5BB7-7F87-4AE7-90A1-EB414595E381}" dt="2026-07-08T17:25:47.787" v="1804" actId="1076"/>
          <ac:grpSpMkLst>
            <pc:docMk/>
            <pc:sldMk cId="2511007655" sldId="262"/>
            <ac:grpSpMk id="142" creationId="{54DB01C1-813C-1705-53CD-F71F97663F9F}"/>
          </ac:grpSpMkLst>
        </pc:grpChg>
        <pc:grpChg chg="add mod">
          <ac:chgData name="Kleoudis, Christi" userId="e3ac0c32-5bd1-49d1-b7b3-fb6ec094cccd" providerId="ADAL" clId="{2B6F5BB7-7F87-4AE7-90A1-EB414595E381}" dt="2026-07-08T17:28:08.245" v="1812" actId="1076"/>
          <ac:grpSpMkLst>
            <pc:docMk/>
            <pc:sldMk cId="2511007655" sldId="262"/>
            <ac:grpSpMk id="144" creationId="{14A7481D-64FB-0A4D-66DB-82088FAD698E}"/>
          </ac:grpSpMkLst>
        </pc:grpChg>
        <pc:picChg chg="add mod ord">
          <ac:chgData name="Kleoudis, Christi" userId="e3ac0c32-5bd1-49d1-b7b3-fb6ec094cccd" providerId="ADAL" clId="{2B6F5BB7-7F87-4AE7-90A1-EB414595E381}" dt="2026-07-08T17:05:15.655" v="1631" actId="1076"/>
          <ac:picMkLst>
            <pc:docMk/>
            <pc:sldMk cId="2511007655" sldId="262"/>
            <ac:picMk id="5" creationId="{F08A927F-3272-AEBF-5CEB-68CFC6565004}"/>
          </ac:picMkLst>
        </pc:picChg>
        <pc:picChg chg="add mod">
          <ac:chgData name="Kleoudis, Christi" userId="e3ac0c32-5bd1-49d1-b7b3-fb6ec094cccd" providerId="ADAL" clId="{2B6F5BB7-7F87-4AE7-90A1-EB414595E381}" dt="2026-07-08T17:24:08.500" v="1791" actId="164"/>
          <ac:picMkLst>
            <pc:docMk/>
            <pc:sldMk cId="2511007655" sldId="262"/>
            <ac:picMk id="7" creationId="{ADFB863B-7E9F-184D-04B4-1E99C35BDA48}"/>
          </ac:picMkLst>
        </pc:picChg>
        <pc:picChg chg="add mod">
          <ac:chgData name="Kleoudis, Christi" userId="e3ac0c32-5bd1-49d1-b7b3-fb6ec094cccd" providerId="ADAL" clId="{2B6F5BB7-7F87-4AE7-90A1-EB414595E381}" dt="2026-07-08T17:26:21.902" v="1806" actId="164"/>
          <ac:picMkLst>
            <pc:docMk/>
            <pc:sldMk cId="2511007655" sldId="262"/>
            <ac:picMk id="9" creationId="{31631971-909E-1E09-0265-B86A4682E0BF}"/>
          </ac:picMkLst>
        </pc:picChg>
        <pc:picChg chg="add mod">
          <ac:chgData name="Kleoudis, Christi" userId="e3ac0c32-5bd1-49d1-b7b3-fb6ec094cccd" providerId="ADAL" clId="{2B6F5BB7-7F87-4AE7-90A1-EB414595E381}" dt="2026-07-08T17:25:39.914" v="1803" actId="164"/>
          <ac:picMkLst>
            <pc:docMk/>
            <pc:sldMk cId="2511007655" sldId="262"/>
            <ac:picMk id="11" creationId="{3953F7BC-3C6A-365C-2590-1EA0BB94B09E}"/>
          </ac:picMkLst>
        </pc:picChg>
        <pc:picChg chg="add mod">
          <ac:chgData name="Kleoudis, Christi" userId="e3ac0c32-5bd1-49d1-b7b3-fb6ec094cccd" providerId="ADAL" clId="{2B6F5BB7-7F87-4AE7-90A1-EB414595E381}" dt="2026-07-08T17:24:08.500" v="1791" actId="164"/>
          <ac:picMkLst>
            <pc:docMk/>
            <pc:sldMk cId="2511007655" sldId="262"/>
            <ac:picMk id="13" creationId="{F3CC0316-91F8-774B-289B-C6DDE3184903}"/>
          </ac:picMkLst>
        </pc:picChg>
        <pc:picChg chg="add mod">
          <ac:chgData name="Kleoudis, Christi" userId="e3ac0c32-5bd1-49d1-b7b3-fb6ec094cccd" providerId="ADAL" clId="{2B6F5BB7-7F87-4AE7-90A1-EB414595E381}" dt="2026-07-08T17:25:39.914" v="1803" actId="164"/>
          <ac:picMkLst>
            <pc:docMk/>
            <pc:sldMk cId="2511007655" sldId="262"/>
            <ac:picMk id="15" creationId="{AFED23CE-C031-B26F-F17D-74BDCDAADA8A}"/>
          </ac:picMkLst>
        </pc:picChg>
        <pc:picChg chg="add mod">
          <ac:chgData name="Kleoudis, Christi" userId="e3ac0c32-5bd1-49d1-b7b3-fb6ec094cccd" providerId="ADAL" clId="{2B6F5BB7-7F87-4AE7-90A1-EB414595E381}" dt="2026-07-08T17:25:39.914" v="1803" actId="164"/>
          <ac:picMkLst>
            <pc:docMk/>
            <pc:sldMk cId="2511007655" sldId="262"/>
            <ac:picMk id="17" creationId="{B6082EBC-7543-F903-0654-704DEFE2AD11}"/>
          </ac:picMkLst>
        </pc:picChg>
        <pc:picChg chg="add mod">
          <ac:chgData name="Kleoudis, Christi" userId="e3ac0c32-5bd1-49d1-b7b3-fb6ec094cccd" providerId="ADAL" clId="{2B6F5BB7-7F87-4AE7-90A1-EB414595E381}" dt="2026-07-08T17:26:21.902" v="1806" actId="164"/>
          <ac:picMkLst>
            <pc:docMk/>
            <pc:sldMk cId="2511007655" sldId="262"/>
            <ac:picMk id="19" creationId="{AB7EAA4B-5770-1920-509C-63353E768DBD}"/>
          </ac:picMkLst>
        </pc:picChg>
        <pc:picChg chg="add mod">
          <ac:chgData name="Kleoudis, Christi" userId="e3ac0c32-5bd1-49d1-b7b3-fb6ec094cccd" providerId="ADAL" clId="{2B6F5BB7-7F87-4AE7-90A1-EB414595E381}" dt="2026-07-08T17:24:08.500" v="1791" actId="164"/>
          <ac:picMkLst>
            <pc:docMk/>
            <pc:sldMk cId="2511007655" sldId="262"/>
            <ac:picMk id="23" creationId="{517CFE36-53BC-8582-C2F6-BD140821B216}"/>
          </ac:picMkLst>
        </pc:picChg>
        <pc:picChg chg="add mod">
          <ac:chgData name="Kleoudis, Christi" userId="e3ac0c32-5bd1-49d1-b7b3-fb6ec094cccd" providerId="ADAL" clId="{2B6F5BB7-7F87-4AE7-90A1-EB414595E381}" dt="2026-07-08T17:26:21.902" v="1806" actId="164"/>
          <ac:picMkLst>
            <pc:docMk/>
            <pc:sldMk cId="2511007655" sldId="262"/>
            <ac:picMk id="25" creationId="{2235713B-BD4E-B892-6EDF-64B08014102E}"/>
          </ac:picMkLst>
        </pc:picChg>
        <pc:picChg chg="add mod">
          <ac:chgData name="Kleoudis, Christi" userId="e3ac0c32-5bd1-49d1-b7b3-fb6ec094cccd" providerId="ADAL" clId="{2B6F5BB7-7F87-4AE7-90A1-EB414595E381}" dt="2026-07-08T17:25:39.914" v="1803" actId="164"/>
          <ac:picMkLst>
            <pc:docMk/>
            <pc:sldMk cId="2511007655" sldId="262"/>
            <ac:picMk id="27" creationId="{5356AACF-AD8C-F8AC-E2BB-8AE984B0F59A}"/>
          </ac:picMkLst>
        </pc:picChg>
        <pc:picChg chg="add mod">
          <ac:chgData name="Kleoudis, Christi" userId="e3ac0c32-5bd1-49d1-b7b3-fb6ec094cccd" providerId="ADAL" clId="{2B6F5BB7-7F87-4AE7-90A1-EB414595E381}" dt="2026-07-08T17:25:39.914" v="1803" actId="164"/>
          <ac:picMkLst>
            <pc:docMk/>
            <pc:sldMk cId="2511007655" sldId="262"/>
            <ac:picMk id="29" creationId="{7A00EFDB-B0A4-1CF0-4B0C-65F98F25C847}"/>
          </ac:picMkLst>
        </pc:picChg>
        <pc:picChg chg="add mod">
          <ac:chgData name="Kleoudis, Christi" userId="e3ac0c32-5bd1-49d1-b7b3-fb6ec094cccd" providerId="ADAL" clId="{2B6F5BB7-7F87-4AE7-90A1-EB414595E381}" dt="2026-07-08T17:25:39.914" v="1803" actId="164"/>
          <ac:picMkLst>
            <pc:docMk/>
            <pc:sldMk cId="2511007655" sldId="262"/>
            <ac:picMk id="31" creationId="{EA8671EC-A968-CDB7-1F54-5F76E4F6284F}"/>
          </ac:picMkLst>
        </pc:picChg>
        <pc:picChg chg="add mod">
          <ac:chgData name="Kleoudis, Christi" userId="e3ac0c32-5bd1-49d1-b7b3-fb6ec094cccd" providerId="ADAL" clId="{2B6F5BB7-7F87-4AE7-90A1-EB414595E381}" dt="2026-07-08T17:26:21.902" v="1806" actId="164"/>
          <ac:picMkLst>
            <pc:docMk/>
            <pc:sldMk cId="2511007655" sldId="262"/>
            <ac:picMk id="33" creationId="{7B270D19-3A1B-87C4-ED8D-DA44763CEB3D}"/>
          </ac:picMkLst>
        </pc:picChg>
        <pc:picChg chg="add mod">
          <ac:chgData name="Kleoudis, Christi" userId="e3ac0c32-5bd1-49d1-b7b3-fb6ec094cccd" providerId="ADAL" clId="{2B6F5BB7-7F87-4AE7-90A1-EB414595E381}" dt="2026-07-08T17:24:08.500" v="1791" actId="164"/>
          <ac:picMkLst>
            <pc:docMk/>
            <pc:sldMk cId="2511007655" sldId="262"/>
            <ac:picMk id="35" creationId="{CB986C09-AF98-CC9E-DFFA-B8A0CBCE89F1}"/>
          </ac:picMkLst>
        </pc:picChg>
        <pc:picChg chg="add mod">
          <ac:chgData name="Kleoudis, Christi" userId="e3ac0c32-5bd1-49d1-b7b3-fb6ec094cccd" providerId="ADAL" clId="{2B6F5BB7-7F87-4AE7-90A1-EB414595E381}" dt="2026-07-08T17:26:21.902" v="1806" actId="164"/>
          <ac:picMkLst>
            <pc:docMk/>
            <pc:sldMk cId="2511007655" sldId="262"/>
            <ac:picMk id="37" creationId="{EEA9A6F4-45E5-A80C-CE9B-3D98493D4439}"/>
          </ac:picMkLst>
        </pc:picChg>
        <pc:picChg chg="add mod">
          <ac:chgData name="Kleoudis, Christi" userId="e3ac0c32-5bd1-49d1-b7b3-fb6ec094cccd" providerId="ADAL" clId="{2B6F5BB7-7F87-4AE7-90A1-EB414595E381}" dt="2026-07-08T17:24:08.500" v="1791" actId="164"/>
          <ac:picMkLst>
            <pc:docMk/>
            <pc:sldMk cId="2511007655" sldId="262"/>
            <ac:picMk id="39" creationId="{47E0B1F0-214A-DA22-EBDD-E49BA722EC76}"/>
          </ac:picMkLst>
        </pc:picChg>
        <pc:picChg chg="add mod">
          <ac:chgData name="Kleoudis, Christi" userId="e3ac0c32-5bd1-49d1-b7b3-fb6ec094cccd" providerId="ADAL" clId="{2B6F5BB7-7F87-4AE7-90A1-EB414595E381}" dt="2026-07-08T17:26:21.902" v="1806" actId="164"/>
          <ac:picMkLst>
            <pc:docMk/>
            <pc:sldMk cId="2511007655" sldId="262"/>
            <ac:picMk id="41" creationId="{49ED9594-7BED-1CF6-CB25-0FEDDADFD6D4}"/>
          </ac:picMkLst>
        </pc:picChg>
        <pc:picChg chg="add mod">
          <ac:chgData name="Kleoudis, Christi" userId="e3ac0c32-5bd1-49d1-b7b3-fb6ec094cccd" providerId="ADAL" clId="{2B6F5BB7-7F87-4AE7-90A1-EB414595E381}" dt="2026-07-08T17:24:50.548" v="1799" actId="164"/>
          <ac:picMkLst>
            <pc:docMk/>
            <pc:sldMk cId="2511007655" sldId="262"/>
            <ac:picMk id="43" creationId="{ADA7A4CF-A76F-5EF4-16CA-51EFEFCE7AD8}"/>
          </ac:picMkLst>
        </pc:picChg>
        <pc:cxnChg chg="add mod ord">
          <ac:chgData name="Kleoudis, Christi" userId="e3ac0c32-5bd1-49d1-b7b3-fb6ec094cccd" providerId="ADAL" clId="{2B6F5BB7-7F87-4AE7-90A1-EB414595E381}" dt="2026-07-08T17:28:11.714" v="1813" actId="14100"/>
          <ac:cxnSpMkLst>
            <pc:docMk/>
            <pc:sldMk cId="2511007655" sldId="262"/>
            <ac:cxnSpMk id="46" creationId="{92FCDC13-07C6-89C7-047F-371C928C45BB}"/>
          </ac:cxnSpMkLst>
        </pc:cxnChg>
        <pc:cxnChg chg="add mod">
          <ac:chgData name="Kleoudis, Christi" userId="e3ac0c32-5bd1-49d1-b7b3-fb6ec094cccd" providerId="ADAL" clId="{2B6F5BB7-7F87-4AE7-90A1-EB414595E381}" dt="2026-07-08T17:25:10.141" v="1802" actId="14100"/>
          <ac:cxnSpMkLst>
            <pc:docMk/>
            <pc:sldMk cId="2511007655" sldId="262"/>
            <ac:cxnSpMk id="48" creationId="{3A66C81A-24F9-B592-52D7-32B19BCAABD4}"/>
          </ac:cxnSpMkLst>
        </pc:cxnChg>
        <pc:cxnChg chg="add mod">
          <ac:chgData name="Kleoudis, Christi" userId="e3ac0c32-5bd1-49d1-b7b3-fb6ec094cccd" providerId="ADAL" clId="{2B6F5BB7-7F87-4AE7-90A1-EB414595E381}" dt="2026-07-08T17:25:52.608" v="1805" actId="14100"/>
          <ac:cxnSpMkLst>
            <pc:docMk/>
            <pc:sldMk cId="2511007655" sldId="262"/>
            <ac:cxnSpMk id="68" creationId="{DC84CCE7-4D4F-B645-1EAB-EA63AABE6B02}"/>
          </ac:cxnSpMkLst>
        </pc:cxnChg>
        <pc:cxnChg chg="add mod">
          <ac:chgData name="Kleoudis, Christi" userId="e3ac0c32-5bd1-49d1-b7b3-fb6ec094cccd" providerId="ADAL" clId="{2B6F5BB7-7F87-4AE7-90A1-EB414595E381}" dt="2026-07-08T17:26:21.902" v="1806" actId="164"/>
          <ac:cxnSpMkLst>
            <pc:docMk/>
            <pc:sldMk cId="2511007655" sldId="262"/>
            <ac:cxnSpMk id="70" creationId="{1DF03B79-BA1A-3F6A-1A9F-468FA797B875}"/>
          </ac:cxnSpMkLst>
        </pc:cxnChg>
        <pc:cxnChg chg="add mod">
          <ac:chgData name="Kleoudis, Christi" userId="e3ac0c32-5bd1-49d1-b7b3-fb6ec094cccd" providerId="ADAL" clId="{2B6F5BB7-7F87-4AE7-90A1-EB414595E381}" dt="2026-07-08T17:10:25.377" v="1674" actId="14100"/>
          <ac:cxnSpMkLst>
            <pc:docMk/>
            <pc:sldMk cId="2511007655" sldId="262"/>
            <ac:cxnSpMk id="71" creationId="{7E57635B-E316-7489-ABB5-AA6D71870EB3}"/>
          </ac:cxnSpMkLst>
        </pc:cxnChg>
        <pc:cxnChg chg="add mod">
          <ac:chgData name="Kleoudis, Christi" userId="e3ac0c32-5bd1-49d1-b7b3-fb6ec094cccd" providerId="ADAL" clId="{2B6F5BB7-7F87-4AE7-90A1-EB414595E381}" dt="2026-07-08T17:10:12.707" v="1671" actId="14100"/>
          <ac:cxnSpMkLst>
            <pc:docMk/>
            <pc:sldMk cId="2511007655" sldId="262"/>
            <ac:cxnSpMk id="75" creationId="{037F479C-59ED-2B19-89F1-69D88105BFDA}"/>
          </ac:cxnSpMkLst>
        </pc:cxnChg>
        <pc:cxnChg chg="add mod">
          <ac:chgData name="Kleoudis, Christi" userId="e3ac0c32-5bd1-49d1-b7b3-fb6ec094cccd" providerId="ADAL" clId="{2B6F5BB7-7F87-4AE7-90A1-EB414595E381}" dt="2026-07-08T17:12:50.704" v="1695" actId="14100"/>
          <ac:cxnSpMkLst>
            <pc:docMk/>
            <pc:sldMk cId="2511007655" sldId="262"/>
            <ac:cxnSpMk id="80" creationId="{F02CAC73-04E9-2A9E-75B5-7691DE8834F0}"/>
          </ac:cxnSpMkLst>
        </pc:cxnChg>
        <pc:cxnChg chg="add mod">
          <ac:chgData name="Kleoudis, Christi" userId="e3ac0c32-5bd1-49d1-b7b3-fb6ec094cccd" providerId="ADAL" clId="{2B6F5BB7-7F87-4AE7-90A1-EB414595E381}" dt="2026-07-08T17:12:17.033" v="1690" actId="14100"/>
          <ac:cxnSpMkLst>
            <pc:docMk/>
            <pc:sldMk cId="2511007655" sldId="262"/>
            <ac:cxnSpMk id="85" creationId="{760BD211-802C-57A1-FF5B-75686AFBA98A}"/>
          </ac:cxnSpMkLst>
        </pc:cxnChg>
        <pc:cxnChg chg="add mod">
          <ac:chgData name="Kleoudis, Christi" userId="e3ac0c32-5bd1-49d1-b7b3-fb6ec094cccd" providerId="ADAL" clId="{2B6F5BB7-7F87-4AE7-90A1-EB414595E381}" dt="2026-07-08T17:24:29.739" v="1796" actId="1076"/>
          <ac:cxnSpMkLst>
            <pc:docMk/>
            <pc:sldMk cId="2511007655" sldId="262"/>
            <ac:cxnSpMk id="95" creationId="{8DE1561E-D2EC-8994-E734-199F4F2D8842}"/>
          </ac:cxnSpMkLst>
        </pc:cxnChg>
        <pc:cxnChg chg="add mod">
          <ac:chgData name="Kleoudis, Christi" userId="e3ac0c32-5bd1-49d1-b7b3-fb6ec094cccd" providerId="ADAL" clId="{2B6F5BB7-7F87-4AE7-90A1-EB414595E381}" dt="2026-07-08T17:13:45.314" v="1705" actId="14100"/>
          <ac:cxnSpMkLst>
            <pc:docMk/>
            <pc:sldMk cId="2511007655" sldId="262"/>
            <ac:cxnSpMk id="98" creationId="{62E34FFF-707A-99ED-0AAB-E25DF45240CE}"/>
          </ac:cxnSpMkLst>
        </pc:cxnChg>
        <pc:cxnChg chg="add mod">
          <ac:chgData name="Kleoudis, Christi" userId="e3ac0c32-5bd1-49d1-b7b3-fb6ec094cccd" providerId="ADAL" clId="{2B6F5BB7-7F87-4AE7-90A1-EB414595E381}" dt="2026-07-08T17:24:08.500" v="1791" actId="164"/>
          <ac:cxnSpMkLst>
            <pc:docMk/>
            <pc:sldMk cId="2511007655" sldId="262"/>
            <ac:cxnSpMk id="102" creationId="{88D449AD-68FA-A288-0E08-D567651FE063}"/>
          </ac:cxnSpMkLst>
        </pc:cxnChg>
        <pc:cxnChg chg="add mod">
          <ac:chgData name="Kleoudis, Christi" userId="e3ac0c32-5bd1-49d1-b7b3-fb6ec094cccd" providerId="ADAL" clId="{2B6F5BB7-7F87-4AE7-90A1-EB414595E381}" dt="2026-07-08T17:24:08.500" v="1791" actId="164"/>
          <ac:cxnSpMkLst>
            <pc:docMk/>
            <pc:sldMk cId="2511007655" sldId="262"/>
            <ac:cxnSpMk id="108" creationId="{0DD4BE01-C04C-FC83-E789-5E86505B96CA}"/>
          </ac:cxnSpMkLst>
        </pc:cxnChg>
        <pc:cxnChg chg="add mod">
          <ac:chgData name="Kleoudis, Christi" userId="e3ac0c32-5bd1-49d1-b7b3-fb6ec094cccd" providerId="ADAL" clId="{2B6F5BB7-7F87-4AE7-90A1-EB414595E381}" dt="2026-07-08T17:17:22.967" v="1736" actId="14100"/>
          <ac:cxnSpMkLst>
            <pc:docMk/>
            <pc:sldMk cId="2511007655" sldId="262"/>
            <ac:cxnSpMk id="116" creationId="{6264A20D-A8C5-7EC0-BD00-2B35AE2704DF}"/>
          </ac:cxnSpMkLst>
        </pc:cxnChg>
        <pc:cxnChg chg="add mod">
          <ac:chgData name="Kleoudis, Christi" userId="e3ac0c32-5bd1-49d1-b7b3-fb6ec094cccd" providerId="ADAL" clId="{2B6F5BB7-7F87-4AE7-90A1-EB414595E381}" dt="2026-07-08T17:25:39.914" v="1803" actId="164"/>
          <ac:cxnSpMkLst>
            <pc:docMk/>
            <pc:sldMk cId="2511007655" sldId="262"/>
            <ac:cxnSpMk id="121" creationId="{62D764EB-517D-F789-BCFF-91BAB9687117}"/>
          </ac:cxnSpMkLst>
        </pc:cxnChg>
        <pc:cxnChg chg="add mod">
          <ac:chgData name="Kleoudis, Christi" userId="e3ac0c32-5bd1-49d1-b7b3-fb6ec094cccd" providerId="ADAL" clId="{2B6F5BB7-7F87-4AE7-90A1-EB414595E381}" dt="2026-07-08T17:18:41.312" v="1752" actId="14100"/>
          <ac:cxnSpMkLst>
            <pc:docMk/>
            <pc:sldMk cId="2511007655" sldId="262"/>
            <ac:cxnSpMk id="126" creationId="{E3AD7C67-AF46-EF84-197F-B844752B9812}"/>
          </ac:cxnSpMkLst>
        </pc:cxnChg>
      </pc:sldChg>
      <pc:sldChg chg="addSp delSp modSp new mod setBg">
        <pc:chgData name="Kleoudis, Christi" userId="e3ac0c32-5bd1-49d1-b7b3-fb6ec094cccd" providerId="ADAL" clId="{2B6F5BB7-7F87-4AE7-90A1-EB414595E381}" dt="2026-07-23T18:09:28.828" v="2447" actId="20577"/>
        <pc:sldMkLst>
          <pc:docMk/>
          <pc:sldMk cId="247374353" sldId="264"/>
        </pc:sldMkLst>
        <pc:spChg chg="mod ord">
          <ac:chgData name="Kleoudis, Christi" userId="e3ac0c32-5bd1-49d1-b7b3-fb6ec094cccd" providerId="ADAL" clId="{2B6F5BB7-7F87-4AE7-90A1-EB414595E381}" dt="2026-07-08T17:42:05.109" v="1842" actId="26606"/>
          <ac:spMkLst>
            <pc:docMk/>
            <pc:sldMk cId="247374353" sldId="264"/>
            <ac:spMk id="2" creationId="{1D2ECBE5-E46A-D524-379E-B92FAC931BE8}"/>
          </ac:spMkLst>
        </pc:spChg>
        <pc:spChg chg="add mod">
          <ac:chgData name="Kleoudis, Christi" userId="e3ac0c32-5bd1-49d1-b7b3-fb6ec094cccd" providerId="ADAL" clId="{2B6F5BB7-7F87-4AE7-90A1-EB414595E381}" dt="2026-07-23T18:09:28.828" v="2447" actId="20577"/>
          <ac:spMkLst>
            <pc:docMk/>
            <pc:sldMk cId="247374353" sldId="264"/>
            <ac:spMk id="12" creationId="{AAD1544F-FD34-3924-25DC-EE5AB20B7F91}"/>
          </ac:spMkLst>
        </pc:spChg>
        <pc:picChg chg="add mod ord">
          <ac:chgData name="Kleoudis, Christi" userId="e3ac0c32-5bd1-49d1-b7b3-fb6ec094cccd" providerId="ADAL" clId="{2B6F5BB7-7F87-4AE7-90A1-EB414595E381}" dt="2026-07-08T17:42:05.109" v="1842" actId="26606"/>
          <ac:picMkLst>
            <pc:docMk/>
            <pc:sldMk cId="247374353" sldId="264"/>
            <ac:picMk id="8" creationId="{AAC5D657-F358-108E-73D8-63C3136C67BB}"/>
          </ac:picMkLst>
        </pc:picChg>
      </pc:sldChg>
      <pc:sldChg chg="addSp delSp modSp new mod">
        <pc:chgData name="Kleoudis, Christi" userId="e3ac0c32-5bd1-49d1-b7b3-fb6ec094cccd" providerId="ADAL" clId="{2B6F5BB7-7F87-4AE7-90A1-EB414595E381}" dt="2026-07-15T16:43:02.696" v="2244" actId="14100"/>
        <pc:sldMkLst>
          <pc:docMk/>
          <pc:sldMk cId="280618034" sldId="265"/>
        </pc:sldMkLst>
        <pc:spChg chg="mod">
          <ac:chgData name="Kleoudis, Christi" userId="e3ac0c32-5bd1-49d1-b7b3-fb6ec094cccd" providerId="ADAL" clId="{2B6F5BB7-7F87-4AE7-90A1-EB414595E381}" dt="2026-07-15T16:42:48.794" v="2243" actId="1076"/>
          <ac:spMkLst>
            <pc:docMk/>
            <pc:sldMk cId="280618034" sldId="265"/>
            <ac:spMk id="2" creationId="{1AED7731-6410-D749-230D-232659373275}"/>
          </ac:spMkLst>
        </pc:spChg>
        <pc:picChg chg="add mod ord">
          <ac:chgData name="Kleoudis, Christi" userId="e3ac0c32-5bd1-49d1-b7b3-fb6ec094cccd" providerId="ADAL" clId="{2B6F5BB7-7F87-4AE7-90A1-EB414595E381}" dt="2026-07-15T16:43:02.696" v="2244" actId="14100"/>
          <ac:picMkLst>
            <pc:docMk/>
            <pc:sldMk cId="280618034" sldId="265"/>
            <ac:picMk id="5" creationId="{37244DB6-25A7-13EA-9DE9-6443FC35670E}"/>
          </ac:picMkLst>
        </pc:picChg>
      </pc:sldChg>
      <pc:sldChg chg="addSp delSp modSp new mod setBg">
        <pc:chgData name="Kleoudis, Christi" userId="e3ac0c32-5bd1-49d1-b7b3-fb6ec094cccd" providerId="ADAL" clId="{2B6F5BB7-7F87-4AE7-90A1-EB414595E381}" dt="2026-07-15T16:44:49.330" v="2256" actId="14100"/>
        <pc:sldMkLst>
          <pc:docMk/>
          <pc:sldMk cId="1019746182" sldId="266"/>
        </pc:sldMkLst>
        <pc:picChg chg="add mod ord">
          <ac:chgData name="Kleoudis, Christi" userId="e3ac0c32-5bd1-49d1-b7b3-fb6ec094cccd" providerId="ADAL" clId="{2B6F5BB7-7F87-4AE7-90A1-EB414595E381}" dt="2026-07-15T16:44:49.330" v="2256" actId="14100"/>
          <ac:picMkLst>
            <pc:docMk/>
            <pc:sldMk cId="1019746182" sldId="266"/>
            <ac:picMk id="5" creationId="{5FB5269F-0543-26B7-3192-5096B4C66DEE}"/>
          </ac:picMkLst>
        </pc:picChg>
      </pc:sldChg>
      <pc:sldChg chg="modSp add mod">
        <pc:chgData name="Kleoudis, Christi" userId="e3ac0c32-5bd1-49d1-b7b3-fb6ec094cccd" providerId="ADAL" clId="{2B6F5BB7-7F87-4AE7-90A1-EB414595E381}" dt="2026-07-23T18:10:23.840" v="2449" actId="27636"/>
        <pc:sldMkLst>
          <pc:docMk/>
          <pc:sldMk cId="180516179" sldId="2147483645"/>
        </pc:sldMkLst>
        <pc:spChg chg="mod">
          <ac:chgData name="Kleoudis, Christi" userId="e3ac0c32-5bd1-49d1-b7b3-fb6ec094cccd" providerId="ADAL" clId="{2B6F5BB7-7F87-4AE7-90A1-EB414595E381}" dt="2026-07-23T18:10:23.840" v="2449" actId="27636"/>
          <ac:spMkLst>
            <pc:docMk/>
            <pc:sldMk cId="180516179" sldId="2147483645"/>
            <ac:spMk id="2" creationId="{77C120F5-931D-C934-AA5F-35051E18E58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FA5BF3-E607-4A11-97DA-52ABD04963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75B358-C146-4E0E-9E9F-E93A36BBC1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Capture specifications for logistics and assumptions</a:t>
          </a:r>
        </a:p>
      </dgm:t>
    </dgm:pt>
    <dgm:pt modelId="{C3206C40-CC63-442E-9FC4-2F22970D402F}" type="parTrans" cxnId="{917597B2-E509-42BA-8487-065D5B4C6FE9}">
      <dgm:prSet/>
      <dgm:spPr/>
      <dgm:t>
        <a:bodyPr/>
        <a:lstStyle/>
        <a:p>
          <a:endParaRPr lang="en-US"/>
        </a:p>
      </dgm:t>
    </dgm:pt>
    <dgm:pt modelId="{E2D04E6A-FFDF-47E3-818A-982CE35FB766}" type="sibTrans" cxnId="{917597B2-E509-42BA-8487-065D5B4C6FE9}">
      <dgm:prSet/>
      <dgm:spPr/>
      <dgm:t>
        <a:bodyPr/>
        <a:lstStyle/>
        <a:p>
          <a:endParaRPr lang="en-US"/>
        </a:p>
      </dgm:t>
    </dgm:pt>
    <dgm:pt modelId="{2EA89CED-AADB-4838-92EC-8D9F828EB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Determine how to weight importance of optimizing drug wastage, costs, and stock out</a:t>
          </a:r>
        </a:p>
      </dgm:t>
    </dgm:pt>
    <dgm:pt modelId="{19D17CC9-D11B-4432-BFCE-4EBA3BAB1C1F}" type="parTrans" cxnId="{C6569663-6E0B-4B80-9EDA-447DB4C1F2FE}">
      <dgm:prSet/>
      <dgm:spPr/>
      <dgm:t>
        <a:bodyPr/>
        <a:lstStyle/>
        <a:p>
          <a:endParaRPr lang="en-US"/>
        </a:p>
      </dgm:t>
    </dgm:pt>
    <dgm:pt modelId="{2876A02B-275F-4F56-B29A-80BB38FAFB39}" type="sibTrans" cxnId="{C6569663-6E0B-4B80-9EDA-447DB4C1F2FE}">
      <dgm:prSet/>
      <dgm:spPr/>
      <dgm:t>
        <a:bodyPr/>
        <a:lstStyle/>
        <a:p>
          <a:endParaRPr lang="en-US"/>
        </a:p>
      </dgm:t>
    </dgm:pt>
    <dgm:pt modelId="{6FC9DD3F-95C0-48D8-99B8-D31052DFA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AI to create a simulation plan</a:t>
          </a:r>
        </a:p>
      </dgm:t>
    </dgm:pt>
    <dgm:pt modelId="{F5219E33-9FE6-46A0-B81F-081B344314F8}" type="parTrans" cxnId="{7157365C-78BD-4FFE-A90F-F9CC6EC86233}">
      <dgm:prSet/>
      <dgm:spPr/>
      <dgm:t>
        <a:bodyPr/>
        <a:lstStyle/>
        <a:p>
          <a:endParaRPr lang="en-US"/>
        </a:p>
      </dgm:t>
    </dgm:pt>
    <dgm:pt modelId="{AE786ADA-E384-4142-8598-7D70181B559C}" type="sibTrans" cxnId="{7157365C-78BD-4FFE-A90F-F9CC6EC86233}">
      <dgm:prSet/>
      <dgm:spPr/>
      <dgm:t>
        <a:bodyPr/>
        <a:lstStyle/>
        <a:p>
          <a:endParaRPr lang="en-US"/>
        </a:p>
      </dgm:t>
    </dgm:pt>
    <dgm:pt modelId="{BF9DF3F9-58BB-4B6B-A6A5-8F5B857F1E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Conduct interactive simulations until all modules are complete</a:t>
          </a:r>
        </a:p>
      </dgm:t>
    </dgm:pt>
    <dgm:pt modelId="{CD1FF02B-CE7A-403D-80C3-B4B19B4B2838}" type="parTrans" cxnId="{492A645C-E867-43BA-AE26-FBC06F8BF512}">
      <dgm:prSet/>
      <dgm:spPr/>
      <dgm:t>
        <a:bodyPr/>
        <a:lstStyle/>
        <a:p>
          <a:endParaRPr lang="en-US"/>
        </a:p>
      </dgm:t>
    </dgm:pt>
    <dgm:pt modelId="{C3AE7A5E-F2CC-43DB-AF87-A8BAA586FD4E}" type="sibTrans" cxnId="{492A645C-E867-43BA-AE26-FBC06F8BF512}">
      <dgm:prSet/>
      <dgm:spPr/>
      <dgm:t>
        <a:bodyPr/>
        <a:lstStyle/>
        <a:p>
          <a:endParaRPr lang="en-US"/>
        </a:p>
      </dgm:t>
    </dgm:pt>
    <dgm:pt modelId="{019C1850-6AE7-4ED1-A7A6-B057CE303B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Perform sensitivity analyses to check simulation logic</a:t>
          </a:r>
        </a:p>
      </dgm:t>
    </dgm:pt>
    <dgm:pt modelId="{3FA75E9E-3175-409C-A308-E2E8648F08D5}" type="parTrans" cxnId="{6F2C3ABE-71F7-49AD-80BA-CAE12C757C96}">
      <dgm:prSet/>
      <dgm:spPr/>
      <dgm:t>
        <a:bodyPr/>
        <a:lstStyle/>
        <a:p>
          <a:endParaRPr lang="en-US"/>
        </a:p>
      </dgm:t>
    </dgm:pt>
    <dgm:pt modelId="{2EBDCD0E-DA1C-4876-B666-A2075D7E6C46}" type="sibTrans" cxnId="{6F2C3ABE-71F7-49AD-80BA-CAE12C757C96}">
      <dgm:prSet/>
      <dgm:spPr/>
      <dgm:t>
        <a:bodyPr/>
        <a:lstStyle/>
        <a:p>
          <a:endParaRPr lang="en-US"/>
        </a:p>
      </dgm:t>
    </dgm:pt>
    <dgm:pt modelId="{2F5261C2-EE55-4B7A-930A-D763C2AAB1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Model against the outcomes: drug wastage, stock out</a:t>
          </a:r>
        </a:p>
      </dgm:t>
    </dgm:pt>
    <dgm:pt modelId="{041F0547-357E-4DBE-8518-66864B63841A}" type="parTrans" cxnId="{66A0CC29-25EA-4A63-9602-35B9B447FFE4}">
      <dgm:prSet/>
      <dgm:spPr/>
      <dgm:t>
        <a:bodyPr/>
        <a:lstStyle/>
        <a:p>
          <a:endParaRPr lang="en-US"/>
        </a:p>
      </dgm:t>
    </dgm:pt>
    <dgm:pt modelId="{8141925B-47FF-4E78-A71D-8A57C8BAABEF}" type="sibTrans" cxnId="{66A0CC29-25EA-4A63-9602-35B9B447FFE4}">
      <dgm:prSet/>
      <dgm:spPr/>
      <dgm:t>
        <a:bodyPr/>
        <a:lstStyle/>
        <a:p>
          <a:endParaRPr lang="en-US"/>
        </a:p>
      </dgm:t>
    </dgm:pt>
    <dgm:pt modelId="{B55D100A-59E2-44D8-A380-AAC334CCFD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Verify code generated by AI</a:t>
          </a:r>
        </a:p>
      </dgm:t>
    </dgm:pt>
    <dgm:pt modelId="{396CBE01-1D5D-4AD4-ADD2-45D6DD21C701}" type="parTrans" cxnId="{71373F88-AB6C-4302-8346-97B949C8F61D}">
      <dgm:prSet/>
      <dgm:spPr/>
      <dgm:t>
        <a:bodyPr/>
        <a:lstStyle/>
        <a:p>
          <a:endParaRPr lang="en-US"/>
        </a:p>
      </dgm:t>
    </dgm:pt>
    <dgm:pt modelId="{7566822C-34A6-4807-BB11-844B4A5FF1E3}" type="sibTrans" cxnId="{71373F88-AB6C-4302-8346-97B949C8F61D}">
      <dgm:prSet/>
      <dgm:spPr/>
      <dgm:t>
        <a:bodyPr/>
        <a:lstStyle/>
        <a:p>
          <a:endParaRPr lang="en-US"/>
        </a:p>
      </dgm:t>
    </dgm:pt>
    <dgm:pt modelId="{F4AD2505-150D-4E87-96CB-868F568D1FAD}" type="pres">
      <dgm:prSet presAssocID="{69FA5BF3-E607-4A11-97DA-52ABD049630F}" presName="root" presStyleCnt="0">
        <dgm:presLayoutVars>
          <dgm:dir/>
          <dgm:resizeHandles val="exact"/>
        </dgm:presLayoutVars>
      </dgm:prSet>
      <dgm:spPr/>
    </dgm:pt>
    <dgm:pt modelId="{BECA17B1-5456-4C4B-9FCC-6A704CB38BBF}" type="pres">
      <dgm:prSet presAssocID="{5F75B358-C146-4E0E-9E9F-E93A36BBC1CF}" presName="compNode" presStyleCnt="0"/>
      <dgm:spPr/>
    </dgm:pt>
    <dgm:pt modelId="{9111D5B6-6839-4538-96B0-282FD7686E19}" type="pres">
      <dgm:prSet presAssocID="{5F75B358-C146-4E0E-9E9F-E93A36BBC1CF}" presName="bgRect" presStyleLbl="bgShp" presStyleIdx="0" presStyleCnt="7"/>
      <dgm:spPr/>
    </dgm:pt>
    <dgm:pt modelId="{B46C1234-6056-4A65-8131-315432ABFE5E}" type="pres">
      <dgm:prSet presAssocID="{5F75B358-C146-4E0E-9E9F-E93A36BBC1CF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990DD9FE-3694-4DCE-9BA3-7E1717F67449}" type="pres">
      <dgm:prSet presAssocID="{5F75B358-C146-4E0E-9E9F-E93A36BBC1CF}" presName="spaceRect" presStyleCnt="0"/>
      <dgm:spPr/>
    </dgm:pt>
    <dgm:pt modelId="{3C350A35-11A7-4D9F-BF41-30ED65A81A1C}" type="pres">
      <dgm:prSet presAssocID="{5F75B358-C146-4E0E-9E9F-E93A36BBC1CF}" presName="parTx" presStyleLbl="revTx" presStyleIdx="0" presStyleCnt="7">
        <dgm:presLayoutVars>
          <dgm:chMax val="0"/>
          <dgm:chPref val="0"/>
        </dgm:presLayoutVars>
      </dgm:prSet>
      <dgm:spPr/>
    </dgm:pt>
    <dgm:pt modelId="{AFBF9ADB-4F23-41AB-B3EC-EA846C66CECC}" type="pres">
      <dgm:prSet presAssocID="{E2D04E6A-FFDF-47E3-818A-982CE35FB766}" presName="sibTrans" presStyleCnt="0"/>
      <dgm:spPr/>
    </dgm:pt>
    <dgm:pt modelId="{2A2F4156-27E4-480A-839C-F88701DF2F4F}" type="pres">
      <dgm:prSet presAssocID="{2EA89CED-AADB-4838-92EC-8D9F828EB152}" presName="compNode" presStyleCnt="0"/>
      <dgm:spPr/>
    </dgm:pt>
    <dgm:pt modelId="{BBDEFFB0-97F6-484C-B96B-898E5F3C1659}" type="pres">
      <dgm:prSet presAssocID="{2EA89CED-AADB-4838-92EC-8D9F828EB152}" presName="bgRect" presStyleLbl="bgShp" presStyleIdx="1" presStyleCnt="7"/>
      <dgm:spPr/>
    </dgm:pt>
    <dgm:pt modelId="{C35FA038-D4FE-43FB-AAE8-A0F096F43BC3}" type="pres">
      <dgm:prSet presAssocID="{2EA89CED-AADB-4838-92EC-8D9F828EB152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F7DBE579-5FF3-445C-B066-5801293B57BA}" type="pres">
      <dgm:prSet presAssocID="{2EA89CED-AADB-4838-92EC-8D9F828EB152}" presName="spaceRect" presStyleCnt="0"/>
      <dgm:spPr/>
    </dgm:pt>
    <dgm:pt modelId="{76D974D2-2399-4E83-B415-E8E948F69604}" type="pres">
      <dgm:prSet presAssocID="{2EA89CED-AADB-4838-92EC-8D9F828EB152}" presName="parTx" presStyleLbl="revTx" presStyleIdx="1" presStyleCnt="7">
        <dgm:presLayoutVars>
          <dgm:chMax val="0"/>
          <dgm:chPref val="0"/>
        </dgm:presLayoutVars>
      </dgm:prSet>
      <dgm:spPr/>
    </dgm:pt>
    <dgm:pt modelId="{CDE04BE8-F99C-44E4-9872-2D765A15178D}" type="pres">
      <dgm:prSet presAssocID="{2876A02B-275F-4F56-B29A-80BB38FAFB39}" presName="sibTrans" presStyleCnt="0"/>
      <dgm:spPr/>
    </dgm:pt>
    <dgm:pt modelId="{484C549F-7109-4BCF-AB59-AB798022B728}" type="pres">
      <dgm:prSet presAssocID="{6FC9DD3F-95C0-48D8-99B8-D31052DFA916}" presName="compNode" presStyleCnt="0"/>
      <dgm:spPr/>
    </dgm:pt>
    <dgm:pt modelId="{973B97F9-8246-4925-8D88-ED220624CF94}" type="pres">
      <dgm:prSet presAssocID="{6FC9DD3F-95C0-48D8-99B8-D31052DFA916}" presName="bgRect" presStyleLbl="bgShp" presStyleIdx="2" presStyleCnt="7"/>
      <dgm:spPr/>
    </dgm:pt>
    <dgm:pt modelId="{03C170F8-16D7-46EC-A35A-7A14915EB659}" type="pres">
      <dgm:prSet presAssocID="{6FC9DD3F-95C0-48D8-99B8-D31052DFA916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B5EC8AD-22A2-4F95-BCE6-CF54D65C47D9}" type="pres">
      <dgm:prSet presAssocID="{6FC9DD3F-95C0-48D8-99B8-D31052DFA916}" presName="spaceRect" presStyleCnt="0"/>
      <dgm:spPr/>
    </dgm:pt>
    <dgm:pt modelId="{409F0525-F538-4970-9731-27838D6179C1}" type="pres">
      <dgm:prSet presAssocID="{6FC9DD3F-95C0-48D8-99B8-D31052DFA916}" presName="parTx" presStyleLbl="revTx" presStyleIdx="2" presStyleCnt="7">
        <dgm:presLayoutVars>
          <dgm:chMax val="0"/>
          <dgm:chPref val="0"/>
        </dgm:presLayoutVars>
      </dgm:prSet>
      <dgm:spPr/>
    </dgm:pt>
    <dgm:pt modelId="{95D155AD-3140-4B32-96D0-3D8ACD98B88A}" type="pres">
      <dgm:prSet presAssocID="{AE786ADA-E384-4142-8598-7D70181B559C}" presName="sibTrans" presStyleCnt="0"/>
      <dgm:spPr/>
    </dgm:pt>
    <dgm:pt modelId="{230FF7F4-E158-413B-B3A2-C4CD6AA896EE}" type="pres">
      <dgm:prSet presAssocID="{BF9DF3F9-58BB-4B6B-A6A5-8F5B857F1E3C}" presName="compNode" presStyleCnt="0"/>
      <dgm:spPr/>
    </dgm:pt>
    <dgm:pt modelId="{A803E2CD-7244-48F4-A7CC-D6E4B8A302C4}" type="pres">
      <dgm:prSet presAssocID="{BF9DF3F9-58BB-4B6B-A6A5-8F5B857F1E3C}" presName="bgRect" presStyleLbl="bgShp" presStyleIdx="3" presStyleCnt="7"/>
      <dgm:spPr/>
    </dgm:pt>
    <dgm:pt modelId="{934BFB15-B418-4A3C-9C3C-D148D6661CDC}" type="pres">
      <dgm:prSet presAssocID="{BF9DF3F9-58BB-4B6B-A6A5-8F5B857F1E3C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78144DD-C611-4C6F-8B59-0C279FF77B2A}" type="pres">
      <dgm:prSet presAssocID="{BF9DF3F9-58BB-4B6B-A6A5-8F5B857F1E3C}" presName="spaceRect" presStyleCnt="0"/>
      <dgm:spPr/>
    </dgm:pt>
    <dgm:pt modelId="{F54F304C-2229-49D9-AA1A-BBB5C77A0986}" type="pres">
      <dgm:prSet presAssocID="{BF9DF3F9-58BB-4B6B-A6A5-8F5B857F1E3C}" presName="parTx" presStyleLbl="revTx" presStyleIdx="3" presStyleCnt="7">
        <dgm:presLayoutVars>
          <dgm:chMax val="0"/>
          <dgm:chPref val="0"/>
        </dgm:presLayoutVars>
      </dgm:prSet>
      <dgm:spPr/>
    </dgm:pt>
    <dgm:pt modelId="{4C9C9767-BD0A-4189-9F5C-9D7AF41AE491}" type="pres">
      <dgm:prSet presAssocID="{C3AE7A5E-F2CC-43DB-AF87-A8BAA586FD4E}" presName="sibTrans" presStyleCnt="0"/>
      <dgm:spPr/>
    </dgm:pt>
    <dgm:pt modelId="{11C882B9-31D7-490F-AFC9-6CDF250EC7EF}" type="pres">
      <dgm:prSet presAssocID="{019C1850-6AE7-4ED1-A7A6-B057CE303BB1}" presName="compNode" presStyleCnt="0"/>
      <dgm:spPr/>
    </dgm:pt>
    <dgm:pt modelId="{260ECB6D-7BC3-4BFA-AC37-A74F4BB1B726}" type="pres">
      <dgm:prSet presAssocID="{019C1850-6AE7-4ED1-A7A6-B057CE303BB1}" presName="bgRect" presStyleLbl="bgShp" presStyleIdx="4" presStyleCnt="7"/>
      <dgm:spPr/>
    </dgm:pt>
    <dgm:pt modelId="{5CF559B1-5B84-4105-BDDA-8FEEE26BD7CE}" type="pres">
      <dgm:prSet presAssocID="{019C1850-6AE7-4ED1-A7A6-B057CE303BB1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81D5498-BD5F-4569-8BAE-06B3C109CBAC}" type="pres">
      <dgm:prSet presAssocID="{019C1850-6AE7-4ED1-A7A6-B057CE303BB1}" presName="spaceRect" presStyleCnt="0"/>
      <dgm:spPr/>
    </dgm:pt>
    <dgm:pt modelId="{101503E4-8F1D-41C0-BE0F-FE51E461699B}" type="pres">
      <dgm:prSet presAssocID="{019C1850-6AE7-4ED1-A7A6-B057CE303BB1}" presName="parTx" presStyleLbl="revTx" presStyleIdx="4" presStyleCnt="7">
        <dgm:presLayoutVars>
          <dgm:chMax val="0"/>
          <dgm:chPref val="0"/>
        </dgm:presLayoutVars>
      </dgm:prSet>
      <dgm:spPr/>
    </dgm:pt>
    <dgm:pt modelId="{093FD0AE-4396-4AED-9A07-9A3A90946B15}" type="pres">
      <dgm:prSet presAssocID="{2EBDCD0E-DA1C-4876-B666-A2075D7E6C46}" presName="sibTrans" presStyleCnt="0"/>
      <dgm:spPr/>
    </dgm:pt>
    <dgm:pt modelId="{019081FA-894B-4547-9D10-F5C77CB1A849}" type="pres">
      <dgm:prSet presAssocID="{2F5261C2-EE55-4B7A-930A-D763C2AAB1E2}" presName="compNode" presStyleCnt="0"/>
      <dgm:spPr/>
    </dgm:pt>
    <dgm:pt modelId="{7A12F436-BD57-4AA3-80B5-355D2416740A}" type="pres">
      <dgm:prSet presAssocID="{2F5261C2-EE55-4B7A-930A-D763C2AAB1E2}" presName="bgRect" presStyleLbl="bgShp" presStyleIdx="5" presStyleCnt="7"/>
      <dgm:spPr/>
    </dgm:pt>
    <dgm:pt modelId="{ADF36799-73B9-49A1-85CA-3FCADF47D81C}" type="pres">
      <dgm:prSet presAssocID="{2F5261C2-EE55-4B7A-930A-D763C2AAB1E2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3353E9A8-8570-4E68-9B6D-ABE8ACE2004D}" type="pres">
      <dgm:prSet presAssocID="{2F5261C2-EE55-4B7A-930A-D763C2AAB1E2}" presName="spaceRect" presStyleCnt="0"/>
      <dgm:spPr/>
    </dgm:pt>
    <dgm:pt modelId="{497FD057-83AC-4C00-A956-3DC4D5629E48}" type="pres">
      <dgm:prSet presAssocID="{2F5261C2-EE55-4B7A-930A-D763C2AAB1E2}" presName="parTx" presStyleLbl="revTx" presStyleIdx="5" presStyleCnt="7">
        <dgm:presLayoutVars>
          <dgm:chMax val="0"/>
          <dgm:chPref val="0"/>
        </dgm:presLayoutVars>
      </dgm:prSet>
      <dgm:spPr/>
    </dgm:pt>
    <dgm:pt modelId="{2B940B14-0400-480C-AD58-49BE9C6A1DBE}" type="pres">
      <dgm:prSet presAssocID="{8141925B-47FF-4E78-A71D-8A57C8BAABEF}" presName="sibTrans" presStyleCnt="0"/>
      <dgm:spPr/>
    </dgm:pt>
    <dgm:pt modelId="{26D8E159-CA78-47D4-B861-F40CBE53CC5F}" type="pres">
      <dgm:prSet presAssocID="{B55D100A-59E2-44D8-A380-AAC334CCFDEC}" presName="compNode" presStyleCnt="0"/>
      <dgm:spPr/>
    </dgm:pt>
    <dgm:pt modelId="{9A81C360-D019-4FF7-9F83-BC2D26374AE0}" type="pres">
      <dgm:prSet presAssocID="{B55D100A-59E2-44D8-A380-AAC334CCFDEC}" presName="bgRect" presStyleLbl="bgShp" presStyleIdx="6" presStyleCnt="7"/>
      <dgm:spPr/>
    </dgm:pt>
    <dgm:pt modelId="{FB5B0319-BC25-4FCB-B17A-9E1C2F93E03F}" type="pres">
      <dgm:prSet presAssocID="{B55D100A-59E2-44D8-A380-AAC334CCFDEC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396052C-F896-48C9-AC13-A81DD3F7EE29}" type="pres">
      <dgm:prSet presAssocID="{B55D100A-59E2-44D8-A380-AAC334CCFDEC}" presName="spaceRect" presStyleCnt="0"/>
      <dgm:spPr/>
    </dgm:pt>
    <dgm:pt modelId="{9E815C22-C70A-40BD-ABED-637B478F6B89}" type="pres">
      <dgm:prSet presAssocID="{B55D100A-59E2-44D8-A380-AAC334CCFDEC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D240C0B-934C-49F9-926C-ADFA3E881D73}" type="presOf" srcId="{2EA89CED-AADB-4838-92EC-8D9F828EB152}" destId="{76D974D2-2399-4E83-B415-E8E948F69604}" srcOrd="0" destOrd="0" presId="urn:microsoft.com/office/officeart/2018/2/layout/IconVerticalSolidList"/>
    <dgm:cxn modelId="{45AA670D-28FE-410D-8092-691429B6489C}" type="presOf" srcId="{69FA5BF3-E607-4A11-97DA-52ABD049630F}" destId="{F4AD2505-150D-4E87-96CB-868F568D1FAD}" srcOrd="0" destOrd="0" presId="urn:microsoft.com/office/officeart/2018/2/layout/IconVerticalSolidList"/>
    <dgm:cxn modelId="{66A0CC29-25EA-4A63-9602-35B9B447FFE4}" srcId="{69FA5BF3-E607-4A11-97DA-52ABD049630F}" destId="{2F5261C2-EE55-4B7A-930A-D763C2AAB1E2}" srcOrd="5" destOrd="0" parTransId="{041F0547-357E-4DBE-8518-66864B63841A}" sibTransId="{8141925B-47FF-4E78-A71D-8A57C8BAABEF}"/>
    <dgm:cxn modelId="{7157365C-78BD-4FFE-A90F-F9CC6EC86233}" srcId="{69FA5BF3-E607-4A11-97DA-52ABD049630F}" destId="{6FC9DD3F-95C0-48D8-99B8-D31052DFA916}" srcOrd="2" destOrd="0" parTransId="{F5219E33-9FE6-46A0-B81F-081B344314F8}" sibTransId="{AE786ADA-E384-4142-8598-7D70181B559C}"/>
    <dgm:cxn modelId="{492A645C-E867-43BA-AE26-FBC06F8BF512}" srcId="{69FA5BF3-E607-4A11-97DA-52ABD049630F}" destId="{BF9DF3F9-58BB-4B6B-A6A5-8F5B857F1E3C}" srcOrd="3" destOrd="0" parTransId="{CD1FF02B-CE7A-403D-80C3-B4B19B4B2838}" sibTransId="{C3AE7A5E-F2CC-43DB-AF87-A8BAA586FD4E}"/>
    <dgm:cxn modelId="{C6569663-6E0B-4B80-9EDA-447DB4C1F2FE}" srcId="{69FA5BF3-E607-4A11-97DA-52ABD049630F}" destId="{2EA89CED-AADB-4838-92EC-8D9F828EB152}" srcOrd="1" destOrd="0" parTransId="{19D17CC9-D11B-4432-BFCE-4EBA3BAB1C1F}" sibTransId="{2876A02B-275F-4F56-B29A-80BB38FAFB39}"/>
    <dgm:cxn modelId="{1A9A6A70-1093-426C-B41B-4934137F9F7A}" type="presOf" srcId="{019C1850-6AE7-4ED1-A7A6-B057CE303BB1}" destId="{101503E4-8F1D-41C0-BE0F-FE51E461699B}" srcOrd="0" destOrd="0" presId="urn:microsoft.com/office/officeart/2018/2/layout/IconVerticalSolidList"/>
    <dgm:cxn modelId="{5114F670-8B5E-4236-BC89-0E0F4CDA863D}" type="presOf" srcId="{6FC9DD3F-95C0-48D8-99B8-D31052DFA916}" destId="{409F0525-F538-4970-9731-27838D6179C1}" srcOrd="0" destOrd="0" presId="urn:microsoft.com/office/officeart/2018/2/layout/IconVerticalSolidList"/>
    <dgm:cxn modelId="{71373F88-AB6C-4302-8346-97B949C8F61D}" srcId="{69FA5BF3-E607-4A11-97DA-52ABD049630F}" destId="{B55D100A-59E2-44D8-A380-AAC334CCFDEC}" srcOrd="6" destOrd="0" parTransId="{396CBE01-1D5D-4AD4-ADD2-45D6DD21C701}" sibTransId="{7566822C-34A6-4807-BB11-844B4A5FF1E3}"/>
    <dgm:cxn modelId="{4A4BA0A8-BF30-416D-8B35-4A9620936A04}" type="presOf" srcId="{2F5261C2-EE55-4B7A-930A-D763C2AAB1E2}" destId="{497FD057-83AC-4C00-A956-3DC4D5629E48}" srcOrd="0" destOrd="0" presId="urn:microsoft.com/office/officeart/2018/2/layout/IconVerticalSolidList"/>
    <dgm:cxn modelId="{417375AA-4F51-4A3F-91FD-DC0B9284295A}" type="presOf" srcId="{B55D100A-59E2-44D8-A380-AAC334CCFDEC}" destId="{9E815C22-C70A-40BD-ABED-637B478F6B89}" srcOrd="0" destOrd="0" presId="urn:microsoft.com/office/officeart/2018/2/layout/IconVerticalSolidList"/>
    <dgm:cxn modelId="{AC420EAB-7735-4C2C-BB03-B43C134503AE}" type="presOf" srcId="{5F75B358-C146-4E0E-9E9F-E93A36BBC1CF}" destId="{3C350A35-11A7-4D9F-BF41-30ED65A81A1C}" srcOrd="0" destOrd="0" presId="urn:microsoft.com/office/officeart/2018/2/layout/IconVerticalSolidList"/>
    <dgm:cxn modelId="{917597B2-E509-42BA-8487-065D5B4C6FE9}" srcId="{69FA5BF3-E607-4A11-97DA-52ABD049630F}" destId="{5F75B358-C146-4E0E-9E9F-E93A36BBC1CF}" srcOrd="0" destOrd="0" parTransId="{C3206C40-CC63-442E-9FC4-2F22970D402F}" sibTransId="{E2D04E6A-FFDF-47E3-818A-982CE35FB766}"/>
    <dgm:cxn modelId="{6F2C3ABE-71F7-49AD-80BA-CAE12C757C96}" srcId="{69FA5BF3-E607-4A11-97DA-52ABD049630F}" destId="{019C1850-6AE7-4ED1-A7A6-B057CE303BB1}" srcOrd="4" destOrd="0" parTransId="{3FA75E9E-3175-409C-A308-E2E8648F08D5}" sibTransId="{2EBDCD0E-DA1C-4876-B666-A2075D7E6C46}"/>
    <dgm:cxn modelId="{433ED4DA-FF68-47A2-B01D-0A3408988D84}" type="presOf" srcId="{BF9DF3F9-58BB-4B6B-A6A5-8F5B857F1E3C}" destId="{F54F304C-2229-49D9-AA1A-BBB5C77A0986}" srcOrd="0" destOrd="0" presId="urn:microsoft.com/office/officeart/2018/2/layout/IconVerticalSolidList"/>
    <dgm:cxn modelId="{856478E5-F5E6-4BB9-8E8B-751D9EAE129D}" type="presParOf" srcId="{F4AD2505-150D-4E87-96CB-868F568D1FAD}" destId="{BECA17B1-5456-4C4B-9FCC-6A704CB38BBF}" srcOrd="0" destOrd="0" presId="urn:microsoft.com/office/officeart/2018/2/layout/IconVerticalSolidList"/>
    <dgm:cxn modelId="{290450CC-3826-48B3-8170-BDDB3FDBF0BB}" type="presParOf" srcId="{BECA17B1-5456-4C4B-9FCC-6A704CB38BBF}" destId="{9111D5B6-6839-4538-96B0-282FD7686E19}" srcOrd="0" destOrd="0" presId="urn:microsoft.com/office/officeart/2018/2/layout/IconVerticalSolidList"/>
    <dgm:cxn modelId="{873ABAA1-B9D8-4EBF-BF7A-43C455B54C9B}" type="presParOf" srcId="{BECA17B1-5456-4C4B-9FCC-6A704CB38BBF}" destId="{B46C1234-6056-4A65-8131-315432ABFE5E}" srcOrd="1" destOrd="0" presId="urn:microsoft.com/office/officeart/2018/2/layout/IconVerticalSolidList"/>
    <dgm:cxn modelId="{57A41B19-B03E-4681-B262-9E667024C158}" type="presParOf" srcId="{BECA17B1-5456-4C4B-9FCC-6A704CB38BBF}" destId="{990DD9FE-3694-4DCE-9BA3-7E1717F67449}" srcOrd="2" destOrd="0" presId="urn:microsoft.com/office/officeart/2018/2/layout/IconVerticalSolidList"/>
    <dgm:cxn modelId="{48D99948-97E2-4ED7-A3E0-E7CDCE5CB201}" type="presParOf" srcId="{BECA17B1-5456-4C4B-9FCC-6A704CB38BBF}" destId="{3C350A35-11A7-4D9F-BF41-30ED65A81A1C}" srcOrd="3" destOrd="0" presId="urn:microsoft.com/office/officeart/2018/2/layout/IconVerticalSolidList"/>
    <dgm:cxn modelId="{F06632C9-CEF5-4A48-A0F4-44833F6E6BC7}" type="presParOf" srcId="{F4AD2505-150D-4E87-96CB-868F568D1FAD}" destId="{AFBF9ADB-4F23-41AB-B3EC-EA846C66CECC}" srcOrd="1" destOrd="0" presId="urn:microsoft.com/office/officeart/2018/2/layout/IconVerticalSolidList"/>
    <dgm:cxn modelId="{08CA369D-9640-4CFA-92BE-9BB633F3F53D}" type="presParOf" srcId="{F4AD2505-150D-4E87-96CB-868F568D1FAD}" destId="{2A2F4156-27E4-480A-839C-F88701DF2F4F}" srcOrd="2" destOrd="0" presId="urn:microsoft.com/office/officeart/2018/2/layout/IconVerticalSolidList"/>
    <dgm:cxn modelId="{13CE720A-6CBA-45A3-9271-DEDF9E259CB8}" type="presParOf" srcId="{2A2F4156-27E4-480A-839C-F88701DF2F4F}" destId="{BBDEFFB0-97F6-484C-B96B-898E5F3C1659}" srcOrd="0" destOrd="0" presId="urn:microsoft.com/office/officeart/2018/2/layout/IconVerticalSolidList"/>
    <dgm:cxn modelId="{3AC9862C-479A-4DF2-9392-6397A0913411}" type="presParOf" srcId="{2A2F4156-27E4-480A-839C-F88701DF2F4F}" destId="{C35FA038-D4FE-43FB-AAE8-A0F096F43BC3}" srcOrd="1" destOrd="0" presId="urn:microsoft.com/office/officeart/2018/2/layout/IconVerticalSolidList"/>
    <dgm:cxn modelId="{2C52E028-AC60-4516-8FF0-8355FEA95487}" type="presParOf" srcId="{2A2F4156-27E4-480A-839C-F88701DF2F4F}" destId="{F7DBE579-5FF3-445C-B066-5801293B57BA}" srcOrd="2" destOrd="0" presId="urn:microsoft.com/office/officeart/2018/2/layout/IconVerticalSolidList"/>
    <dgm:cxn modelId="{BCB66A55-DE43-4D1D-BC1A-55BCDC7FE2C3}" type="presParOf" srcId="{2A2F4156-27E4-480A-839C-F88701DF2F4F}" destId="{76D974D2-2399-4E83-B415-E8E948F69604}" srcOrd="3" destOrd="0" presId="urn:microsoft.com/office/officeart/2018/2/layout/IconVerticalSolidList"/>
    <dgm:cxn modelId="{7F132207-378A-4942-B5D5-B9A760767248}" type="presParOf" srcId="{F4AD2505-150D-4E87-96CB-868F568D1FAD}" destId="{CDE04BE8-F99C-44E4-9872-2D765A15178D}" srcOrd="3" destOrd="0" presId="urn:microsoft.com/office/officeart/2018/2/layout/IconVerticalSolidList"/>
    <dgm:cxn modelId="{42A8B76B-F9A3-4EE1-899E-367C157FEA3C}" type="presParOf" srcId="{F4AD2505-150D-4E87-96CB-868F568D1FAD}" destId="{484C549F-7109-4BCF-AB59-AB798022B728}" srcOrd="4" destOrd="0" presId="urn:microsoft.com/office/officeart/2018/2/layout/IconVerticalSolidList"/>
    <dgm:cxn modelId="{C6A3698E-CECD-4785-AABC-9D277352E9E0}" type="presParOf" srcId="{484C549F-7109-4BCF-AB59-AB798022B728}" destId="{973B97F9-8246-4925-8D88-ED220624CF94}" srcOrd="0" destOrd="0" presId="urn:microsoft.com/office/officeart/2018/2/layout/IconVerticalSolidList"/>
    <dgm:cxn modelId="{E6A150DE-1CA9-4E1B-9B24-DC5571350BA8}" type="presParOf" srcId="{484C549F-7109-4BCF-AB59-AB798022B728}" destId="{03C170F8-16D7-46EC-A35A-7A14915EB659}" srcOrd="1" destOrd="0" presId="urn:microsoft.com/office/officeart/2018/2/layout/IconVerticalSolidList"/>
    <dgm:cxn modelId="{690951AD-153E-4017-8413-7CD3A60308E8}" type="presParOf" srcId="{484C549F-7109-4BCF-AB59-AB798022B728}" destId="{7B5EC8AD-22A2-4F95-BCE6-CF54D65C47D9}" srcOrd="2" destOrd="0" presId="urn:microsoft.com/office/officeart/2018/2/layout/IconVerticalSolidList"/>
    <dgm:cxn modelId="{61E42A09-F35E-4956-B595-1E9471D565A6}" type="presParOf" srcId="{484C549F-7109-4BCF-AB59-AB798022B728}" destId="{409F0525-F538-4970-9731-27838D6179C1}" srcOrd="3" destOrd="0" presId="urn:microsoft.com/office/officeart/2018/2/layout/IconVerticalSolidList"/>
    <dgm:cxn modelId="{7B4B05B0-E42E-467B-B011-41FD4C716B8C}" type="presParOf" srcId="{F4AD2505-150D-4E87-96CB-868F568D1FAD}" destId="{95D155AD-3140-4B32-96D0-3D8ACD98B88A}" srcOrd="5" destOrd="0" presId="urn:microsoft.com/office/officeart/2018/2/layout/IconVerticalSolidList"/>
    <dgm:cxn modelId="{1BF9C23D-C1F8-49DE-8F3D-59970DED61EB}" type="presParOf" srcId="{F4AD2505-150D-4E87-96CB-868F568D1FAD}" destId="{230FF7F4-E158-413B-B3A2-C4CD6AA896EE}" srcOrd="6" destOrd="0" presId="urn:microsoft.com/office/officeart/2018/2/layout/IconVerticalSolidList"/>
    <dgm:cxn modelId="{1BF0A960-370A-440A-860C-B08503FC64A7}" type="presParOf" srcId="{230FF7F4-E158-413B-B3A2-C4CD6AA896EE}" destId="{A803E2CD-7244-48F4-A7CC-D6E4B8A302C4}" srcOrd="0" destOrd="0" presId="urn:microsoft.com/office/officeart/2018/2/layout/IconVerticalSolidList"/>
    <dgm:cxn modelId="{D295E1ED-C394-4D3F-A57D-5C54582C4751}" type="presParOf" srcId="{230FF7F4-E158-413B-B3A2-C4CD6AA896EE}" destId="{934BFB15-B418-4A3C-9C3C-D148D6661CDC}" srcOrd="1" destOrd="0" presId="urn:microsoft.com/office/officeart/2018/2/layout/IconVerticalSolidList"/>
    <dgm:cxn modelId="{29C9E22F-CFDA-459A-8E12-949B0DE4D56B}" type="presParOf" srcId="{230FF7F4-E158-413B-B3A2-C4CD6AA896EE}" destId="{E78144DD-C611-4C6F-8B59-0C279FF77B2A}" srcOrd="2" destOrd="0" presId="urn:microsoft.com/office/officeart/2018/2/layout/IconVerticalSolidList"/>
    <dgm:cxn modelId="{5E84D549-F2FB-44A0-AA85-7EDE0B864428}" type="presParOf" srcId="{230FF7F4-E158-413B-B3A2-C4CD6AA896EE}" destId="{F54F304C-2229-49D9-AA1A-BBB5C77A0986}" srcOrd="3" destOrd="0" presId="urn:microsoft.com/office/officeart/2018/2/layout/IconVerticalSolidList"/>
    <dgm:cxn modelId="{180055E6-D4DA-4A6D-94A5-6C747830DCB1}" type="presParOf" srcId="{F4AD2505-150D-4E87-96CB-868F568D1FAD}" destId="{4C9C9767-BD0A-4189-9F5C-9D7AF41AE491}" srcOrd="7" destOrd="0" presId="urn:microsoft.com/office/officeart/2018/2/layout/IconVerticalSolidList"/>
    <dgm:cxn modelId="{53D941E8-40DC-4F6E-B578-C2A5DBBE0E35}" type="presParOf" srcId="{F4AD2505-150D-4E87-96CB-868F568D1FAD}" destId="{11C882B9-31D7-490F-AFC9-6CDF250EC7EF}" srcOrd="8" destOrd="0" presId="urn:microsoft.com/office/officeart/2018/2/layout/IconVerticalSolidList"/>
    <dgm:cxn modelId="{34B802D5-4C1F-4CB0-A79D-BBC41149C64F}" type="presParOf" srcId="{11C882B9-31D7-490F-AFC9-6CDF250EC7EF}" destId="{260ECB6D-7BC3-4BFA-AC37-A74F4BB1B726}" srcOrd="0" destOrd="0" presId="urn:microsoft.com/office/officeart/2018/2/layout/IconVerticalSolidList"/>
    <dgm:cxn modelId="{81EF4E8E-51F7-4585-86C8-190B1039877D}" type="presParOf" srcId="{11C882B9-31D7-490F-AFC9-6CDF250EC7EF}" destId="{5CF559B1-5B84-4105-BDDA-8FEEE26BD7CE}" srcOrd="1" destOrd="0" presId="urn:microsoft.com/office/officeart/2018/2/layout/IconVerticalSolidList"/>
    <dgm:cxn modelId="{36F699BA-64BF-4B09-A145-DDCEA0B98E53}" type="presParOf" srcId="{11C882B9-31D7-490F-AFC9-6CDF250EC7EF}" destId="{E81D5498-BD5F-4569-8BAE-06B3C109CBAC}" srcOrd="2" destOrd="0" presId="urn:microsoft.com/office/officeart/2018/2/layout/IconVerticalSolidList"/>
    <dgm:cxn modelId="{000AFFE5-34E3-4ED9-BC85-2C02147E643E}" type="presParOf" srcId="{11C882B9-31D7-490F-AFC9-6CDF250EC7EF}" destId="{101503E4-8F1D-41C0-BE0F-FE51E461699B}" srcOrd="3" destOrd="0" presId="urn:microsoft.com/office/officeart/2018/2/layout/IconVerticalSolidList"/>
    <dgm:cxn modelId="{6C3FE062-1680-449C-B08E-F4B5828AD184}" type="presParOf" srcId="{F4AD2505-150D-4E87-96CB-868F568D1FAD}" destId="{093FD0AE-4396-4AED-9A07-9A3A90946B15}" srcOrd="9" destOrd="0" presId="urn:microsoft.com/office/officeart/2018/2/layout/IconVerticalSolidList"/>
    <dgm:cxn modelId="{8637029A-26EE-421F-8EF5-B0088C99535D}" type="presParOf" srcId="{F4AD2505-150D-4E87-96CB-868F568D1FAD}" destId="{019081FA-894B-4547-9D10-F5C77CB1A849}" srcOrd="10" destOrd="0" presId="urn:microsoft.com/office/officeart/2018/2/layout/IconVerticalSolidList"/>
    <dgm:cxn modelId="{9CE4214A-BC83-43F4-A3C8-B5EFBDE56C2C}" type="presParOf" srcId="{019081FA-894B-4547-9D10-F5C77CB1A849}" destId="{7A12F436-BD57-4AA3-80B5-355D2416740A}" srcOrd="0" destOrd="0" presId="urn:microsoft.com/office/officeart/2018/2/layout/IconVerticalSolidList"/>
    <dgm:cxn modelId="{398BC09A-DA5F-47DF-B633-2E52D4806F41}" type="presParOf" srcId="{019081FA-894B-4547-9D10-F5C77CB1A849}" destId="{ADF36799-73B9-49A1-85CA-3FCADF47D81C}" srcOrd="1" destOrd="0" presId="urn:microsoft.com/office/officeart/2018/2/layout/IconVerticalSolidList"/>
    <dgm:cxn modelId="{6E303FEB-4E15-4DD1-ACD9-06D999F876AE}" type="presParOf" srcId="{019081FA-894B-4547-9D10-F5C77CB1A849}" destId="{3353E9A8-8570-4E68-9B6D-ABE8ACE2004D}" srcOrd="2" destOrd="0" presId="urn:microsoft.com/office/officeart/2018/2/layout/IconVerticalSolidList"/>
    <dgm:cxn modelId="{59193238-DD94-479E-A14F-7EC7FFE189DD}" type="presParOf" srcId="{019081FA-894B-4547-9D10-F5C77CB1A849}" destId="{497FD057-83AC-4C00-A956-3DC4D5629E48}" srcOrd="3" destOrd="0" presId="urn:microsoft.com/office/officeart/2018/2/layout/IconVerticalSolidList"/>
    <dgm:cxn modelId="{D8B3D6D7-464F-4AEC-AB28-9146AF1F2C96}" type="presParOf" srcId="{F4AD2505-150D-4E87-96CB-868F568D1FAD}" destId="{2B940B14-0400-480C-AD58-49BE9C6A1DBE}" srcOrd="11" destOrd="0" presId="urn:microsoft.com/office/officeart/2018/2/layout/IconVerticalSolidList"/>
    <dgm:cxn modelId="{D7C340AE-5706-45D8-82F7-68105282602D}" type="presParOf" srcId="{F4AD2505-150D-4E87-96CB-868F568D1FAD}" destId="{26D8E159-CA78-47D4-B861-F40CBE53CC5F}" srcOrd="12" destOrd="0" presId="urn:microsoft.com/office/officeart/2018/2/layout/IconVerticalSolidList"/>
    <dgm:cxn modelId="{09341F83-E2E0-495B-8B5C-4A0EFAE50F46}" type="presParOf" srcId="{26D8E159-CA78-47D4-B861-F40CBE53CC5F}" destId="{9A81C360-D019-4FF7-9F83-BC2D26374AE0}" srcOrd="0" destOrd="0" presId="urn:microsoft.com/office/officeart/2018/2/layout/IconVerticalSolidList"/>
    <dgm:cxn modelId="{C6325C28-4349-4A75-8AC5-A77F86AA39A5}" type="presParOf" srcId="{26D8E159-CA78-47D4-B861-F40CBE53CC5F}" destId="{FB5B0319-BC25-4FCB-B17A-9E1C2F93E03F}" srcOrd="1" destOrd="0" presId="urn:microsoft.com/office/officeart/2018/2/layout/IconVerticalSolidList"/>
    <dgm:cxn modelId="{90789520-39F1-4900-91B3-E964D1393CD4}" type="presParOf" srcId="{26D8E159-CA78-47D4-B861-F40CBE53CC5F}" destId="{5396052C-F896-48C9-AC13-A81DD3F7EE29}" srcOrd="2" destOrd="0" presId="urn:microsoft.com/office/officeart/2018/2/layout/IconVerticalSolidList"/>
    <dgm:cxn modelId="{44DE673E-71D9-461E-972B-6BF14391AA2E}" type="presParOf" srcId="{26D8E159-CA78-47D4-B861-F40CBE53CC5F}" destId="{9E815C22-C70A-40BD-ABED-637B478F6B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1F28CA-A932-4581-8029-B9A8DB290C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D8A6B0-3094-4240-A12D-7D342D3A0098}">
      <dgm:prSet/>
      <dgm:spPr/>
      <dgm:t>
        <a:bodyPr/>
        <a:lstStyle/>
        <a:p>
          <a:r>
            <a:rPr lang="en-US"/>
            <a:t>Short term</a:t>
          </a:r>
        </a:p>
      </dgm:t>
    </dgm:pt>
    <dgm:pt modelId="{BB0A7083-FC99-4B42-87C1-E7BAD890F770}" type="parTrans" cxnId="{8766A89D-D540-4F8E-AA49-55CAFF59CF95}">
      <dgm:prSet/>
      <dgm:spPr/>
      <dgm:t>
        <a:bodyPr/>
        <a:lstStyle/>
        <a:p>
          <a:endParaRPr lang="en-US"/>
        </a:p>
      </dgm:t>
    </dgm:pt>
    <dgm:pt modelId="{6F6EB6EF-7431-4DCE-A147-6792AA73A919}" type="sibTrans" cxnId="{8766A89D-D540-4F8E-AA49-55CAFF59CF95}">
      <dgm:prSet/>
      <dgm:spPr/>
      <dgm:t>
        <a:bodyPr/>
        <a:lstStyle/>
        <a:p>
          <a:endParaRPr lang="en-US"/>
        </a:p>
      </dgm:t>
    </dgm:pt>
    <dgm:pt modelId="{4DB76BA4-9D44-4927-91BD-04A5913229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Costs to model</a:t>
          </a:r>
        </a:p>
      </dgm:t>
    </dgm:pt>
    <dgm:pt modelId="{68F22FEF-C15B-4A65-AB13-E85EE2C1F248}" type="parTrans" cxnId="{9D8DC32A-F70A-41B5-B939-016165962AA9}">
      <dgm:prSet/>
      <dgm:spPr/>
      <dgm:t>
        <a:bodyPr/>
        <a:lstStyle/>
        <a:p>
          <a:endParaRPr lang="en-US"/>
        </a:p>
      </dgm:t>
    </dgm:pt>
    <dgm:pt modelId="{F01FB4E6-3950-4828-BC47-8B756887A78D}" type="sibTrans" cxnId="{9D8DC32A-F70A-41B5-B939-016165962AA9}">
      <dgm:prSet/>
      <dgm:spPr/>
      <dgm:t>
        <a:bodyPr/>
        <a:lstStyle/>
        <a:p>
          <a:endParaRPr lang="en-US"/>
        </a:p>
      </dgm:t>
    </dgm:pt>
    <dgm:pt modelId="{7FEDE924-DED7-4420-AD77-4B835945E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Verify manufacturing, depot, and site modules from simulation plan</a:t>
          </a:r>
        </a:p>
      </dgm:t>
    </dgm:pt>
    <dgm:pt modelId="{008896D8-B50A-48BF-AB9F-ADA85645BD84}" type="parTrans" cxnId="{695F8787-ACBA-4989-8BC2-DB805B31499D}">
      <dgm:prSet/>
      <dgm:spPr/>
      <dgm:t>
        <a:bodyPr/>
        <a:lstStyle/>
        <a:p>
          <a:endParaRPr lang="en-US"/>
        </a:p>
      </dgm:t>
    </dgm:pt>
    <dgm:pt modelId="{1997A57E-AEB9-4FC1-A274-EE5871E12029}" type="sibTrans" cxnId="{695F8787-ACBA-4989-8BC2-DB805B31499D}">
      <dgm:prSet/>
      <dgm:spPr/>
      <dgm:t>
        <a:bodyPr/>
        <a:lstStyle/>
        <a:p>
          <a:endParaRPr lang="en-US"/>
        </a:p>
      </dgm:t>
    </dgm:pt>
    <dgm:pt modelId="{0234DC1B-7753-40AF-ABD3-1A3C195491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 against multiple designs</a:t>
          </a:r>
        </a:p>
      </dgm:t>
    </dgm:pt>
    <dgm:pt modelId="{859CFFA2-21A9-4196-B328-18AC989BE90A}" type="parTrans" cxnId="{D0C9A1E1-C4D2-4086-8074-4307216D657A}">
      <dgm:prSet/>
      <dgm:spPr/>
      <dgm:t>
        <a:bodyPr/>
        <a:lstStyle/>
        <a:p>
          <a:endParaRPr lang="en-US"/>
        </a:p>
      </dgm:t>
    </dgm:pt>
    <dgm:pt modelId="{45B5CA93-7ECD-41B8-964F-2F018FE98AE7}" type="sibTrans" cxnId="{D0C9A1E1-C4D2-4086-8074-4307216D657A}">
      <dgm:prSet/>
      <dgm:spPr/>
      <dgm:t>
        <a:bodyPr/>
        <a:lstStyle/>
        <a:p>
          <a:endParaRPr lang="en-US"/>
        </a:p>
      </dgm:t>
    </dgm:pt>
    <dgm:pt modelId="{3B332CA0-ACF9-4C21-9277-2C55F4D72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 simulation code automatically from specification</a:t>
          </a:r>
        </a:p>
      </dgm:t>
    </dgm:pt>
    <dgm:pt modelId="{BDF1E516-B2D1-42DB-B911-83AA9977173B}" type="parTrans" cxnId="{1A4E6996-CD26-46BF-B3F8-23BC00D3C8DB}">
      <dgm:prSet/>
      <dgm:spPr/>
      <dgm:t>
        <a:bodyPr/>
        <a:lstStyle/>
        <a:p>
          <a:endParaRPr lang="en-US"/>
        </a:p>
      </dgm:t>
    </dgm:pt>
    <dgm:pt modelId="{B84532E4-AB85-4464-8EDB-6CC72B0BB96C}" type="sibTrans" cxnId="{1A4E6996-CD26-46BF-B3F8-23BC00D3C8DB}">
      <dgm:prSet/>
      <dgm:spPr/>
      <dgm:t>
        <a:bodyPr/>
        <a:lstStyle/>
        <a:p>
          <a:endParaRPr lang="en-US"/>
        </a:p>
      </dgm:t>
    </dgm:pt>
    <dgm:pt modelId="{EA0AF49D-C718-463F-92CE-2027FEA99C4D}">
      <dgm:prSet/>
      <dgm:spPr/>
      <dgm:t>
        <a:bodyPr/>
        <a:lstStyle/>
        <a:p>
          <a:r>
            <a:rPr lang="en-US"/>
            <a:t>Long term</a:t>
          </a:r>
        </a:p>
      </dgm:t>
    </dgm:pt>
    <dgm:pt modelId="{6ED510E6-F57C-4728-9544-F1FF527724DD}" type="parTrans" cxnId="{09E46D88-C5D8-45D5-9911-42EEB3DF2B94}">
      <dgm:prSet/>
      <dgm:spPr/>
      <dgm:t>
        <a:bodyPr/>
        <a:lstStyle/>
        <a:p>
          <a:endParaRPr lang="en-US"/>
        </a:p>
      </dgm:t>
    </dgm:pt>
    <dgm:pt modelId="{80BBF47B-5BA4-4DE9-8CF1-C0EFC255C368}" type="sibTrans" cxnId="{09E46D88-C5D8-45D5-9911-42EEB3DF2B94}">
      <dgm:prSet/>
      <dgm:spPr/>
      <dgm:t>
        <a:bodyPr/>
        <a:lstStyle/>
        <a:p>
          <a:endParaRPr lang="en-US"/>
        </a:p>
      </dgm:t>
    </dgm:pt>
    <dgm:pt modelId="{09E66C46-007D-4134-955C-4D35D1902F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Dynamic modeling using real enrollment data to update drug flow throughout the study </a:t>
          </a:r>
        </a:p>
      </dgm:t>
    </dgm:pt>
    <dgm:pt modelId="{BDFD836E-5557-482A-BC14-C8A719D2278F}" type="parTrans" cxnId="{784568DE-9097-43DE-B0F4-0DCDDCFF18FA}">
      <dgm:prSet/>
      <dgm:spPr/>
      <dgm:t>
        <a:bodyPr/>
        <a:lstStyle/>
        <a:p>
          <a:endParaRPr lang="en-US"/>
        </a:p>
      </dgm:t>
    </dgm:pt>
    <dgm:pt modelId="{A279A0F3-A28B-49C3-AC3E-ED2625C79563}" type="sibTrans" cxnId="{784568DE-9097-43DE-B0F4-0DCDDCFF18FA}">
      <dgm:prSet/>
      <dgm:spPr/>
      <dgm:t>
        <a:bodyPr/>
        <a:lstStyle/>
        <a:p>
          <a:endParaRPr lang="en-US"/>
        </a:p>
      </dgm:t>
    </dgm:pt>
    <dgm:pt modelId="{5A0BAEE8-6AEC-4EB5-BCFD-078679FE12BD}" type="pres">
      <dgm:prSet presAssocID="{B81F28CA-A932-4581-8029-B9A8DB290CCC}" presName="linear" presStyleCnt="0">
        <dgm:presLayoutVars>
          <dgm:animLvl val="lvl"/>
          <dgm:resizeHandles val="exact"/>
        </dgm:presLayoutVars>
      </dgm:prSet>
      <dgm:spPr/>
    </dgm:pt>
    <dgm:pt modelId="{0EA1B106-0CC1-40F8-8123-A387DE4BC989}" type="pres">
      <dgm:prSet presAssocID="{7ED8A6B0-3094-4240-A12D-7D342D3A00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DE2A61B-6F73-41A0-89C1-4915F5A49788}" type="pres">
      <dgm:prSet presAssocID="{7ED8A6B0-3094-4240-A12D-7D342D3A0098}" presName="childText" presStyleLbl="revTx" presStyleIdx="0" presStyleCnt="2">
        <dgm:presLayoutVars>
          <dgm:bulletEnabled val="1"/>
        </dgm:presLayoutVars>
      </dgm:prSet>
      <dgm:spPr/>
    </dgm:pt>
    <dgm:pt modelId="{532269FC-C072-4B6A-8CB8-E65DAFD95FA6}" type="pres">
      <dgm:prSet presAssocID="{EA0AF49D-C718-463F-92CE-2027FEA99C4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7BD1C54-402E-4DBD-B67A-EBCCB93AC6F1}" type="pres">
      <dgm:prSet presAssocID="{EA0AF49D-C718-463F-92CE-2027FEA99C4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A55A005-BFD5-4B50-B2E9-B0650F239FB4}" type="presOf" srcId="{7ED8A6B0-3094-4240-A12D-7D342D3A0098}" destId="{0EA1B106-0CC1-40F8-8123-A387DE4BC989}" srcOrd="0" destOrd="0" presId="urn:microsoft.com/office/officeart/2005/8/layout/vList2"/>
    <dgm:cxn modelId="{0441EF06-4A1A-4742-BC22-C47DBF14002A}" type="presOf" srcId="{EA0AF49D-C718-463F-92CE-2027FEA99C4D}" destId="{532269FC-C072-4B6A-8CB8-E65DAFD95FA6}" srcOrd="0" destOrd="0" presId="urn:microsoft.com/office/officeart/2005/8/layout/vList2"/>
    <dgm:cxn modelId="{9D8DC32A-F70A-41B5-B939-016165962AA9}" srcId="{7ED8A6B0-3094-4240-A12D-7D342D3A0098}" destId="{4DB76BA4-9D44-4927-91BD-04A59132293E}" srcOrd="0" destOrd="0" parTransId="{68F22FEF-C15B-4A65-AB13-E85EE2C1F248}" sibTransId="{F01FB4E6-3950-4828-BC47-8B756887A78D}"/>
    <dgm:cxn modelId="{7C129378-4C8A-473D-B98B-5703244B7757}" type="presOf" srcId="{4DB76BA4-9D44-4927-91BD-04A59132293E}" destId="{FDE2A61B-6F73-41A0-89C1-4915F5A49788}" srcOrd="0" destOrd="0" presId="urn:microsoft.com/office/officeart/2005/8/layout/vList2"/>
    <dgm:cxn modelId="{695F8787-ACBA-4989-8BC2-DB805B31499D}" srcId="{7ED8A6B0-3094-4240-A12D-7D342D3A0098}" destId="{7FEDE924-DED7-4420-AD77-4B835945E077}" srcOrd="1" destOrd="0" parTransId="{008896D8-B50A-48BF-AB9F-ADA85645BD84}" sibTransId="{1997A57E-AEB9-4FC1-A274-EE5871E12029}"/>
    <dgm:cxn modelId="{09E46D88-C5D8-45D5-9911-42EEB3DF2B94}" srcId="{B81F28CA-A932-4581-8029-B9A8DB290CCC}" destId="{EA0AF49D-C718-463F-92CE-2027FEA99C4D}" srcOrd="1" destOrd="0" parTransId="{6ED510E6-F57C-4728-9544-F1FF527724DD}" sibTransId="{80BBF47B-5BA4-4DE9-8CF1-C0EFC255C368}"/>
    <dgm:cxn modelId="{1A4E6996-CD26-46BF-B3F8-23BC00D3C8DB}" srcId="{7ED8A6B0-3094-4240-A12D-7D342D3A0098}" destId="{3B332CA0-ACF9-4C21-9277-2C55F4D7222A}" srcOrd="3" destOrd="0" parTransId="{BDF1E516-B2D1-42DB-B911-83AA9977173B}" sibTransId="{B84532E4-AB85-4464-8EDB-6CC72B0BB96C}"/>
    <dgm:cxn modelId="{8766A89D-D540-4F8E-AA49-55CAFF59CF95}" srcId="{B81F28CA-A932-4581-8029-B9A8DB290CCC}" destId="{7ED8A6B0-3094-4240-A12D-7D342D3A0098}" srcOrd="0" destOrd="0" parTransId="{BB0A7083-FC99-4B42-87C1-E7BAD890F770}" sibTransId="{6F6EB6EF-7431-4DCE-A147-6792AA73A919}"/>
    <dgm:cxn modelId="{6679E5A0-E020-49EA-95F9-30B2C13EF9BE}" type="presOf" srcId="{B81F28CA-A932-4581-8029-B9A8DB290CCC}" destId="{5A0BAEE8-6AEC-4EB5-BCFD-078679FE12BD}" srcOrd="0" destOrd="0" presId="urn:microsoft.com/office/officeart/2005/8/layout/vList2"/>
    <dgm:cxn modelId="{D264C9A7-373D-4431-A9EB-7D1A120E838F}" type="presOf" srcId="{0234DC1B-7753-40AF-ABD3-1A3C195491C0}" destId="{FDE2A61B-6F73-41A0-89C1-4915F5A49788}" srcOrd="0" destOrd="2" presId="urn:microsoft.com/office/officeart/2005/8/layout/vList2"/>
    <dgm:cxn modelId="{C30E96BF-C9C9-467B-B927-08BE2F991B6F}" type="presOf" srcId="{7FEDE924-DED7-4420-AD77-4B835945E077}" destId="{FDE2A61B-6F73-41A0-89C1-4915F5A49788}" srcOrd="0" destOrd="1" presId="urn:microsoft.com/office/officeart/2005/8/layout/vList2"/>
    <dgm:cxn modelId="{784568DE-9097-43DE-B0F4-0DCDDCFF18FA}" srcId="{EA0AF49D-C718-463F-92CE-2027FEA99C4D}" destId="{09E66C46-007D-4134-955C-4D35D1902FE3}" srcOrd="0" destOrd="0" parTransId="{BDFD836E-5557-482A-BC14-C8A719D2278F}" sibTransId="{A279A0F3-A28B-49C3-AC3E-ED2625C79563}"/>
    <dgm:cxn modelId="{B6ACB1E0-E761-4415-9B3F-4DBC3EBCEFD3}" type="presOf" srcId="{09E66C46-007D-4134-955C-4D35D1902FE3}" destId="{47BD1C54-402E-4DBD-B67A-EBCCB93AC6F1}" srcOrd="0" destOrd="0" presId="urn:microsoft.com/office/officeart/2005/8/layout/vList2"/>
    <dgm:cxn modelId="{D0C9A1E1-C4D2-4086-8074-4307216D657A}" srcId="{7ED8A6B0-3094-4240-A12D-7D342D3A0098}" destId="{0234DC1B-7753-40AF-ABD3-1A3C195491C0}" srcOrd="2" destOrd="0" parTransId="{859CFFA2-21A9-4196-B328-18AC989BE90A}" sibTransId="{45B5CA93-7ECD-41B8-964F-2F018FE98AE7}"/>
    <dgm:cxn modelId="{F19614E6-2F06-41A0-BF1A-F231F8DEF83F}" type="presOf" srcId="{3B332CA0-ACF9-4C21-9277-2C55F4D7222A}" destId="{FDE2A61B-6F73-41A0-89C1-4915F5A49788}" srcOrd="0" destOrd="3" presId="urn:microsoft.com/office/officeart/2005/8/layout/vList2"/>
    <dgm:cxn modelId="{EE8F2D40-672E-42B3-893F-24758CD8FB4F}" type="presParOf" srcId="{5A0BAEE8-6AEC-4EB5-BCFD-078679FE12BD}" destId="{0EA1B106-0CC1-40F8-8123-A387DE4BC989}" srcOrd="0" destOrd="0" presId="urn:microsoft.com/office/officeart/2005/8/layout/vList2"/>
    <dgm:cxn modelId="{7D1071FC-4BB7-4057-9A1F-DE34E2299AE4}" type="presParOf" srcId="{5A0BAEE8-6AEC-4EB5-BCFD-078679FE12BD}" destId="{FDE2A61B-6F73-41A0-89C1-4915F5A49788}" srcOrd="1" destOrd="0" presId="urn:microsoft.com/office/officeart/2005/8/layout/vList2"/>
    <dgm:cxn modelId="{9E6CAA6F-D83D-466C-A4C0-ADA492A01A5D}" type="presParOf" srcId="{5A0BAEE8-6AEC-4EB5-BCFD-078679FE12BD}" destId="{532269FC-C072-4B6A-8CB8-E65DAFD95FA6}" srcOrd="2" destOrd="0" presId="urn:microsoft.com/office/officeart/2005/8/layout/vList2"/>
    <dgm:cxn modelId="{16C8F004-B283-4870-9605-D41D280781EB}" type="presParOf" srcId="{5A0BAEE8-6AEC-4EB5-BCFD-078679FE12BD}" destId="{47BD1C54-402E-4DBD-B67A-EBCCB93AC6F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1D5B6-6839-4538-96B0-282FD7686E19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C1234-6056-4A65-8131-315432ABFE5E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50A35-11A7-4D9F-BF41-30ED65A81A1C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Capture specifications for logistics and assumptions</a:t>
          </a:r>
        </a:p>
      </dsp:txBody>
      <dsp:txXfrm>
        <a:off x="591168" y="371"/>
        <a:ext cx="9924431" cy="511834"/>
      </dsp:txXfrm>
    </dsp:sp>
    <dsp:sp modelId="{BBDEFFB0-97F6-484C-B96B-898E5F3C1659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FA038-D4FE-43FB-AAE8-A0F096F43BC3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974D2-2399-4E83-B415-E8E948F69604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Determine how to weight importance of optimizing drug wastage, costs, and stock out</a:t>
          </a:r>
        </a:p>
      </dsp:txBody>
      <dsp:txXfrm>
        <a:off x="591168" y="640165"/>
        <a:ext cx="9924431" cy="511834"/>
      </dsp:txXfrm>
    </dsp:sp>
    <dsp:sp modelId="{973B97F9-8246-4925-8D88-ED220624CF94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170F8-16D7-46EC-A35A-7A14915EB659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F0525-F538-4970-9731-27838D6179C1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 AI to create a simulation plan</a:t>
          </a:r>
        </a:p>
      </dsp:txBody>
      <dsp:txXfrm>
        <a:off x="591168" y="1279958"/>
        <a:ext cx="9924431" cy="511834"/>
      </dsp:txXfrm>
    </dsp:sp>
    <dsp:sp modelId="{A803E2CD-7244-48F4-A7CC-D6E4B8A302C4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BFB15-B418-4A3C-9C3C-D148D6661CDC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F304C-2229-49D9-AA1A-BBB5C77A0986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Conduct interactive simulations until all modules are complete</a:t>
          </a:r>
        </a:p>
      </dsp:txBody>
      <dsp:txXfrm>
        <a:off x="591168" y="1919751"/>
        <a:ext cx="9924431" cy="511834"/>
      </dsp:txXfrm>
    </dsp:sp>
    <dsp:sp modelId="{260ECB6D-7BC3-4BFA-AC37-A74F4BB1B726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559B1-5B84-4105-BDDA-8FEEE26BD7CE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503E4-8F1D-41C0-BE0F-FE51E461699B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Perform sensitivity analyses to check simulation logic</a:t>
          </a:r>
        </a:p>
      </dsp:txBody>
      <dsp:txXfrm>
        <a:off x="591168" y="2559544"/>
        <a:ext cx="9924431" cy="511834"/>
      </dsp:txXfrm>
    </dsp:sp>
    <dsp:sp modelId="{7A12F436-BD57-4AA3-80B5-355D2416740A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36799-73B9-49A1-85CA-3FCADF47D81C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FD057-83AC-4C00-A956-3DC4D5629E48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 against the outcomes: drug wastage, stock out</a:t>
          </a:r>
        </a:p>
      </dsp:txBody>
      <dsp:txXfrm>
        <a:off x="591168" y="3199338"/>
        <a:ext cx="9924431" cy="511834"/>
      </dsp:txXfrm>
    </dsp:sp>
    <dsp:sp modelId="{9A81C360-D019-4FF7-9F83-BC2D26374AE0}">
      <dsp:nvSpPr>
        <dsp:cNvPr id="0" name=""/>
        <dsp:cNvSpPr/>
      </dsp:nvSpPr>
      <dsp:spPr>
        <a:xfrm>
          <a:off x="0" y="383913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B0319-BC25-4FCB-B17A-9E1C2F93E03F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15C22-C70A-40BD-ABED-637B478F6B89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Verify code generated by AI</a:t>
          </a:r>
        </a:p>
      </dsp:txBody>
      <dsp:txXfrm>
        <a:off x="591168" y="3839131"/>
        <a:ext cx="9924431" cy="511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A1B106-0CC1-40F8-8123-A387DE4BC989}">
      <dsp:nvSpPr>
        <dsp:cNvPr id="0" name=""/>
        <dsp:cNvSpPr/>
      </dsp:nvSpPr>
      <dsp:spPr>
        <a:xfrm>
          <a:off x="0" y="98514"/>
          <a:ext cx="979817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Short term</a:t>
          </a:r>
        </a:p>
      </dsp:txBody>
      <dsp:txXfrm>
        <a:off x="37182" y="135696"/>
        <a:ext cx="9723806" cy="687306"/>
      </dsp:txXfrm>
    </dsp:sp>
    <dsp:sp modelId="{FDE2A61B-6F73-41A0-89C1-4915F5A49788}">
      <dsp:nvSpPr>
        <dsp:cNvPr id="0" name=""/>
        <dsp:cNvSpPr/>
      </dsp:nvSpPr>
      <dsp:spPr>
        <a:xfrm>
          <a:off x="0" y="860184"/>
          <a:ext cx="9798170" cy="179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109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Add Costs to model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Verify manufacturing, depot, and site modules from simulation plan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Test against multiple designs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Generate simulation code automatically from specification</a:t>
          </a:r>
        </a:p>
      </dsp:txBody>
      <dsp:txXfrm>
        <a:off x="0" y="860184"/>
        <a:ext cx="9798170" cy="1796760"/>
      </dsp:txXfrm>
    </dsp:sp>
    <dsp:sp modelId="{532269FC-C072-4B6A-8CB8-E65DAFD95FA6}">
      <dsp:nvSpPr>
        <dsp:cNvPr id="0" name=""/>
        <dsp:cNvSpPr/>
      </dsp:nvSpPr>
      <dsp:spPr>
        <a:xfrm>
          <a:off x="0" y="2656944"/>
          <a:ext cx="979817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Long term</a:t>
          </a:r>
        </a:p>
      </dsp:txBody>
      <dsp:txXfrm>
        <a:off x="37182" y="2694126"/>
        <a:ext cx="9723806" cy="687306"/>
      </dsp:txXfrm>
    </dsp:sp>
    <dsp:sp modelId="{47BD1C54-402E-4DBD-B67A-EBCCB93AC6F1}">
      <dsp:nvSpPr>
        <dsp:cNvPr id="0" name=""/>
        <dsp:cNvSpPr/>
      </dsp:nvSpPr>
      <dsp:spPr>
        <a:xfrm>
          <a:off x="0" y="3418614"/>
          <a:ext cx="9798170" cy="834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109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Dynamic modeling using real enrollment data to update drug flow throughout the study </a:t>
          </a:r>
        </a:p>
      </dsp:txBody>
      <dsp:txXfrm>
        <a:off x="0" y="3418614"/>
        <a:ext cx="9798170" cy="834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AB8B-2E55-BA29-7AF2-4F7C9EFA5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0FBB7-2876-D920-3057-D80DE37C3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2F2B6-F570-AC14-F7A5-3A30CBA4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6304-E5A7-7C71-CEF8-170D33CD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7949C-B488-A21F-B6A5-0770C1D1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17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34AC-46C8-B0C7-EAA0-0FE5DF44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215E9-BE03-02C1-3927-7F04E9F1B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0A889-3885-5246-8902-3143A9A51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EBEFA-39B2-11E3-2829-4719F6BC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58913-9CAC-A2F3-6F7A-D00449AC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0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6A8E-EAC2-89F2-AF07-87FF28C30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2DD6D-DB88-C989-1AEF-3BF3DC3B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9036-BC9C-4210-1A73-BE06D4C0B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C8F6E-A793-FFC7-7325-A0D184F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4B6F5-F9BF-6B15-9C96-F43A369D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00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3805-C244-7672-16B9-014D765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5287-F2CE-EEF1-B023-965F62BB3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F288F-784B-A7DE-9C1A-A21D6E580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964D8-8DCA-1EEF-A8F4-62EA9DC6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7E0E9-EA7F-591B-7E2E-E4142B40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77C0F-7D44-19C8-5505-F684095C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0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9EDE-B2B6-6C18-29D6-AB7D0C77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FDF5F-4861-2613-9119-994FD285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ED5983-C18E-2D51-DA72-BCEE6701F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DE152-4999-640C-8532-ABCF8BE49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E248F-2268-898A-6E42-9C19F7366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F5117-87C5-5185-FACA-1F31ED00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63D92-6449-F4CB-8640-26154D6C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280B9-34DA-A5C5-C7F0-814C8DD6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6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DE26-E6E8-E567-E468-EDC0176C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B0CDA-36DA-8C88-1A98-240F3FFBA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90FE6-BD2E-73A7-18E4-6A19FA1E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9D871-7C1E-756E-6E33-CB35402B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296D5-E339-ECD9-0151-E07F98C4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08CDE-BAFA-6D9E-DDDF-397C9785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48237-3D7D-73AA-50E3-4C0C2E9D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3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5030-AE3E-4B02-48C8-FA8CBBE1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20A3-DB2F-6F21-8501-3DB5DE776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1B6D1-D4FF-5CC1-D7DD-CD83AEFC0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5ECE1-0BC4-6A3A-7CF2-6B98708E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23911-ED3B-7C58-2EBF-3CA036B4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3FD7A-59B5-FCE8-E58A-2113EC6A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4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E6AC-8054-AAE1-E177-796941E6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18C23-5CBA-A236-B1A8-B7F862FCA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E23A6-223F-424E-12BD-52E942530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DAA0E-37CF-9885-DB92-FBCE4345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3A193-04E6-926F-7B8E-E309B325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76A4B-0777-1622-FEA3-1BEE858D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D8A7-16D3-B181-AE09-477771F7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0DF1A-F113-1D22-4BD8-044746E2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429EA-B1A1-09C3-142E-E0447E42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79B79-5D2A-05FC-A415-54C71E79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BF484-71B9-A463-7C7A-7043CD06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4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99EF8-3DCD-6482-8D38-9E7FE9757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F647C-8CBA-AC08-1F74-1E1DC24DC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25ECE-D205-52D1-434B-D94C22E62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FF604-DC71-8F75-3F64-7A1430542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BDAB9-A5D2-93EB-2D55-50C3EBF6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3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0CF50-1E11-149A-6962-6CBEC9B2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D2251-7737-02B4-CF55-085BB586D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AE1DE-822A-6987-8CAE-28B336EFB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713B3-76DC-4958-9D71-44E5359E977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119D8-C4BC-8CEC-E4D0-E0E7C089A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367EF-2CBE-3212-DD5A-03AA07355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93E82-40FB-417B-AE67-AB05F2833D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1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CBE5-E46A-D524-379E-B92FAC93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Clinical Trials Supplies Modeling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AC5D657-F358-108E-73D8-63C3136C6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79" b="16178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AD1544F-FD34-3924-25DC-EE5AB20B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3406" y="3522884"/>
            <a:ext cx="4766696" cy="3335116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sz="1800" b="1" dirty="0"/>
              <a:t>Presenter</a:t>
            </a:r>
            <a:r>
              <a:rPr lang="en-US" sz="1800" dirty="0"/>
              <a:t>: Christi Kleoudis, AstraZeneca</a:t>
            </a:r>
          </a:p>
          <a:p>
            <a:pPr marL="457200" lvl="1" indent="0">
              <a:buNone/>
            </a:pPr>
            <a:r>
              <a:rPr lang="en-US" sz="1800" b="1" dirty="0" err="1"/>
              <a:t>Subteam</a:t>
            </a:r>
            <a:r>
              <a:rPr lang="en-US" sz="1800" b="1" dirty="0"/>
              <a:t> Members</a:t>
            </a:r>
            <a:r>
              <a:rPr lang="en-US" sz="1800" dirty="0"/>
              <a:t>:</a:t>
            </a:r>
          </a:p>
          <a:p>
            <a:pPr lvl="1"/>
            <a:r>
              <a:rPr lang="en-US" sz="1400" dirty="0"/>
              <a:t>Fei Chen, J&amp;J</a:t>
            </a:r>
          </a:p>
          <a:p>
            <a:pPr lvl="1"/>
            <a:r>
              <a:rPr lang="en-US" sz="1400" dirty="0" err="1"/>
              <a:t>Cunyi</a:t>
            </a:r>
            <a:r>
              <a:rPr lang="en-US" sz="1400" dirty="0"/>
              <a:t> Wang, J&amp;J</a:t>
            </a:r>
          </a:p>
          <a:p>
            <a:pPr lvl="1"/>
            <a:r>
              <a:rPr lang="en-US" sz="1400" dirty="0" err="1"/>
              <a:t>Guohui</a:t>
            </a:r>
            <a:r>
              <a:rPr lang="en-US" sz="1400" dirty="0"/>
              <a:t> Wu, Regeneron</a:t>
            </a:r>
          </a:p>
          <a:p>
            <a:pPr lvl="1"/>
            <a:r>
              <a:rPr lang="en-US" sz="1400" dirty="0"/>
              <a:t>CG Wang, Regeneron</a:t>
            </a:r>
          </a:p>
          <a:p>
            <a:pPr lvl="1"/>
            <a:r>
              <a:rPr lang="en-US" sz="1400" dirty="0"/>
              <a:t>Vlad Anisimov, Amgen </a:t>
            </a:r>
          </a:p>
          <a:p>
            <a:pPr lvl="1"/>
            <a:r>
              <a:rPr lang="en-US" sz="1400" dirty="0"/>
              <a:t>Kaifeng Lu, </a:t>
            </a:r>
            <a:r>
              <a:rPr lang="en-US" sz="1400" dirty="0" err="1"/>
              <a:t>Beonemed</a:t>
            </a:r>
            <a:endParaRPr lang="en-US" sz="1400" dirty="0"/>
          </a:p>
          <a:p>
            <a:pPr lvl="1"/>
            <a:r>
              <a:rPr lang="en-US" sz="1400" dirty="0"/>
              <a:t>Allison Gray, J&amp;J</a:t>
            </a:r>
          </a:p>
        </p:txBody>
      </p:sp>
    </p:spTree>
    <p:extLst>
      <p:ext uri="{BB962C8B-B14F-4D97-AF65-F5344CB8AC3E}">
        <p14:creationId xmlns:p14="http://schemas.microsoft.com/office/powerpoint/2010/main" val="24737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817D-635D-2863-9CB4-78B41085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20F5-931D-C934-AA5F-35051E18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81"/>
            <a:ext cx="9356813" cy="642676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/>
              <a:t>Christi Kleoudis, AstraZeneca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AA48F-5AC8-FC7E-1E90-EF115A47569D}"/>
              </a:ext>
            </a:extLst>
          </p:cNvPr>
          <p:cNvSpPr txBox="1"/>
          <p:nvPr/>
        </p:nvSpPr>
        <p:spPr>
          <a:xfrm>
            <a:off x="548640" y="1353783"/>
            <a:ext cx="11252833" cy="40010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000000"/>
                </a:solidFill>
              </a:rPr>
              <a:t>Efficiency+ Scientific Working Group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Senior Director of Biostatistics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Supporting regulatory submissions in GI, HIV, and autoimmune diseases for 40 years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>
                <a:solidFill>
                  <a:srgbClr val="000000"/>
                </a:solidFill>
                <a:latin typeface="Johnson Text"/>
              </a:rPr>
              <a:t>Driving </a:t>
            </a:r>
            <a:r>
              <a:rPr lang="en-US" sz="3200" dirty="0">
                <a:solidFill>
                  <a:srgbClr val="000000"/>
                </a:solidFill>
                <a:latin typeface="Johnson Text"/>
              </a:rPr>
              <a:t>process change to accelerate submissions while maintaining study integrity and quality</a:t>
            </a:r>
          </a:p>
          <a:p>
            <a:pPr marL="514350" indent="-514350">
              <a:buFont typeface="Arial" panose="020B0604020202020204" pitchFamily="34" charset="0"/>
              <a:buChar char="•"/>
              <a:defRPr/>
            </a:pPr>
            <a:r>
              <a:rPr lang="en-US" sz="3200">
                <a:solidFill>
                  <a:srgbClr val="000000"/>
                </a:solidFill>
                <a:latin typeface="Johnson Text"/>
              </a:rPr>
              <a:t>Providing key </a:t>
            </a:r>
            <a:r>
              <a:rPr lang="en-US" sz="3200" dirty="0">
                <a:solidFill>
                  <a:srgbClr val="000000"/>
                </a:solidFill>
                <a:latin typeface="Johnson Text"/>
              </a:rPr>
              <a:t>support to RTSM functionality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err="1">
                <a:solidFill>
                  <a:srgbClr val="000000"/>
                </a:solidFill>
                <a:latin typeface="Johnson Text"/>
              </a:rPr>
              <a:t>Leading the Clinical Trials Supplies workstream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1516D-9AAD-147E-D632-86C076E60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5980" y="45641"/>
            <a:ext cx="1896020" cy="18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D7797-93DA-7462-AF60-600DA420F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5661120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Beyond Drug Minimization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6CAD-87B6-B601-41B0-9E93CBAE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38" y="2432650"/>
            <a:ext cx="6452558" cy="3923700"/>
          </a:xfrm>
        </p:spPr>
        <p:txBody>
          <a:bodyPr anchor="ctr">
            <a:normAutofit/>
          </a:bodyPr>
          <a:lstStyle/>
          <a:p>
            <a:pPr lvl="1"/>
            <a:r>
              <a:rPr lang="en-US" sz="2000" dirty="0"/>
              <a:t>Not just about drug minimization</a:t>
            </a:r>
          </a:p>
          <a:p>
            <a:pPr lvl="1"/>
            <a:r>
              <a:rPr lang="en-US" sz="2000" dirty="0"/>
              <a:t>Model drug waste, drug &amp; shipping costs, and stockout probability based on weighted importance </a:t>
            </a:r>
          </a:p>
          <a:p>
            <a:pPr lvl="1"/>
            <a:r>
              <a:rPr lang="en-US" sz="2000" dirty="0"/>
              <a:t>Modules to model </a:t>
            </a:r>
          </a:p>
          <a:p>
            <a:pPr lvl="2"/>
            <a:r>
              <a:rPr lang="en-US" dirty="0"/>
              <a:t>Manufacturing &amp; labeling</a:t>
            </a:r>
          </a:p>
          <a:p>
            <a:pPr lvl="2"/>
            <a:r>
              <a:rPr lang="en-US" dirty="0"/>
              <a:t>Flow to drug depots </a:t>
            </a:r>
          </a:p>
          <a:p>
            <a:pPr lvl="2"/>
            <a:r>
              <a:rPr lang="en-US" dirty="0"/>
              <a:t>Flow to sites</a:t>
            </a:r>
          </a:p>
          <a:p>
            <a:pPr lvl="2"/>
            <a:endParaRPr lang="en-US" dirty="0"/>
          </a:p>
          <a:p>
            <a:pPr lvl="1"/>
            <a:r>
              <a:rPr lang="en-US" sz="2000" dirty="0"/>
              <a:t>Design aspects to consider</a:t>
            </a:r>
          </a:p>
          <a:p>
            <a:pPr lvl="2"/>
            <a:r>
              <a:rPr lang="en-US" dirty="0"/>
              <a:t>Stratified, adaptive, multiple doses, titration, enrollment caps</a:t>
            </a:r>
          </a:p>
        </p:txBody>
      </p:sp>
      <p:pic>
        <p:nvPicPr>
          <p:cNvPr id="5" name="Picture 4" descr="Capsules and pills inside a glass bowl">
            <a:extLst>
              <a:ext uri="{FF2B5EF4-FFF2-40B4-BE49-F238E27FC236}">
                <a16:creationId xmlns:a16="http://schemas.microsoft.com/office/drawing/2014/main" id="{DB263047-A99E-3CFF-9376-AF6D1464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1" r="39000"/>
          <a:stretch>
            <a:fillRect/>
          </a:stretch>
        </p:blipFill>
        <p:spPr>
          <a:xfrm>
            <a:off x="6935638" y="1"/>
            <a:ext cx="5263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8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CF0D-733A-B435-542A-0C30010D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C146-7A77-39AE-18C3-0CECDF28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53" y="0"/>
            <a:ext cx="5483722" cy="956511"/>
          </a:xfrm>
        </p:spPr>
        <p:txBody>
          <a:bodyPr anchor="ctr">
            <a:normAutofit/>
          </a:bodyPr>
          <a:lstStyle/>
          <a:p>
            <a:r>
              <a:rPr lang="en-US" sz="4000" dirty="0"/>
              <a:t>Modules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04095C-035F-937E-7F02-A963AB0C1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900" y="1068636"/>
            <a:ext cx="7778938" cy="437565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1279-706A-5693-EFDA-6D589028F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2" y="956511"/>
            <a:ext cx="4577935" cy="5658189"/>
          </a:xfrm>
        </p:spPr>
        <p:txBody>
          <a:bodyPr anchor="ctr"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b="1" dirty="0"/>
              <a:t>Manufacturing &amp; labeling</a:t>
            </a:r>
          </a:p>
          <a:p>
            <a:pPr lvl="2"/>
            <a:r>
              <a:rPr lang="en-US" dirty="0"/>
              <a:t>Batch quantity manufactured</a:t>
            </a:r>
          </a:p>
          <a:p>
            <a:pPr lvl="2"/>
            <a:r>
              <a:rPr lang="en-US" dirty="0"/>
              <a:t># Depots</a:t>
            </a:r>
          </a:p>
          <a:p>
            <a:pPr lvl="2"/>
            <a:r>
              <a:rPr lang="en-US" dirty="0"/>
              <a:t>Languages</a:t>
            </a:r>
          </a:p>
          <a:p>
            <a:pPr lvl="2"/>
            <a:r>
              <a:rPr lang="en-US" dirty="0"/>
              <a:t>Shelf Life</a:t>
            </a:r>
          </a:p>
          <a:p>
            <a:pPr lvl="2"/>
            <a:endParaRPr lang="en-US" dirty="0"/>
          </a:p>
          <a:p>
            <a:pPr marL="457200" lvl="1" indent="0">
              <a:buNone/>
            </a:pPr>
            <a:r>
              <a:rPr lang="en-US" b="1" dirty="0"/>
              <a:t>Drug depots </a:t>
            </a:r>
          </a:p>
          <a:p>
            <a:pPr lvl="2"/>
            <a:r>
              <a:rPr lang="en-US" dirty="0"/>
              <a:t>Customs lead time</a:t>
            </a:r>
          </a:p>
          <a:p>
            <a:pPr lvl="2"/>
            <a:r>
              <a:rPr lang="en-US" dirty="0"/>
              <a:t>Countries/languages covered</a:t>
            </a:r>
          </a:p>
          <a:p>
            <a:pPr lvl="2"/>
            <a:r>
              <a:rPr lang="en-US" dirty="0"/>
              <a:t>Shelf-life requirements</a:t>
            </a:r>
          </a:p>
          <a:p>
            <a:pPr lvl="2"/>
            <a:r>
              <a:rPr lang="en-US" dirty="0"/>
              <a:t>Regional recruitment projections</a:t>
            </a:r>
          </a:p>
          <a:p>
            <a:pPr marL="457200" lvl="1" indent="0">
              <a:buNone/>
            </a:pPr>
            <a:r>
              <a:rPr lang="en-US" b="1" dirty="0"/>
              <a:t>Sites</a:t>
            </a:r>
          </a:p>
          <a:p>
            <a:pPr lvl="2"/>
            <a:r>
              <a:rPr lang="en-US" dirty="0"/>
              <a:t>Shipment lead time</a:t>
            </a:r>
          </a:p>
          <a:p>
            <a:pPr lvl="2"/>
            <a:r>
              <a:rPr lang="en-US" dirty="0"/>
              <a:t>Site recruitment projections</a:t>
            </a:r>
          </a:p>
          <a:p>
            <a:pPr lvl="2"/>
            <a:r>
              <a:rPr lang="en-US" dirty="0"/>
              <a:t>Proportion randomized to each treatment</a:t>
            </a:r>
          </a:p>
          <a:p>
            <a:pPr lvl="2"/>
            <a:r>
              <a:rPr lang="en-US" dirty="0"/>
              <a:t>Withdrawal rate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17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8B2C-4713-E50A-DD5C-550D08E2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	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5D8D86C-DB81-0A85-8240-FEF5EF6829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4449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530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7731-6410-D749-230D-232659373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76" y="-152668"/>
            <a:ext cx="1178804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AI-generated Simulation Code Generated from Trial Specifications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244DB6-25A7-13EA-9DE9-6443FC356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462" y="793215"/>
            <a:ext cx="10216376" cy="57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8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5269F-0543-26B7-3192-5096B4C66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569" y="165254"/>
            <a:ext cx="9334319" cy="653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4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CC45-127F-1EF6-A1F2-875B41E2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AEE1DF-1192-3A5C-870B-CD1EB6A39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736966"/>
              </p:ext>
            </p:extLst>
          </p:nvPr>
        </p:nvGraphicFramePr>
        <p:xfrm>
          <a:off x="1555630" y="1816999"/>
          <a:ext cx="979817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8F12C10-4923-E810-AAB2-53F247A46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204" y="4606384"/>
            <a:ext cx="1511939" cy="14753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77A975-184E-A124-BAE8-4041EE9AA2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94" y="2031628"/>
            <a:ext cx="1518036" cy="15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0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50FA0E5A-DBC4-60F0-94C6-764D08BFD363}"/>
              </a:ext>
            </a:extLst>
          </p:cNvPr>
          <p:cNvSpPr/>
          <p:nvPr/>
        </p:nvSpPr>
        <p:spPr>
          <a:xfrm>
            <a:off x="7847071" y="311564"/>
            <a:ext cx="4231102" cy="4194048"/>
          </a:xfrm>
          <a:custGeom>
            <a:avLst/>
            <a:gdLst>
              <a:gd name="csX0" fmla="*/ 280416 w 4231102"/>
              <a:gd name="csY0" fmla="*/ 1402080 h 4194048"/>
              <a:gd name="csX1" fmla="*/ 280416 w 4231102"/>
              <a:gd name="csY1" fmla="*/ 1402080 h 4194048"/>
              <a:gd name="csX2" fmla="*/ 286512 w 4231102"/>
              <a:gd name="csY2" fmla="*/ 1481328 h 4194048"/>
              <a:gd name="csX3" fmla="*/ 298704 w 4231102"/>
              <a:gd name="csY3" fmla="*/ 1536192 h 4194048"/>
              <a:gd name="csX4" fmla="*/ 304800 w 4231102"/>
              <a:gd name="csY4" fmla="*/ 1810512 h 4194048"/>
              <a:gd name="csX5" fmla="*/ 329184 w 4231102"/>
              <a:gd name="csY5" fmla="*/ 2017776 h 4194048"/>
              <a:gd name="csX6" fmla="*/ 335280 w 4231102"/>
              <a:gd name="csY6" fmla="*/ 2078736 h 4194048"/>
              <a:gd name="csX7" fmla="*/ 353568 w 4231102"/>
              <a:gd name="csY7" fmla="*/ 2188464 h 4194048"/>
              <a:gd name="csX8" fmla="*/ 359664 w 4231102"/>
              <a:gd name="csY8" fmla="*/ 2279904 h 4194048"/>
              <a:gd name="csX9" fmla="*/ 365760 w 4231102"/>
              <a:gd name="csY9" fmla="*/ 2346960 h 4194048"/>
              <a:gd name="csX10" fmla="*/ 371856 w 4231102"/>
              <a:gd name="csY10" fmla="*/ 2804160 h 4194048"/>
              <a:gd name="csX11" fmla="*/ 377952 w 4231102"/>
              <a:gd name="csY11" fmla="*/ 2895600 h 4194048"/>
              <a:gd name="csX12" fmla="*/ 390144 w 4231102"/>
              <a:gd name="csY12" fmla="*/ 3011424 h 4194048"/>
              <a:gd name="csX13" fmla="*/ 402336 w 4231102"/>
              <a:gd name="csY13" fmla="*/ 3243072 h 4194048"/>
              <a:gd name="csX14" fmla="*/ 432816 w 4231102"/>
              <a:gd name="csY14" fmla="*/ 3346704 h 4194048"/>
              <a:gd name="csX15" fmla="*/ 463296 w 4231102"/>
              <a:gd name="csY15" fmla="*/ 3432048 h 4194048"/>
              <a:gd name="csX16" fmla="*/ 505968 w 4231102"/>
              <a:gd name="csY16" fmla="*/ 3523488 h 4194048"/>
              <a:gd name="csX17" fmla="*/ 554736 w 4231102"/>
              <a:gd name="csY17" fmla="*/ 3663696 h 4194048"/>
              <a:gd name="csX18" fmla="*/ 573024 w 4231102"/>
              <a:gd name="csY18" fmla="*/ 3694176 h 4194048"/>
              <a:gd name="csX19" fmla="*/ 627888 w 4231102"/>
              <a:gd name="csY19" fmla="*/ 3767328 h 4194048"/>
              <a:gd name="csX20" fmla="*/ 646176 w 4231102"/>
              <a:gd name="csY20" fmla="*/ 3797808 h 4194048"/>
              <a:gd name="csX21" fmla="*/ 719328 w 4231102"/>
              <a:gd name="csY21" fmla="*/ 3864864 h 4194048"/>
              <a:gd name="csX22" fmla="*/ 774192 w 4231102"/>
              <a:gd name="csY22" fmla="*/ 3901440 h 4194048"/>
              <a:gd name="csX23" fmla="*/ 1066800 w 4231102"/>
              <a:gd name="csY23" fmla="*/ 4102608 h 4194048"/>
              <a:gd name="csX24" fmla="*/ 1152144 w 4231102"/>
              <a:gd name="csY24" fmla="*/ 4145280 h 4194048"/>
              <a:gd name="csX25" fmla="*/ 1261872 w 4231102"/>
              <a:gd name="csY25" fmla="*/ 4175760 h 4194048"/>
              <a:gd name="csX26" fmla="*/ 1481328 w 4231102"/>
              <a:gd name="csY26" fmla="*/ 4194048 h 4194048"/>
              <a:gd name="csX27" fmla="*/ 1780032 w 4231102"/>
              <a:gd name="csY27" fmla="*/ 4181856 h 4194048"/>
              <a:gd name="csX28" fmla="*/ 2462784 w 4231102"/>
              <a:gd name="csY28" fmla="*/ 4066032 h 4194048"/>
              <a:gd name="csX29" fmla="*/ 2651760 w 4231102"/>
              <a:gd name="csY29" fmla="*/ 4017264 h 4194048"/>
              <a:gd name="csX30" fmla="*/ 2956560 w 4231102"/>
              <a:gd name="csY30" fmla="*/ 3895344 h 4194048"/>
              <a:gd name="csX31" fmla="*/ 3444240 w 4231102"/>
              <a:gd name="csY31" fmla="*/ 3621024 h 4194048"/>
              <a:gd name="csX32" fmla="*/ 3749040 w 4231102"/>
              <a:gd name="csY32" fmla="*/ 3273552 h 4194048"/>
              <a:gd name="csX33" fmla="*/ 3803904 w 4231102"/>
              <a:gd name="csY33" fmla="*/ 3163824 h 4194048"/>
              <a:gd name="csX34" fmla="*/ 3870960 w 4231102"/>
              <a:gd name="csY34" fmla="*/ 2962656 h 4194048"/>
              <a:gd name="csX35" fmla="*/ 3913632 w 4231102"/>
              <a:gd name="csY35" fmla="*/ 2877312 h 4194048"/>
              <a:gd name="csX36" fmla="*/ 3956304 w 4231102"/>
              <a:gd name="csY36" fmla="*/ 2779776 h 4194048"/>
              <a:gd name="csX37" fmla="*/ 4011168 w 4231102"/>
              <a:gd name="csY37" fmla="*/ 2676144 h 4194048"/>
              <a:gd name="csX38" fmla="*/ 4047744 w 4231102"/>
              <a:gd name="csY38" fmla="*/ 2560320 h 4194048"/>
              <a:gd name="csX39" fmla="*/ 4084320 w 4231102"/>
              <a:gd name="csY39" fmla="*/ 2474976 h 4194048"/>
              <a:gd name="csX40" fmla="*/ 4108704 w 4231102"/>
              <a:gd name="csY40" fmla="*/ 2377440 h 4194048"/>
              <a:gd name="csX41" fmla="*/ 4133088 w 4231102"/>
              <a:gd name="csY41" fmla="*/ 2298192 h 4194048"/>
              <a:gd name="csX42" fmla="*/ 4163568 w 4231102"/>
              <a:gd name="csY42" fmla="*/ 2164080 h 4194048"/>
              <a:gd name="csX43" fmla="*/ 4181856 w 4231102"/>
              <a:gd name="csY43" fmla="*/ 2115312 h 4194048"/>
              <a:gd name="csX44" fmla="*/ 4206240 w 4231102"/>
              <a:gd name="csY44" fmla="*/ 2023872 h 4194048"/>
              <a:gd name="csX45" fmla="*/ 4212336 w 4231102"/>
              <a:gd name="csY45" fmla="*/ 1975104 h 4194048"/>
              <a:gd name="csX46" fmla="*/ 4230624 w 4231102"/>
              <a:gd name="csY46" fmla="*/ 1865376 h 4194048"/>
              <a:gd name="csX47" fmla="*/ 4212336 w 4231102"/>
              <a:gd name="csY47" fmla="*/ 1548384 h 4194048"/>
              <a:gd name="csX48" fmla="*/ 4084320 w 4231102"/>
              <a:gd name="csY48" fmla="*/ 1255776 h 4194048"/>
              <a:gd name="csX49" fmla="*/ 3980688 w 4231102"/>
              <a:gd name="csY49" fmla="*/ 1097280 h 4194048"/>
              <a:gd name="csX50" fmla="*/ 3803904 w 4231102"/>
              <a:gd name="csY50" fmla="*/ 908304 h 4194048"/>
              <a:gd name="csX51" fmla="*/ 3669792 w 4231102"/>
              <a:gd name="csY51" fmla="*/ 798576 h 4194048"/>
              <a:gd name="csX52" fmla="*/ 3535680 w 4231102"/>
              <a:gd name="csY52" fmla="*/ 688848 h 4194048"/>
              <a:gd name="csX53" fmla="*/ 3474720 w 4231102"/>
              <a:gd name="csY53" fmla="*/ 646176 h 4194048"/>
              <a:gd name="csX54" fmla="*/ 3310128 w 4231102"/>
              <a:gd name="csY54" fmla="*/ 554736 h 4194048"/>
              <a:gd name="csX55" fmla="*/ 3206496 w 4231102"/>
              <a:gd name="csY55" fmla="*/ 493776 h 4194048"/>
              <a:gd name="csX56" fmla="*/ 2907792 w 4231102"/>
              <a:gd name="csY56" fmla="*/ 365760 h 4194048"/>
              <a:gd name="csX57" fmla="*/ 2749296 w 4231102"/>
              <a:gd name="csY57" fmla="*/ 304800 h 4194048"/>
              <a:gd name="csX58" fmla="*/ 2444496 w 4231102"/>
              <a:gd name="csY58" fmla="*/ 225552 h 4194048"/>
              <a:gd name="csX59" fmla="*/ 2218944 w 4231102"/>
              <a:gd name="csY59" fmla="*/ 164592 h 4194048"/>
              <a:gd name="csX60" fmla="*/ 2066544 w 4231102"/>
              <a:gd name="csY60" fmla="*/ 121920 h 4194048"/>
              <a:gd name="csX61" fmla="*/ 1999488 w 4231102"/>
              <a:gd name="csY61" fmla="*/ 103632 h 4194048"/>
              <a:gd name="csX62" fmla="*/ 1962912 w 4231102"/>
              <a:gd name="csY62" fmla="*/ 97536 h 4194048"/>
              <a:gd name="csX63" fmla="*/ 1883664 w 4231102"/>
              <a:gd name="csY63" fmla="*/ 73152 h 4194048"/>
              <a:gd name="csX64" fmla="*/ 1767840 w 4231102"/>
              <a:gd name="csY64" fmla="*/ 54864 h 4194048"/>
              <a:gd name="csX65" fmla="*/ 1664208 w 4231102"/>
              <a:gd name="csY65" fmla="*/ 36576 h 4194048"/>
              <a:gd name="csX66" fmla="*/ 1615440 w 4231102"/>
              <a:gd name="csY66" fmla="*/ 24384 h 4194048"/>
              <a:gd name="csX67" fmla="*/ 1524000 w 4231102"/>
              <a:gd name="csY67" fmla="*/ 18288 h 4194048"/>
              <a:gd name="csX68" fmla="*/ 1438656 w 4231102"/>
              <a:gd name="csY68" fmla="*/ 6096 h 4194048"/>
              <a:gd name="csX69" fmla="*/ 1389888 w 4231102"/>
              <a:gd name="csY69" fmla="*/ 0 h 4194048"/>
              <a:gd name="csX70" fmla="*/ 957072 w 4231102"/>
              <a:gd name="csY70" fmla="*/ 6096 h 4194048"/>
              <a:gd name="csX71" fmla="*/ 707136 w 4231102"/>
              <a:gd name="csY71" fmla="*/ 48768 h 4194048"/>
              <a:gd name="csX72" fmla="*/ 487680 w 4231102"/>
              <a:gd name="csY72" fmla="*/ 128016 h 4194048"/>
              <a:gd name="csX73" fmla="*/ 432816 w 4231102"/>
              <a:gd name="csY73" fmla="*/ 158496 h 4194048"/>
              <a:gd name="csX74" fmla="*/ 402336 w 4231102"/>
              <a:gd name="csY74" fmla="*/ 188976 h 4194048"/>
              <a:gd name="csX75" fmla="*/ 304800 w 4231102"/>
              <a:gd name="csY75" fmla="*/ 274320 h 4194048"/>
              <a:gd name="csX76" fmla="*/ 274320 w 4231102"/>
              <a:gd name="csY76" fmla="*/ 298704 h 4194048"/>
              <a:gd name="csX77" fmla="*/ 243840 w 4231102"/>
              <a:gd name="csY77" fmla="*/ 341376 h 4194048"/>
              <a:gd name="csX78" fmla="*/ 176784 w 4231102"/>
              <a:gd name="csY78" fmla="*/ 396240 h 4194048"/>
              <a:gd name="csX79" fmla="*/ 158496 w 4231102"/>
              <a:gd name="csY79" fmla="*/ 420624 h 4194048"/>
              <a:gd name="csX80" fmla="*/ 134112 w 4231102"/>
              <a:gd name="csY80" fmla="*/ 463296 h 4194048"/>
              <a:gd name="csX81" fmla="*/ 109728 w 4231102"/>
              <a:gd name="csY81" fmla="*/ 518160 h 4194048"/>
              <a:gd name="csX82" fmla="*/ 85344 w 4231102"/>
              <a:gd name="csY82" fmla="*/ 554736 h 4194048"/>
              <a:gd name="csX83" fmla="*/ 73152 w 4231102"/>
              <a:gd name="csY83" fmla="*/ 615696 h 4194048"/>
              <a:gd name="csX84" fmla="*/ 48768 w 4231102"/>
              <a:gd name="csY84" fmla="*/ 670560 h 4194048"/>
              <a:gd name="csX85" fmla="*/ 42672 w 4231102"/>
              <a:gd name="csY85" fmla="*/ 725424 h 4194048"/>
              <a:gd name="csX86" fmla="*/ 24384 w 4231102"/>
              <a:gd name="csY86" fmla="*/ 786384 h 4194048"/>
              <a:gd name="csX87" fmla="*/ 12192 w 4231102"/>
              <a:gd name="csY87" fmla="*/ 890016 h 4194048"/>
              <a:gd name="csX88" fmla="*/ 0 w 4231102"/>
              <a:gd name="csY88" fmla="*/ 932688 h 4194048"/>
              <a:gd name="csX89" fmla="*/ 6096 w 4231102"/>
              <a:gd name="csY89" fmla="*/ 1078992 h 4194048"/>
              <a:gd name="csX90" fmla="*/ 12192 w 4231102"/>
              <a:gd name="csY90" fmla="*/ 1115568 h 4194048"/>
              <a:gd name="csX91" fmla="*/ 36576 w 4231102"/>
              <a:gd name="csY91" fmla="*/ 1176528 h 4194048"/>
              <a:gd name="csX92" fmla="*/ 91440 w 4231102"/>
              <a:gd name="csY92" fmla="*/ 1310640 h 4194048"/>
              <a:gd name="csX93" fmla="*/ 103632 w 4231102"/>
              <a:gd name="csY93" fmla="*/ 1335024 h 4194048"/>
              <a:gd name="csX94" fmla="*/ 109728 w 4231102"/>
              <a:gd name="csY94" fmla="*/ 1359408 h 4194048"/>
              <a:gd name="csX95" fmla="*/ 115824 w 4231102"/>
              <a:gd name="csY95" fmla="*/ 1377696 h 4194048"/>
              <a:gd name="csX96" fmla="*/ 121920 w 4231102"/>
              <a:gd name="csY96" fmla="*/ 1402080 h 4194048"/>
              <a:gd name="csX97" fmla="*/ 158496 w 4231102"/>
              <a:gd name="csY97" fmla="*/ 1450848 h 4194048"/>
              <a:gd name="csX98" fmla="*/ 176784 w 4231102"/>
              <a:gd name="csY98" fmla="*/ 1475232 h 4194048"/>
              <a:gd name="csX99" fmla="*/ 195072 w 4231102"/>
              <a:gd name="csY99" fmla="*/ 1505712 h 4194048"/>
              <a:gd name="csX100" fmla="*/ 213360 w 4231102"/>
              <a:gd name="csY100" fmla="*/ 1524000 h 4194048"/>
              <a:gd name="csX101" fmla="*/ 237744 w 4231102"/>
              <a:gd name="csY101" fmla="*/ 1572768 h 4194048"/>
              <a:gd name="csX102" fmla="*/ 249936 w 4231102"/>
              <a:gd name="csY102" fmla="*/ 1591056 h 4194048"/>
              <a:gd name="csX103" fmla="*/ 262128 w 4231102"/>
              <a:gd name="csY103" fmla="*/ 1627632 h 4194048"/>
              <a:gd name="csX104" fmla="*/ 274320 w 4231102"/>
              <a:gd name="csY104" fmla="*/ 1652016 h 4194048"/>
              <a:gd name="csX105" fmla="*/ 292608 w 4231102"/>
              <a:gd name="csY105" fmla="*/ 1700784 h 4194048"/>
              <a:gd name="csX106" fmla="*/ 304800 w 4231102"/>
              <a:gd name="csY106" fmla="*/ 1749552 h 4194048"/>
              <a:gd name="csX107" fmla="*/ 304800 w 4231102"/>
              <a:gd name="csY107" fmla="*/ 1804416 h 41940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4231102" h="4194048">
                <a:moveTo>
                  <a:pt x="280416" y="1402080"/>
                </a:moveTo>
                <a:lnTo>
                  <a:pt x="280416" y="1402080"/>
                </a:lnTo>
                <a:cubicBezTo>
                  <a:pt x="282448" y="1428496"/>
                  <a:pt x="282932" y="1455077"/>
                  <a:pt x="286512" y="1481328"/>
                </a:cubicBezTo>
                <a:cubicBezTo>
                  <a:pt x="289043" y="1499890"/>
                  <a:pt x="297665" y="1517487"/>
                  <a:pt x="298704" y="1536192"/>
                </a:cubicBezTo>
                <a:cubicBezTo>
                  <a:pt x="303777" y="1627514"/>
                  <a:pt x="300709" y="1719141"/>
                  <a:pt x="304800" y="1810512"/>
                </a:cubicBezTo>
                <a:cubicBezTo>
                  <a:pt x="311486" y="1959841"/>
                  <a:pt x="313877" y="1905524"/>
                  <a:pt x="329184" y="2017776"/>
                </a:cubicBezTo>
                <a:cubicBezTo>
                  <a:pt x="331943" y="2038010"/>
                  <a:pt x="332894" y="2058455"/>
                  <a:pt x="335280" y="2078736"/>
                </a:cubicBezTo>
                <a:cubicBezTo>
                  <a:pt x="339934" y="2118299"/>
                  <a:pt x="346165" y="2147748"/>
                  <a:pt x="353568" y="2188464"/>
                </a:cubicBezTo>
                <a:cubicBezTo>
                  <a:pt x="355600" y="2218944"/>
                  <a:pt x="357321" y="2249446"/>
                  <a:pt x="359664" y="2279904"/>
                </a:cubicBezTo>
                <a:cubicBezTo>
                  <a:pt x="361385" y="2302282"/>
                  <a:pt x="365238" y="2324522"/>
                  <a:pt x="365760" y="2346960"/>
                </a:cubicBezTo>
                <a:cubicBezTo>
                  <a:pt x="369304" y="2499332"/>
                  <a:pt x="368470" y="2651784"/>
                  <a:pt x="371856" y="2804160"/>
                </a:cubicBezTo>
                <a:cubicBezTo>
                  <a:pt x="372535" y="2834700"/>
                  <a:pt x="375306" y="2865167"/>
                  <a:pt x="377952" y="2895600"/>
                </a:cubicBezTo>
                <a:cubicBezTo>
                  <a:pt x="387158" y="3001464"/>
                  <a:pt x="382119" y="2880342"/>
                  <a:pt x="390144" y="3011424"/>
                </a:cubicBezTo>
                <a:cubicBezTo>
                  <a:pt x="394869" y="3088602"/>
                  <a:pt x="392574" y="3166368"/>
                  <a:pt x="402336" y="3243072"/>
                </a:cubicBezTo>
                <a:cubicBezTo>
                  <a:pt x="406882" y="3278791"/>
                  <a:pt x="422734" y="3312137"/>
                  <a:pt x="432816" y="3346704"/>
                </a:cubicBezTo>
                <a:cubicBezTo>
                  <a:pt x="446476" y="3393539"/>
                  <a:pt x="442092" y="3386990"/>
                  <a:pt x="463296" y="3432048"/>
                </a:cubicBezTo>
                <a:cubicBezTo>
                  <a:pt x="479249" y="3465948"/>
                  <a:pt x="494693" y="3489662"/>
                  <a:pt x="505968" y="3523488"/>
                </a:cubicBezTo>
                <a:cubicBezTo>
                  <a:pt x="522502" y="3573089"/>
                  <a:pt x="525166" y="3614412"/>
                  <a:pt x="554736" y="3663696"/>
                </a:cubicBezTo>
                <a:cubicBezTo>
                  <a:pt x="560832" y="3673856"/>
                  <a:pt x="566229" y="3684469"/>
                  <a:pt x="573024" y="3694176"/>
                </a:cubicBezTo>
                <a:cubicBezTo>
                  <a:pt x="656943" y="3814060"/>
                  <a:pt x="524533" y="3612295"/>
                  <a:pt x="627888" y="3767328"/>
                </a:cubicBezTo>
                <a:cubicBezTo>
                  <a:pt x="634460" y="3777187"/>
                  <a:pt x="638774" y="3788556"/>
                  <a:pt x="646176" y="3797808"/>
                </a:cubicBezTo>
                <a:cubicBezTo>
                  <a:pt x="659233" y="3814130"/>
                  <a:pt x="705735" y="3854669"/>
                  <a:pt x="719328" y="3864864"/>
                </a:cubicBezTo>
                <a:cubicBezTo>
                  <a:pt x="736912" y="3878052"/>
                  <a:pt x="756540" y="3888344"/>
                  <a:pt x="774192" y="3901440"/>
                </a:cubicBezTo>
                <a:cubicBezTo>
                  <a:pt x="890968" y="3988080"/>
                  <a:pt x="933125" y="4035770"/>
                  <a:pt x="1066800" y="4102608"/>
                </a:cubicBezTo>
                <a:cubicBezTo>
                  <a:pt x="1095248" y="4116832"/>
                  <a:pt x="1122363" y="4134112"/>
                  <a:pt x="1152144" y="4145280"/>
                </a:cubicBezTo>
                <a:cubicBezTo>
                  <a:pt x="1187688" y="4158609"/>
                  <a:pt x="1224539" y="4168883"/>
                  <a:pt x="1261872" y="4175760"/>
                </a:cubicBezTo>
                <a:cubicBezTo>
                  <a:pt x="1309423" y="4184519"/>
                  <a:pt x="1428197" y="4190727"/>
                  <a:pt x="1481328" y="4194048"/>
                </a:cubicBezTo>
                <a:cubicBezTo>
                  <a:pt x="1580896" y="4189984"/>
                  <a:pt x="1680884" y="4191854"/>
                  <a:pt x="1780032" y="4181856"/>
                </a:cubicBezTo>
                <a:cubicBezTo>
                  <a:pt x="2037958" y="4155847"/>
                  <a:pt x="2221278" y="4122273"/>
                  <a:pt x="2462784" y="4066032"/>
                </a:cubicBezTo>
                <a:cubicBezTo>
                  <a:pt x="2526144" y="4051277"/>
                  <a:pt x="2589509" y="4036161"/>
                  <a:pt x="2651760" y="4017264"/>
                </a:cubicBezTo>
                <a:cubicBezTo>
                  <a:pt x="2748625" y="3987858"/>
                  <a:pt x="2865505" y="3938651"/>
                  <a:pt x="2956560" y="3895344"/>
                </a:cubicBezTo>
                <a:cubicBezTo>
                  <a:pt x="3136133" y="3809937"/>
                  <a:pt x="3299365" y="3751411"/>
                  <a:pt x="3444240" y="3621024"/>
                </a:cubicBezTo>
                <a:cubicBezTo>
                  <a:pt x="3603971" y="3477266"/>
                  <a:pt x="3657476" y="3431709"/>
                  <a:pt x="3749040" y="3273552"/>
                </a:cubicBezTo>
                <a:cubicBezTo>
                  <a:pt x="3769529" y="3238162"/>
                  <a:pt x="3788974" y="3201894"/>
                  <a:pt x="3803904" y="3163824"/>
                </a:cubicBezTo>
                <a:cubicBezTo>
                  <a:pt x="3829710" y="3098020"/>
                  <a:pt x="3839349" y="3025877"/>
                  <a:pt x="3870960" y="2962656"/>
                </a:cubicBezTo>
                <a:cubicBezTo>
                  <a:pt x="3885184" y="2934208"/>
                  <a:pt x="3900182" y="2906134"/>
                  <a:pt x="3913632" y="2877312"/>
                </a:cubicBezTo>
                <a:cubicBezTo>
                  <a:pt x="3928639" y="2845154"/>
                  <a:pt x="3940822" y="2811708"/>
                  <a:pt x="3956304" y="2779776"/>
                </a:cubicBezTo>
                <a:cubicBezTo>
                  <a:pt x="3973356" y="2744606"/>
                  <a:pt x="3996135" y="2712224"/>
                  <a:pt x="4011168" y="2676144"/>
                </a:cubicBezTo>
                <a:cubicBezTo>
                  <a:pt x="4026740" y="2638771"/>
                  <a:pt x="4033908" y="2598370"/>
                  <a:pt x="4047744" y="2560320"/>
                </a:cubicBezTo>
                <a:cubicBezTo>
                  <a:pt x="4058321" y="2531233"/>
                  <a:pt x="4074533" y="2504338"/>
                  <a:pt x="4084320" y="2474976"/>
                </a:cubicBezTo>
                <a:cubicBezTo>
                  <a:pt x="4094918" y="2443183"/>
                  <a:pt x="4099792" y="2409746"/>
                  <a:pt x="4108704" y="2377440"/>
                </a:cubicBezTo>
                <a:cubicBezTo>
                  <a:pt x="4116054" y="2350797"/>
                  <a:pt x="4126205" y="2324959"/>
                  <a:pt x="4133088" y="2298192"/>
                </a:cubicBezTo>
                <a:cubicBezTo>
                  <a:pt x="4144505" y="2253792"/>
                  <a:pt x="4147471" y="2207005"/>
                  <a:pt x="4163568" y="2164080"/>
                </a:cubicBezTo>
                <a:cubicBezTo>
                  <a:pt x="4169664" y="2147824"/>
                  <a:pt x="4176366" y="2131782"/>
                  <a:pt x="4181856" y="2115312"/>
                </a:cubicBezTo>
                <a:cubicBezTo>
                  <a:pt x="4187092" y="2099605"/>
                  <a:pt x="4203554" y="2038198"/>
                  <a:pt x="4206240" y="2023872"/>
                </a:cubicBezTo>
                <a:cubicBezTo>
                  <a:pt x="4209259" y="2007770"/>
                  <a:pt x="4209643" y="1991264"/>
                  <a:pt x="4212336" y="1975104"/>
                </a:cubicBezTo>
                <a:cubicBezTo>
                  <a:pt x="4235443" y="1836460"/>
                  <a:pt x="4215868" y="1983421"/>
                  <a:pt x="4230624" y="1865376"/>
                </a:cubicBezTo>
                <a:cubicBezTo>
                  <a:pt x="4229526" y="1820363"/>
                  <a:pt x="4237922" y="1635377"/>
                  <a:pt x="4212336" y="1548384"/>
                </a:cubicBezTo>
                <a:cubicBezTo>
                  <a:pt x="4182289" y="1446225"/>
                  <a:pt x="4142968" y="1345473"/>
                  <a:pt x="4084320" y="1255776"/>
                </a:cubicBezTo>
                <a:cubicBezTo>
                  <a:pt x="4049776" y="1202944"/>
                  <a:pt x="4022915" y="1144199"/>
                  <a:pt x="3980688" y="1097280"/>
                </a:cubicBezTo>
                <a:cubicBezTo>
                  <a:pt x="3945217" y="1057867"/>
                  <a:pt x="3854465" y="952736"/>
                  <a:pt x="3803904" y="908304"/>
                </a:cubicBezTo>
                <a:cubicBezTo>
                  <a:pt x="3760516" y="870176"/>
                  <a:pt x="3714379" y="835295"/>
                  <a:pt x="3669792" y="798576"/>
                </a:cubicBezTo>
                <a:cubicBezTo>
                  <a:pt x="3653924" y="785508"/>
                  <a:pt x="3558073" y="704523"/>
                  <a:pt x="3535680" y="688848"/>
                </a:cubicBezTo>
                <a:cubicBezTo>
                  <a:pt x="3515360" y="674624"/>
                  <a:pt x="3496040" y="658853"/>
                  <a:pt x="3474720" y="646176"/>
                </a:cubicBezTo>
                <a:cubicBezTo>
                  <a:pt x="3420774" y="614100"/>
                  <a:pt x="3364697" y="585741"/>
                  <a:pt x="3310128" y="554736"/>
                </a:cubicBezTo>
                <a:cubicBezTo>
                  <a:pt x="3275283" y="534937"/>
                  <a:pt x="3243333" y="509563"/>
                  <a:pt x="3206496" y="493776"/>
                </a:cubicBezTo>
                <a:cubicBezTo>
                  <a:pt x="3106928" y="451104"/>
                  <a:pt x="3008898" y="404647"/>
                  <a:pt x="2907792" y="365760"/>
                </a:cubicBezTo>
                <a:cubicBezTo>
                  <a:pt x="2854960" y="345440"/>
                  <a:pt x="2803093" y="322406"/>
                  <a:pt x="2749296" y="304800"/>
                </a:cubicBezTo>
                <a:cubicBezTo>
                  <a:pt x="2616164" y="261230"/>
                  <a:pt x="2570312" y="258091"/>
                  <a:pt x="2444496" y="225552"/>
                </a:cubicBezTo>
                <a:cubicBezTo>
                  <a:pt x="2369095" y="206052"/>
                  <a:pt x="2293280" y="187822"/>
                  <a:pt x="2218944" y="164592"/>
                </a:cubicBezTo>
                <a:cubicBezTo>
                  <a:pt x="2032321" y="106272"/>
                  <a:pt x="2193822" y="153739"/>
                  <a:pt x="2066544" y="121920"/>
                </a:cubicBezTo>
                <a:cubicBezTo>
                  <a:pt x="2044067" y="116301"/>
                  <a:pt x="2022040" y="108938"/>
                  <a:pt x="1999488" y="103632"/>
                </a:cubicBezTo>
                <a:cubicBezTo>
                  <a:pt x="1987456" y="100801"/>
                  <a:pt x="1974865" y="100682"/>
                  <a:pt x="1962912" y="97536"/>
                </a:cubicBezTo>
                <a:cubicBezTo>
                  <a:pt x="1936184" y="90502"/>
                  <a:pt x="1910664" y="79058"/>
                  <a:pt x="1883664" y="73152"/>
                </a:cubicBezTo>
                <a:cubicBezTo>
                  <a:pt x="1845481" y="64799"/>
                  <a:pt x="1806394" y="61290"/>
                  <a:pt x="1767840" y="54864"/>
                </a:cubicBezTo>
                <a:cubicBezTo>
                  <a:pt x="1733240" y="49097"/>
                  <a:pt x="1698605" y="43455"/>
                  <a:pt x="1664208" y="36576"/>
                </a:cubicBezTo>
                <a:cubicBezTo>
                  <a:pt x="1647777" y="33290"/>
                  <a:pt x="1632056" y="26551"/>
                  <a:pt x="1615440" y="24384"/>
                </a:cubicBezTo>
                <a:cubicBezTo>
                  <a:pt x="1585149" y="20433"/>
                  <a:pt x="1554480" y="20320"/>
                  <a:pt x="1524000" y="18288"/>
                </a:cubicBezTo>
                <a:lnTo>
                  <a:pt x="1438656" y="6096"/>
                </a:lnTo>
                <a:cubicBezTo>
                  <a:pt x="1422424" y="3883"/>
                  <a:pt x="1406271" y="0"/>
                  <a:pt x="1389888" y="0"/>
                </a:cubicBezTo>
                <a:cubicBezTo>
                  <a:pt x="1245602" y="0"/>
                  <a:pt x="1101344" y="4064"/>
                  <a:pt x="957072" y="6096"/>
                </a:cubicBezTo>
                <a:cubicBezTo>
                  <a:pt x="813123" y="21248"/>
                  <a:pt x="858476" y="11856"/>
                  <a:pt x="707136" y="48768"/>
                </a:cubicBezTo>
                <a:cubicBezTo>
                  <a:pt x="603672" y="74003"/>
                  <a:pt x="580308" y="76556"/>
                  <a:pt x="487680" y="128016"/>
                </a:cubicBezTo>
                <a:cubicBezTo>
                  <a:pt x="469392" y="138176"/>
                  <a:pt x="449840" y="146336"/>
                  <a:pt x="432816" y="158496"/>
                </a:cubicBezTo>
                <a:cubicBezTo>
                  <a:pt x="421124" y="166847"/>
                  <a:pt x="413488" y="179915"/>
                  <a:pt x="402336" y="188976"/>
                </a:cubicBezTo>
                <a:cubicBezTo>
                  <a:pt x="196644" y="356101"/>
                  <a:pt x="425211" y="153909"/>
                  <a:pt x="304800" y="274320"/>
                </a:cubicBezTo>
                <a:cubicBezTo>
                  <a:pt x="295600" y="283520"/>
                  <a:pt x="283072" y="289077"/>
                  <a:pt x="274320" y="298704"/>
                </a:cubicBezTo>
                <a:cubicBezTo>
                  <a:pt x="262562" y="311638"/>
                  <a:pt x="255696" y="328532"/>
                  <a:pt x="243840" y="341376"/>
                </a:cubicBezTo>
                <a:cubicBezTo>
                  <a:pt x="112425" y="483742"/>
                  <a:pt x="260099" y="312925"/>
                  <a:pt x="176784" y="396240"/>
                </a:cubicBezTo>
                <a:cubicBezTo>
                  <a:pt x="169600" y="403424"/>
                  <a:pt x="164401" y="412356"/>
                  <a:pt x="158496" y="420624"/>
                </a:cubicBezTo>
                <a:cubicBezTo>
                  <a:pt x="146222" y="437807"/>
                  <a:pt x="143430" y="443107"/>
                  <a:pt x="134112" y="463296"/>
                </a:cubicBezTo>
                <a:cubicBezTo>
                  <a:pt x="125725" y="481467"/>
                  <a:pt x="119146" y="500502"/>
                  <a:pt x="109728" y="518160"/>
                </a:cubicBezTo>
                <a:cubicBezTo>
                  <a:pt x="102832" y="531089"/>
                  <a:pt x="93472" y="542544"/>
                  <a:pt x="85344" y="554736"/>
                </a:cubicBezTo>
                <a:cubicBezTo>
                  <a:pt x="81280" y="575056"/>
                  <a:pt x="79392" y="595935"/>
                  <a:pt x="73152" y="615696"/>
                </a:cubicBezTo>
                <a:cubicBezTo>
                  <a:pt x="67125" y="634780"/>
                  <a:pt x="54124" y="651277"/>
                  <a:pt x="48768" y="670560"/>
                </a:cubicBezTo>
                <a:cubicBezTo>
                  <a:pt x="43843" y="688289"/>
                  <a:pt x="46463" y="707418"/>
                  <a:pt x="42672" y="725424"/>
                </a:cubicBezTo>
                <a:cubicBezTo>
                  <a:pt x="38302" y="746184"/>
                  <a:pt x="30480" y="766064"/>
                  <a:pt x="24384" y="786384"/>
                </a:cubicBezTo>
                <a:cubicBezTo>
                  <a:pt x="23537" y="794010"/>
                  <a:pt x="14287" y="879543"/>
                  <a:pt x="12192" y="890016"/>
                </a:cubicBezTo>
                <a:cubicBezTo>
                  <a:pt x="9291" y="904522"/>
                  <a:pt x="4064" y="918464"/>
                  <a:pt x="0" y="932688"/>
                </a:cubicBezTo>
                <a:cubicBezTo>
                  <a:pt x="2032" y="981456"/>
                  <a:pt x="2849" y="1030290"/>
                  <a:pt x="6096" y="1078992"/>
                </a:cubicBezTo>
                <a:cubicBezTo>
                  <a:pt x="6918" y="1091325"/>
                  <a:pt x="8505" y="1103770"/>
                  <a:pt x="12192" y="1115568"/>
                </a:cubicBezTo>
                <a:cubicBezTo>
                  <a:pt x="18720" y="1136457"/>
                  <a:pt x="29655" y="1155766"/>
                  <a:pt x="36576" y="1176528"/>
                </a:cubicBezTo>
                <a:cubicBezTo>
                  <a:pt x="55042" y="1231926"/>
                  <a:pt x="57281" y="1242321"/>
                  <a:pt x="91440" y="1310640"/>
                </a:cubicBezTo>
                <a:cubicBezTo>
                  <a:pt x="95504" y="1318768"/>
                  <a:pt x="100441" y="1326515"/>
                  <a:pt x="103632" y="1335024"/>
                </a:cubicBezTo>
                <a:cubicBezTo>
                  <a:pt x="106574" y="1342869"/>
                  <a:pt x="107426" y="1351352"/>
                  <a:pt x="109728" y="1359408"/>
                </a:cubicBezTo>
                <a:cubicBezTo>
                  <a:pt x="111493" y="1365587"/>
                  <a:pt x="114059" y="1371517"/>
                  <a:pt x="115824" y="1377696"/>
                </a:cubicBezTo>
                <a:cubicBezTo>
                  <a:pt x="118126" y="1385752"/>
                  <a:pt x="117698" y="1394843"/>
                  <a:pt x="121920" y="1402080"/>
                </a:cubicBezTo>
                <a:cubicBezTo>
                  <a:pt x="132159" y="1419632"/>
                  <a:pt x="146304" y="1434592"/>
                  <a:pt x="158496" y="1450848"/>
                </a:cubicBezTo>
                <a:cubicBezTo>
                  <a:pt x="164592" y="1458976"/>
                  <a:pt x="171557" y="1466520"/>
                  <a:pt x="176784" y="1475232"/>
                </a:cubicBezTo>
                <a:cubicBezTo>
                  <a:pt x="182880" y="1485392"/>
                  <a:pt x="187963" y="1496233"/>
                  <a:pt x="195072" y="1505712"/>
                </a:cubicBezTo>
                <a:cubicBezTo>
                  <a:pt x="200245" y="1512609"/>
                  <a:pt x="207264" y="1517904"/>
                  <a:pt x="213360" y="1524000"/>
                </a:cubicBezTo>
                <a:cubicBezTo>
                  <a:pt x="222645" y="1551855"/>
                  <a:pt x="217178" y="1539863"/>
                  <a:pt x="237744" y="1572768"/>
                </a:cubicBezTo>
                <a:cubicBezTo>
                  <a:pt x="241627" y="1578981"/>
                  <a:pt x="246960" y="1584361"/>
                  <a:pt x="249936" y="1591056"/>
                </a:cubicBezTo>
                <a:cubicBezTo>
                  <a:pt x="255155" y="1602800"/>
                  <a:pt x="256381" y="1616137"/>
                  <a:pt x="262128" y="1627632"/>
                </a:cubicBezTo>
                <a:cubicBezTo>
                  <a:pt x="266192" y="1635760"/>
                  <a:pt x="270629" y="1643712"/>
                  <a:pt x="274320" y="1652016"/>
                </a:cubicBezTo>
                <a:cubicBezTo>
                  <a:pt x="278667" y="1661798"/>
                  <a:pt x="289059" y="1687773"/>
                  <a:pt x="292608" y="1700784"/>
                </a:cubicBezTo>
                <a:cubicBezTo>
                  <a:pt x="297017" y="1716950"/>
                  <a:pt x="304800" y="1732796"/>
                  <a:pt x="304800" y="1749552"/>
                </a:cubicBezTo>
                <a:lnTo>
                  <a:pt x="304800" y="1804416"/>
                </a:lnTo>
              </a:path>
            </a:pathLst>
          </a:cu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8A927F-3272-AEBF-5CEB-68CFC6565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724" y="607901"/>
            <a:ext cx="1733639" cy="1828894"/>
          </a:xfrm>
          <a:prstGeom prst="rect">
            <a:avLst/>
          </a:prstGeom>
        </p:spPr>
      </p:pic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3A66C81A-24F9-B592-52D7-32B19BCAABD4}"/>
              </a:ext>
            </a:extLst>
          </p:cNvPr>
          <p:cNvCxnSpPr>
            <a:cxnSpLocks/>
          </p:cNvCxnSpPr>
          <p:nvPr/>
        </p:nvCxnSpPr>
        <p:spPr>
          <a:xfrm flipV="1">
            <a:off x="1830522" y="862940"/>
            <a:ext cx="6375379" cy="746021"/>
          </a:xfrm>
          <a:prstGeom prst="curvedConnector3">
            <a:avLst>
              <a:gd name="adj1" fmla="val 50000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Curved 67">
            <a:extLst>
              <a:ext uri="{FF2B5EF4-FFF2-40B4-BE49-F238E27FC236}">
                <a16:creationId xmlns:a16="http://schemas.microsoft.com/office/drawing/2014/main" id="{DC84CCE7-4D4F-B645-1EAB-EA63AABE6B02}"/>
              </a:ext>
            </a:extLst>
          </p:cNvPr>
          <p:cNvCxnSpPr>
            <a:cxnSpLocks/>
          </p:cNvCxnSpPr>
          <p:nvPr/>
        </p:nvCxnSpPr>
        <p:spPr>
          <a:xfrm>
            <a:off x="1830522" y="1647594"/>
            <a:ext cx="3262262" cy="1106756"/>
          </a:xfrm>
          <a:prstGeom prst="curvedConnector3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4A7481D-64FB-0A4D-66DB-82088FAD698E}"/>
              </a:ext>
            </a:extLst>
          </p:cNvPr>
          <p:cNvGrpSpPr/>
          <p:nvPr/>
        </p:nvGrpSpPr>
        <p:grpSpPr>
          <a:xfrm>
            <a:off x="121274" y="2773341"/>
            <a:ext cx="4596384" cy="4029952"/>
            <a:chOff x="164592" y="3023120"/>
            <a:chExt cx="4596384" cy="4029952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D61FCFB-E662-756C-9FF5-67BEDAF63F52}"/>
                </a:ext>
              </a:extLst>
            </p:cNvPr>
            <p:cNvSpPr/>
            <p:nvPr/>
          </p:nvSpPr>
          <p:spPr>
            <a:xfrm>
              <a:off x="164592" y="3023120"/>
              <a:ext cx="4596384" cy="4029952"/>
            </a:xfrm>
            <a:custGeom>
              <a:avLst/>
              <a:gdLst>
                <a:gd name="csX0" fmla="*/ 1780032 w 4596384"/>
                <a:gd name="csY0" fmla="*/ 49264 h 4029952"/>
                <a:gd name="csX1" fmla="*/ 1780032 w 4596384"/>
                <a:gd name="csY1" fmla="*/ 49264 h 4029952"/>
                <a:gd name="csX2" fmla="*/ 1603248 w 4596384"/>
                <a:gd name="csY2" fmla="*/ 55360 h 4029952"/>
                <a:gd name="csX3" fmla="*/ 1487424 w 4596384"/>
                <a:gd name="csY3" fmla="*/ 79744 h 4029952"/>
                <a:gd name="csX4" fmla="*/ 1395984 w 4596384"/>
                <a:gd name="csY4" fmla="*/ 104128 h 4029952"/>
                <a:gd name="csX5" fmla="*/ 1310640 w 4596384"/>
                <a:gd name="csY5" fmla="*/ 128512 h 4029952"/>
                <a:gd name="csX6" fmla="*/ 1078992 w 4596384"/>
                <a:gd name="csY6" fmla="*/ 183376 h 4029952"/>
                <a:gd name="csX7" fmla="*/ 1018032 w 4596384"/>
                <a:gd name="csY7" fmla="*/ 207760 h 4029952"/>
                <a:gd name="csX8" fmla="*/ 975360 w 4596384"/>
                <a:gd name="csY8" fmla="*/ 219952 h 4029952"/>
                <a:gd name="csX9" fmla="*/ 871728 w 4596384"/>
                <a:gd name="csY9" fmla="*/ 268720 h 4029952"/>
                <a:gd name="csX10" fmla="*/ 688848 w 4596384"/>
                <a:gd name="csY10" fmla="*/ 360160 h 4029952"/>
                <a:gd name="csX11" fmla="*/ 597408 w 4596384"/>
                <a:gd name="csY11" fmla="*/ 421120 h 4029952"/>
                <a:gd name="csX12" fmla="*/ 426720 w 4596384"/>
                <a:gd name="csY12" fmla="*/ 543040 h 4029952"/>
                <a:gd name="csX13" fmla="*/ 231648 w 4596384"/>
                <a:gd name="csY13" fmla="*/ 780784 h 4029952"/>
                <a:gd name="csX14" fmla="*/ 195072 w 4596384"/>
                <a:gd name="csY14" fmla="*/ 829552 h 4029952"/>
                <a:gd name="csX15" fmla="*/ 170688 w 4596384"/>
                <a:gd name="csY15" fmla="*/ 884416 h 4029952"/>
                <a:gd name="csX16" fmla="*/ 140208 w 4596384"/>
                <a:gd name="csY16" fmla="*/ 945376 h 4029952"/>
                <a:gd name="csX17" fmla="*/ 121920 w 4596384"/>
                <a:gd name="csY17" fmla="*/ 994144 h 4029952"/>
                <a:gd name="csX18" fmla="*/ 85344 w 4596384"/>
                <a:gd name="csY18" fmla="*/ 1073392 h 4029952"/>
                <a:gd name="csX19" fmla="*/ 42672 w 4596384"/>
                <a:gd name="csY19" fmla="*/ 1183120 h 4029952"/>
                <a:gd name="csX20" fmla="*/ 36576 w 4596384"/>
                <a:gd name="csY20" fmla="*/ 1219696 h 4029952"/>
                <a:gd name="csX21" fmla="*/ 24384 w 4596384"/>
                <a:gd name="csY21" fmla="*/ 1262368 h 4029952"/>
                <a:gd name="csX22" fmla="*/ 18288 w 4596384"/>
                <a:gd name="csY22" fmla="*/ 1311136 h 4029952"/>
                <a:gd name="csX23" fmla="*/ 0 w 4596384"/>
                <a:gd name="csY23" fmla="*/ 1390384 h 4029952"/>
                <a:gd name="csX24" fmla="*/ 6096 w 4596384"/>
                <a:gd name="csY24" fmla="*/ 2018272 h 4029952"/>
                <a:gd name="csX25" fmla="*/ 18288 w 4596384"/>
                <a:gd name="csY25" fmla="*/ 2182864 h 4029952"/>
                <a:gd name="csX26" fmla="*/ 36576 w 4596384"/>
                <a:gd name="csY26" fmla="*/ 2292592 h 4029952"/>
                <a:gd name="csX27" fmla="*/ 42672 w 4596384"/>
                <a:gd name="csY27" fmla="*/ 2402320 h 4029952"/>
                <a:gd name="csX28" fmla="*/ 91440 w 4596384"/>
                <a:gd name="csY28" fmla="*/ 2627872 h 4029952"/>
                <a:gd name="csX29" fmla="*/ 182880 w 4596384"/>
                <a:gd name="csY29" fmla="*/ 2890000 h 4029952"/>
                <a:gd name="csX30" fmla="*/ 286512 w 4596384"/>
                <a:gd name="csY30" fmla="*/ 3085072 h 4029952"/>
                <a:gd name="csX31" fmla="*/ 445008 w 4596384"/>
                <a:gd name="csY31" fmla="*/ 3292336 h 4029952"/>
                <a:gd name="csX32" fmla="*/ 755904 w 4596384"/>
                <a:gd name="csY32" fmla="*/ 3560560 h 4029952"/>
                <a:gd name="csX33" fmla="*/ 1207008 w 4596384"/>
                <a:gd name="csY33" fmla="*/ 3834880 h 4029952"/>
                <a:gd name="csX34" fmla="*/ 1560576 w 4596384"/>
                <a:gd name="csY34" fmla="*/ 3944608 h 4029952"/>
                <a:gd name="csX35" fmla="*/ 1749552 w 4596384"/>
                <a:gd name="csY35" fmla="*/ 3981184 h 4029952"/>
                <a:gd name="csX36" fmla="*/ 1956816 w 4596384"/>
                <a:gd name="csY36" fmla="*/ 4011664 h 4029952"/>
                <a:gd name="csX37" fmla="*/ 2097024 w 4596384"/>
                <a:gd name="csY37" fmla="*/ 4017760 h 4029952"/>
                <a:gd name="csX38" fmla="*/ 2176272 w 4596384"/>
                <a:gd name="csY38" fmla="*/ 4023856 h 4029952"/>
                <a:gd name="csX39" fmla="*/ 2286000 w 4596384"/>
                <a:gd name="csY39" fmla="*/ 4029952 h 4029952"/>
                <a:gd name="csX40" fmla="*/ 2627376 w 4596384"/>
                <a:gd name="csY40" fmla="*/ 3968992 h 4029952"/>
                <a:gd name="csX41" fmla="*/ 2749296 w 4596384"/>
                <a:gd name="csY41" fmla="*/ 3901936 h 4029952"/>
                <a:gd name="csX42" fmla="*/ 3297936 w 4596384"/>
                <a:gd name="csY42" fmla="*/ 3639808 h 4029952"/>
                <a:gd name="csX43" fmla="*/ 3468624 w 4596384"/>
                <a:gd name="csY43" fmla="*/ 3493504 h 4029952"/>
                <a:gd name="csX44" fmla="*/ 3755136 w 4596384"/>
                <a:gd name="csY44" fmla="*/ 3292336 h 4029952"/>
                <a:gd name="csX45" fmla="*/ 3907536 w 4596384"/>
                <a:gd name="csY45" fmla="*/ 3139936 h 4029952"/>
                <a:gd name="csX46" fmla="*/ 4096512 w 4596384"/>
                <a:gd name="csY46" fmla="*/ 2950960 h 4029952"/>
                <a:gd name="csX47" fmla="*/ 4242816 w 4596384"/>
                <a:gd name="csY47" fmla="*/ 2768080 h 4029952"/>
                <a:gd name="csX48" fmla="*/ 4261104 w 4596384"/>
                <a:gd name="csY48" fmla="*/ 2719312 h 4029952"/>
                <a:gd name="csX49" fmla="*/ 4340352 w 4596384"/>
                <a:gd name="csY49" fmla="*/ 2579104 h 4029952"/>
                <a:gd name="csX50" fmla="*/ 4370832 w 4596384"/>
                <a:gd name="csY50" fmla="*/ 2499856 h 4029952"/>
                <a:gd name="csX51" fmla="*/ 4413504 w 4596384"/>
                <a:gd name="csY51" fmla="*/ 2408416 h 4029952"/>
                <a:gd name="csX52" fmla="*/ 4425696 w 4596384"/>
                <a:gd name="csY52" fmla="*/ 2365744 h 4029952"/>
                <a:gd name="csX53" fmla="*/ 4462272 w 4596384"/>
                <a:gd name="csY53" fmla="*/ 2274304 h 4029952"/>
                <a:gd name="csX54" fmla="*/ 4486656 w 4596384"/>
                <a:gd name="csY54" fmla="*/ 2231632 h 4029952"/>
                <a:gd name="csX55" fmla="*/ 4498848 w 4596384"/>
                <a:gd name="csY55" fmla="*/ 2201152 h 4029952"/>
                <a:gd name="csX56" fmla="*/ 4547616 w 4596384"/>
                <a:gd name="csY56" fmla="*/ 2109712 h 4029952"/>
                <a:gd name="csX57" fmla="*/ 4565904 w 4596384"/>
                <a:gd name="csY57" fmla="*/ 2036560 h 4029952"/>
                <a:gd name="csX58" fmla="*/ 4572000 w 4596384"/>
                <a:gd name="csY58" fmla="*/ 1951216 h 4029952"/>
                <a:gd name="csX59" fmla="*/ 4584192 w 4596384"/>
                <a:gd name="csY59" fmla="*/ 1865872 h 4029952"/>
                <a:gd name="csX60" fmla="*/ 4596384 w 4596384"/>
                <a:gd name="csY60" fmla="*/ 1701280 h 4029952"/>
                <a:gd name="csX61" fmla="*/ 4572000 w 4596384"/>
                <a:gd name="csY61" fmla="*/ 1463536 h 4029952"/>
                <a:gd name="csX62" fmla="*/ 4559808 w 4596384"/>
                <a:gd name="csY62" fmla="*/ 1396480 h 4029952"/>
                <a:gd name="csX63" fmla="*/ 4492752 w 4596384"/>
                <a:gd name="csY63" fmla="*/ 1274560 h 4029952"/>
                <a:gd name="csX64" fmla="*/ 4468368 w 4596384"/>
                <a:gd name="csY64" fmla="*/ 1225792 h 4029952"/>
                <a:gd name="csX65" fmla="*/ 4334256 w 4596384"/>
                <a:gd name="csY65" fmla="*/ 1097776 h 4029952"/>
                <a:gd name="csX66" fmla="*/ 4273296 w 4596384"/>
                <a:gd name="csY66" fmla="*/ 1042912 h 4029952"/>
                <a:gd name="csX67" fmla="*/ 4230624 w 4596384"/>
                <a:gd name="csY67" fmla="*/ 1000240 h 4029952"/>
                <a:gd name="csX68" fmla="*/ 4126992 w 4596384"/>
                <a:gd name="csY68" fmla="*/ 933184 h 4029952"/>
                <a:gd name="csX69" fmla="*/ 4011168 w 4596384"/>
                <a:gd name="csY69" fmla="*/ 829552 h 4029952"/>
                <a:gd name="csX70" fmla="*/ 3938016 w 4596384"/>
                <a:gd name="csY70" fmla="*/ 774688 h 4029952"/>
                <a:gd name="csX71" fmla="*/ 3883152 w 4596384"/>
                <a:gd name="csY71" fmla="*/ 725920 h 4029952"/>
                <a:gd name="csX72" fmla="*/ 3621024 w 4596384"/>
                <a:gd name="csY72" fmla="*/ 536944 h 4029952"/>
                <a:gd name="csX73" fmla="*/ 3493008 w 4596384"/>
                <a:gd name="csY73" fmla="*/ 457696 h 4029952"/>
                <a:gd name="csX74" fmla="*/ 3395472 w 4596384"/>
                <a:gd name="csY74" fmla="*/ 402832 h 4029952"/>
                <a:gd name="csX75" fmla="*/ 3218688 w 4596384"/>
                <a:gd name="csY75" fmla="*/ 305296 h 4029952"/>
                <a:gd name="csX76" fmla="*/ 3151632 w 4596384"/>
                <a:gd name="csY76" fmla="*/ 274816 h 4029952"/>
                <a:gd name="csX77" fmla="*/ 3011424 w 4596384"/>
                <a:gd name="csY77" fmla="*/ 219952 h 4029952"/>
                <a:gd name="csX78" fmla="*/ 2767584 w 4596384"/>
                <a:gd name="csY78" fmla="*/ 122416 h 4029952"/>
                <a:gd name="csX79" fmla="*/ 2731008 w 4596384"/>
                <a:gd name="csY79" fmla="*/ 104128 h 4029952"/>
                <a:gd name="csX80" fmla="*/ 2688336 w 4596384"/>
                <a:gd name="csY80" fmla="*/ 91936 h 4029952"/>
                <a:gd name="csX81" fmla="*/ 2615184 w 4596384"/>
                <a:gd name="csY81" fmla="*/ 73648 h 4029952"/>
                <a:gd name="csX82" fmla="*/ 2584704 w 4596384"/>
                <a:gd name="csY82" fmla="*/ 61456 h 4029952"/>
                <a:gd name="csX83" fmla="*/ 2420112 w 4596384"/>
                <a:gd name="csY83" fmla="*/ 37072 h 4029952"/>
                <a:gd name="csX84" fmla="*/ 2121408 w 4596384"/>
                <a:gd name="csY84" fmla="*/ 6592 h 4029952"/>
                <a:gd name="csX85" fmla="*/ 2090928 w 4596384"/>
                <a:gd name="csY85" fmla="*/ 496 h 4029952"/>
                <a:gd name="csX86" fmla="*/ 1804416 w 4596384"/>
                <a:gd name="csY86" fmla="*/ 12688 h 4029952"/>
                <a:gd name="csX87" fmla="*/ 1780032 w 4596384"/>
                <a:gd name="csY87" fmla="*/ 49264 h 40299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4596384" h="4029952">
                  <a:moveTo>
                    <a:pt x="1780032" y="49264"/>
                  </a:moveTo>
                  <a:lnTo>
                    <a:pt x="1780032" y="49264"/>
                  </a:lnTo>
                  <a:cubicBezTo>
                    <a:pt x="1721104" y="51296"/>
                    <a:pt x="1661894" y="49251"/>
                    <a:pt x="1603248" y="55360"/>
                  </a:cubicBezTo>
                  <a:cubicBezTo>
                    <a:pt x="1564006" y="59448"/>
                    <a:pt x="1525360" y="68905"/>
                    <a:pt x="1487424" y="79744"/>
                  </a:cubicBezTo>
                  <a:cubicBezTo>
                    <a:pt x="1331122" y="124402"/>
                    <a:pt x="1569563" y="56788"/>
                    <a:pt x="1395984" y="104128"/>
                  </a:cubicBezTo>
                  <a:cubicBezTo>
                    <a:pt x="1367440" y="111913"/>
                    <a:pt x="1339452" y="121789"/>
                    <a:pt x="1310640" y="128512"/>
                  </a:cubicBezTo>
                  <a:cubicBezTo>
                    <a:pt x="1218721" y="149960"/>
                    <a:pt x="1173352" y="145632"/>
                    <a:pt x="1078992" y="183376"/>
                  </a:cubicBezTo>
                  <a:cubicBezTo>
                    <a:pt x="1058672" y="191504"/>
                    <a:pt x="1038670" y="200476"/>
                    <a:pt x="1018032" y="207760"/>
                  </a:cubicBezTo>
                  <a:cubicBezTo>
                    <a:pt x="1004082" y="212683"/>
                    <a:pt x="989211" y="214758"/>
                    <a:pt x="975360" y="219952"/>
                  </a:cubicBezTo>
                  <a:cubicBezTo>
                    <a:pt x="928615" y="237481"/>
                    <a:pt x="915940" y="248315"/>
                    <a:pt x="871728" y="268720"/>
                  </a:cubicBezTo>
                  <a:cubicBezTo>
                    <a:pt x="737858" y="330506"/>
                    <a:pt x="795407" y="296225"/>
                    <a:pt x="688848" y="360160"/>
                  </a:cubicBezTo>
                  <a:cubicBezTo>
                    <a:pt x="508230" y="468531"/>
                    <a:pt x="762389" y="316921"/>
                    <a:pt x="597408" y="421120"/>
                  </a:cubicBezTo>
                  <a:cubicBezTo>
                    <a:pt x="529764" y="463843"/>
                    <a:pt x="484297" y="477238"/>
                    <a:pt x="426720" y="543040"/>
                  </a:cubicBezTo>
                  <a:cubicBezTo>
                    <a:pt x="311560" y="674652"/>
                    <a:pt x="355275" y="621099"/>
                    <a:pt x="231648" y="780784"/>
                  </a:cubicBezTo>
                  <a:cubicBezTo>
                    <a:pt x="219209" y="796852"/>
                    <a:pt x="203325" y="810983"/>
                    <a:pt x="195072" y="829552"/>
                  </a:cubicBezTo>
                  <a:cubicBezTo>
                    <a:pt x="186944" y="847840"/>
                    <a:pt x="179255" y="866330"/>
                    <a:pt x="170688" y="884416"/>
                  </a:cubicBezTo>
                  <a:cubicBezTo>
                    <a:pt x="160963" y="904948"/>
                    <a:pt x="149435" y="924616"/>
                    <a:pt x="140208" y="945376"/>
                  </a:cubicBezTo>
                  <a:cubicBezTo>
                    <a:pt x="133157" y="961241"/>
                    <a:pt x="128759" y="978186"/>
                    <a:pt x="121920" y="994144"/>
                  </a:cubicBezTo>
                  <a:cubicBezTo>
                    <a:pt x="110459" y="1020885"/>
                    <a:pt x="96595" y="1046562"/>
                    <a:pt x="85344" y="1073392"/>
                  </a:cubicBezTo>
                  <a:cubicBezTo>
                    <a:pt x="70167" y="1109583"/>
                    <a:pt x="42672" y="1183120"/>
                    <a:pt x="42672" y="1183120"/>
                  </a:cubicBezTo>
                  <a:cubicBezTo>
                    <a:pt x="40640" y="1195312"/>
                    <a:pt x="39355" y="1207652"/>
                    <a:pt x="36576" y="1219696"/>
                  </a:cubicBezTo>
                  <a:cubicBezTo>
                    <a:pt x="33250" y="1234110"/>
                    <a:pt x="27285" y="1247862"/>
                    <a:pt x="24384" y="1262368"/>
                  </a:cubicBezTo>
                  <a:cubicBezTo>
                    <a:pt x="21171" y="1278432"/>
                    <a:pt x="20981" y="1294976"/>
                    <a:pt x="18288" y="1311136"/>
                  </a:cubicBezTo>
                  <a:cubicBezTo>
                    <a:pt x="9320" y="1364945"/>
                    <a:pt x="11259" y="1356608"/>
                    <a:pt x="0" y="1390384"/>
                  </a:cubicBezTo>
                  <a:cubicBezTo>
                    <a:pt x="2032" y="1599680"/>
                    <a:pt x="1267" y="1809022"/>
                    <a:pt x="6096" y="2018272"/>
                  </a:cubicBezTo>
                  <a:cubicBezTo>
                    <a:pt x="7365" y="2073272"/>
                    <a:pt x="9244" y="2128598"/>
                    <a:pt x="18288" y="2182864"/>
                  </a:cubicBezTo>
                  <a:lnTo>
                    <a:pt x="36576" y="2292592"/>
                  </a:lnTo>
                  <a:cubicBezTo>
                    <a:pt x="38608" y="2329168"/>
                    <a:pt x="38513" y="2365925"/>
                    <a:pt x="42672" y="2402320"/>
                  </a:cubicBezTo>
                  <a:cubicBezTo>
                    <a:pt x="49920" y="2465738"/>
                    <a:pt x="74331" y="2569212"/>
                    <a:pt x="91440" y="2627872"/>
                  </a:cubicBezTo>
                  <a:cubicBezTo>
                    <a:pt x="106208" y="2678506"/>
                    <a:pt x="151652" y="2826185"/>
                    <a:pt x="182880" y="2890000"/>
                  </a:cubicBezTo>
                  <a:cubicBezTo>
                    <a:pt x="215244" y="2956136"/>
                    <a:pt x="241785" y="3026583"/>
                    <a:pt x="286512" y="3085072"/>
                  </a:cubicBezTo>
                  <a:cubicBezTo>
                    <a:pt x="339344" y="3154160"/>
                    <a:pt x="379156" y="3235522"/>
                    <a:pt x="445008" y="3292336"/>
                  </a:cubicBezTo>
                  <a:cubicBezTo>
                    <a:pt x="548640" y="3381744"/>
                    <a:pt x="643191" y="3482913"/>
                    <a:pt x="755904" y="3560560"/>
                  </a:cubicBezTo>
                  <a:cubicBezTo>
                    <a:pt x="961377" y="3702108"/>
                    <a:pt x="1002558" y="3751089"/>
                    <a:pt x="1207008" y="3834880"/>
                  </a:cubicBezTo>
                  <a:cubicBezTo>
                    <a:pt x="1300087" y="3873027"/>
                    <a:pt x="1458017" y="3921217"/>
                    <a:pt x="1560576" y="3944608"/>
                  </a:cubicBezTo>
                  <a:cubicBezTo>
                    <a:pt x="1623131" y="3958875"/>
                    <a:pt x="1686447" y="3969593"/>
                    <a:pt x="1749552" y="3981184"/>
                  </a:cubicBezTo>
                  <a:cubicBezTo>
                    <a:pt x="1800503" y="3990542"/>
                    <a:pt x="1902980" y="4007523"/>
                    <a:pt x="1956816" y="4011664"/>
                  </a:cubicBezTo>
                  <a:cubicBezTo>
                    <a:pt x="2003458" y="4015252"/>
                    <a:pt x="2050316" y="4015165"/>
                    <a:pt x="2097024" y="4017760"/>
                  </a:cubicBezTo>
                  <a:cubicBezTo>
                    <a:pt x="2123477" y="4019230"/>
                    <a:pt x="2149833" y="4022150"/>
                    <a:pt x="2176272" y="4023856"/>
                  </a:cubicBezTo>
                  <a:lnTo>
                    <a:pt x="2286000" y="4029952"/>
                  </a:lnTo>
                  <a:cubicBezTo>
                    <a:pt x="2433884" y="4018576"/>
                    <a:pt x="2480829" y="4024680"/>
                    <a:pt x="2627376" y="3968992"/>
                  </a:cubicBezTo>
                  <a:cubicBezTo>
                    <a:pt x="2670732" y="3952517"/>
                    <a:pt x="2706817" y="3920557"/>
                    <a:pt x="2749296" y="3901936"/>
                  </a:cubicBezTo>
                  <a:cubicBezTo>
                    <a:pt x="2924447" y="3825157"/>
                    <a:pt x="3145922" y="3770106"/>
                    <a:pt x="3297936" y="3639808"/>
                  </a:cubicBezTo>
                  <a:cubicBezTo>
                    <a:pt x="3354832" y="3591040"/>
                    <a:pt x="3407295" y="3536565"/>
                    <a:pt x="3468624" y="3493504"/>
                  </a:cubicBezTo>
                  <a:cubicBezTo>
                    <a:pt x="3564128" y="3426448"/>
                    <a:pt x="3672621" y="3374851"/>
                    <a:pt x="3755136" y="3292336"/>
                  </a:cubicBezTo>
                  <a:cubicBezTo>
                    <a:pt x="3805936" y="3241536"/>
                    <a:pt x="3856097" y="3190089"/>
                    <a:pt x="3907536" y="3139936"/>
                  </a:cubicBezTo>
                  <a:cubicBezTo>
                    <a:pt x="3997583" y="3052140"/>
                    <a:pt x="4011443" y="3050916"/>
                    <a:pt x="4096512" y="2950960"/>
                  </a:cubicBezTo>
                  <a:cubicBezTo>
                    <a:pt x="4147109" y="2891509"/>
                    <a:pt x="4242816" y="2768080"/>
                    <a:pt x="4242816" y="2768080"/>
                  </a:cubicBezTo>
                  <a:cubicBezTo>
                    <a:pt x="4248912" y="2751824"/>
                    <a:pt x="4253141" y="2734740"/>
                    <a:pt x="4261104" y="2719312"/>
                  </a:cubicBezTo>
                  <a:cubicBezTo>
                    <a:pt x="4285726" y="2671607"/>
                    <a:pt x="4321080" y="2629210"/>
                    <a:pt x="4340352" y="2579104"/>
                  </a:cubicBezTo>
                  <a:cubicBezTo>
                    <a:pt x="4350512" y="2552688"/>
                    <a:pt x="4359683" y="2525870"/>
                    <a:pt x="4370832" y="2499856"/>
                  </a:cubicBezTo>
                  <a:cubicBezTo>
                    <a:pt x="4384082" y="2468940"/>
                    <a:pt x="4404264" y="2440757"/>
                    <a:pt x="4413504" y="2408416"/>
                  </a:cubicBezTo>
                  <a:cubicBezTo>
                    <a:pt x="4417568" y="2394192"/>
                    <a:pt x="4421018" y="2379778"/>
                    <a:pt x="4425696" y="2365744"/>
                  </a:cubicBezTo>
                  <a:cubicBezTo>
                    <a:pt x="4434835" y="2338326"/>
                    <a:pt x="4450143" y="2300988"/>
                    <a:pt x="4462272" y="2274304"/>
                  </a:cubicBezTo>
                  <a:cubicBezTo>
                    <a:pt x="4515709" y="2156744"/>
                    <a:pt x="4438812" y="2327319"/>
                    <a:pt x="4486656" y="2231632"/>
                  </a:cubicBezTo>
                  <a:cubicBezTo>
                    <a:pt x="4491550" y="2221845"/>
                    <a:pt x="4493954" y="2210939"/>
                    <a:pt x="4498848" y="2201152"/>
                  </a:cubicBezTo>
                  <a:cubicBezTo>
                    <a:pt x="4512016" y="2174816"/>
                    <a:pt x="4538352" y="2137503"/>
                    <a:pt x="4547616" y="2109712"/>
                  </a:cubicBezTo>
                  <a:cubicBezTo>
                    <a:pt x="4563717" y="2061410"/>
                    <a:pt x="4557695" y="2085813"/>
                    <a:pt x="4565904" y="2036560"/>
                  </a:cubicBezTo>
                  <a:cubicBezTo>
                    <a:pt x="4567936" y="2008112"/>
                    <a:pt x="4568962" y="1979574"/>
                    <a:pt x="4572000" y="1951216"/>
                  </a:cubicBezTo>
                  <a:cubicBezTo>
                    <a:pt x="4575061" y="1922643"/>
                    <a:pt x="4582069" y="1894530"/>
                    <a:pt x="4584192" y="1865872"/>
                  </a:cubicBezTo>
                  <a:lnTo>
                    <a:pt x="4596384" y="1701280"/>
                  </a:lnTo>
                  <a:cubicBezTo>
                    <a:pt x="4588256" y="1622032"/>
                    <a:pt x="4581492" y="1542632"/>
                    <a:pt x="4572000" y="1463536"/>
                  </a:cubicBezTo>
                  <a:cubicBezTo>
                    <a:pt x="4569293" y="1440979"/>
                    <a:pt x="4566992" y="1418033"/>
                    <a:pt x="4559808" y="1396480"/>
                  </a:cubicBezTo>
                  <a:cubicBezTo>
                    <a:pt x="4547820" y="1360517"/>
                    <a:pt x="4510674" y="1306819"/>
                    <a:pt x="4492752" y="1274560"/>
                  </a:cubicBezTo>
                  <a:cubicBezTo>
                    <a:pt x="4483926" y="1258672"/>
                    <a:pt x="4480500" y="1239324"/>
                    <a:pt x="4468368" y="1225792"/>
                  </a:cubicBezTo>
                  <a:cubicBezTo>
                    <a:pt x="4427113" y="1179777"/>
                    <a:pt x="4379342" y="1140044"/>
                    <a:pt x="4334256" y="1097776"/>
                  </a:cubicBezTo>
                  <a:cubicBezTo>
                    <a:pt x="4314312" y="1079079"/>
                    <a:pt x="4292627" y="1062243"/>
                    <a:pt x="4273296" y="1042912"/>
                  </a:cubicBezTo>
                  <a:cubicBezTo>
                    <a:pt x="4259072" y="1028688"/>
                    <a:pt x="4246717" y="1012309"/>
                    <a:pt x="4230624" y="1000240"/>
                  </a:cubicBezTo>
                  <a:cubicBezTo>
                    <a:pt x="4197708" y="975553"/>
                    <a:pt x="4157655" y="960619"/>
                    <a:pt x="4126992" y="933184"/>
                  </a:cubicBezTo>
                  <a:cubicBezTo>
                    <a:pt x="4088384" y="898640"/>
                    <a:pt x="4052613" y="860636"/>
                    <a:pt x="4011168" y="829552"/>
                  </a:cubicBezTo>
                  <a:cubicBezTo>
                    <a:pt x="3986784" y="811264"/>
                    <a:pt x="3961706" y="793866"/>
                    <a:pt x="3938016" y="774688"/>
                  </a:cubicBezTo>
                  <a:cubicBezTo>
                    <a:pt x="3918998" y="759292"/>
                    <a:pt x="3902434" y="740984"/>
                    <a:pt x="3883152" y="725920"/>
                  </a:cubicBezTo>
                  <a:cubicBezTo>
                    <a:pt x="3819303" y="676038"/>
                    <a:pt x="3691324" y="584567"/>
                    <a:pt x="3621024" y="536944"/>
                  </a:cubicBezTo>
                  <a:cubicBezTo>
                    <a:pt x="3591021" y="516619"/>
                    <a:pt x="3525664" y="476536"/>
                    <a:pt x="3493008" y="457696"/>
                  </a:cubicBezTo>
                  <a:cubicBezTo>
                    <a:pt x="3460697" y="439055"/>
                    <a:pt x="3427926" y="421223"/>
                    <a:pt x="3395472" y="402832"/>
                  </a:cubicBezTo>
                  <a:cubicBezTo>
                    <a:pt x="3355452" y="380154"/>
                    <a:pt x="3259632" y="323907"/>
                    <a:pt x="3218688" y="305296"/>
                  </a:cubicBezTo>
                  <a:cubicBezTo>
                    <a:pt x="3196336" y="295136"/>
                    <a:pt x="3174335" y="284164"/>
                    <a:pt x="3151632" y="274816"/>
                  </a:cubicBezTo>
                  <a:cubicBezTo>
                    <a:pt x="3105225" y="255707"/>
                    <a:pt x="3057112" y="240719"/>
                    <a:pt x="3011424" y="219952"/>
                  </a:cubicBezTo>
                  <a:cubicBezTo>
                    <a:pt x="2737927" y="95635"/>
                    <a:pt x="3005776" y="211738"/>
                    <a:pt x="2767584" y="122416"/>
                  </a:cubicBezTo>
                  <a:cubicBezTo>
                    <a:pt x="2754821" y="117630"/>
                    <a:pt x="2743730" y="109021"/>
                    <a:pt x="2731008" y="104128"/>
                  </a:cubicBezTo>
                  <a:cubicBezTo>
                    <a:pt x="2717201" y="98818"/>
                    <a:pt x="2702475" y="96286"/>
                    <a:pt x="2688336" y="91936"/>
                  </a:cubicBezTo>
                  <a:cubicBezTo>
                    <a:pt x="2631252" y="74372"/>
                    <a:pt x="2672883" y="83265"/>
                    <a:pt x="2615184" y="73648"/>
                  </a:cubicBezTo>
                  <a:cubicBezTo>
                    <a:pt x="2605024" y="69584"/>
                    <a:pt x="2595226" y="64462"/>
                    <a:pt x="2584704" y="61456"/>
                  </a:cubicBezTo>
                  <a:cubicBezTo>
                    <a:pt x="2520814" y="43202"/>
                    <a:pt x="2495620" y="47559"/>
                    <a:pt x="2420112" y="37072"/>
                  </a:cubicBezTo>
                  <a:cubicBezTo>
                    <a:pt x="2183882" y="4262"/>
                    <a:pt x="2456741" y="28226"/>
                    <a:pt x="2121408" y="6592"/>
                  </a:cubicBezTo>
                  <a:cubicBezTo>
                    <a:pt x="2111248" y="4560"/>
                    <a:pt x="2101289" y="496"/>
                    <a:pt x="2090928" y="496"/>
                  </a:cubicBezTo>
                  <a:cubicBezTo>
                    <a:pt x="1877910" y="496"/>
                    <a:pt x="1919591" y="-3766"/>
                    <a:pt x="1804416" y="12688"/>
                  </a:cubicBezTo>
                  <a:cubicBezTo>
                    <a:pt x="1735450" y="37766"/>
                    <a:pt x="1784096" y="43168"/>
                    <a:pt x="1780032" y="49264"/>
                  </a:cubicBezTo>
                  <a:close/>
                </a:path>
              </a:pathLst>
            </a:cu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631971-909E-1E09-0265-B86A4682E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4624" y="3232666"/>
              <a:ext cx="1543129" cy="116211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B7EAA4B-5770-1920-509C-63353E768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9922" y="5473668"/>
              <a:ext cx="920797" cy="91444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235713B-BD4E-B892-6EDF-64B080141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1780" y="4071858"/>
              <a:ext cx="1377815" cy="1207113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B270D19-3A1B-87C4-ED8D-DA44763CE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46130" y="4866670"/>
              <a:ext cx="438950" cy="463336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EA9A6F4-45E5-A80C-CE9B-3D98493D4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3205" y="4182003"/>
              <a:ext cx="859611" cy="82303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9ED9594-7BED-1CF6-CB25-0FEDDADFD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18822" y="5330006"/>
              <a:ext cx="719390" cy="786452"/>
            </a:xfrm>
            <a:prstGeom prst="rect">
              <a:avLst/>
            </a:prstGeom>
          </p:spPr>
        </p:pic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1DF03B79-BA1A-3F6A-1A9F-468FA797B875}"/>
                </a:ext>
              </a:extLst>
            </p:cNvPr>
            <p:cNvCxnSpPr>
              <a:endCxn id="37" idx="3"/>
            </p:cNvCxnSpPr>
            <p:nvPr/>
          </p:nvCxnSpPr>
          <p:spPr>
            <a:xfrm rot="5400000">
              <a:off x="1038329" y="3985927"/>
              <a:ext cx="692079" cy="52310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: Elbow 70">
              <a:extLst>
                <a:ext uri="{FF2B5EF4-FFF2-40B4-BE49-F238E27FC236}">
                  <a16:creationId xmlns:a16="http://schemas.microsoft.com/office/drawing/2014/main" id="{7E57635B-E316-7489-ABB5-AA6D71870EB3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 rot="16200000" flipH="1">
              <a:off x="1665606" y="4417814"/>
              <a:ext cx="1026480" cy="334568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037F479C-59ED-2B19-89F1-69D88105BF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4711" y="4716760"/>
              <a:ext cx="1738701" cy="229501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F02CAC73-04E9-2A9E-75B5-7691DE8834F0}"/>
                </a:ext>
              </a:extLst>
            </p:cNvPr>
            <p:cNvCxnSpPr>
              <a:cxnSpLocks/>
            </p:cNvCxnSpPr>
            <p:nvPr/>
          </p:nvCxnSpPr>
          <p:spPr>
            <a:xfrm>
              <a:off x="2205310" y="4213654"/>
              <a:ext cx="1114988" cy="315923"/>
            </a:xfrm>
            <a:prstGeom prst="bentConnector3">
              <a:avLst>
                <a:gd name="adj1" fmla="val 247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90C603D-1F79-9C38-3DC9-7027F995B781}"/>
                </a:ext>
              </a:extLst>
            </p:cNvPr>
            <p:cNvSpPr txBox="1"/>
            <p:nvPr/>
          </p:nvSpPr>
          <p:spPr>
            <a:xfrm rot="1764966">
              <a:off x="1605903" y="3541966"/>
              <a:ext cx="1048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Depot A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4DB01C1-813C-1705-53CD-F71F97663F9F}"/>
              </a:ext>
            </a:extLst>
          </p:cNvPr>
          <p:cNvGrpSpPr/>
          <p:nvPr/>
        </p:nvGrpSpPr>
        <p:grpSpPr>
          <a:xfrm>
            <a:off x="4938312" y="2086618"/>
            <a:ext cx="4390057" cy="4054960"/>
            <a:chOff x="4791456" y="2420112"/>
            <a:chExt cx="4390057" cy="4054960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9F2115F-D7A2-CF2A-45AF-67A00DB84724}"/>
                </a:ext>
              </a:extLst>
            </p:cNvPr>
            <p:cNvSpPr/>
            <p:nvPr/>
          </p:nvSpPr>
          <p:spPr>
            <a:xfrm>
              <a:off x="4791456" y="2420112"/>
              <a:ext cx="4390057" cy="4054960"/>
            </a:xfrm>
            <a:custGeom>
              <a:avLst/>
              <a:gdLst>
                <a:gd name="csX0" fmla="*/ 341376 w 4390057"/>
                <a:gd name="csY0" fmla="*/ 170688 h 4054960"/>
                <a:gd name="csX1" fmla="*/ 341376 w 4390057"/>
                <a:gd name="csY1" fmla="*/ 170688 h 4054960"/>
                <a:gd name="csX2" fmla="*/ 310896 w 4390057"/>
                <a:gd name="csY2" fmla="*/ 231648 h 4054960"/>
                <a:gd name="csX3" fmla="*/ 304800 w 4390057"/>
                <a:gd name="csY3" fmla="*/ 262128 h 4054960"/>
                <a:gd name="csX4" fmla="*/ 280416 w 4390057"/>
                <a:gd name="csY4" fmla="*/ 408432 h 4054960"/>
                <a:gd name="csX5" fmla="*/ 268224 w 4390057"/>
                <a:gd name="csY5" fmla="*/ 542544 h 4054960"/>
                <a:gd name="csX6" fmla="*/ 262128 w 4390057"/>
                <a:gd name="csY6" fmla="*/ 591312 h 4054960"/>
                <a:gd name="csX7" fmla="*/ 201168 w 4390057"/>
                <a:gd name="csY7" fmla="*/ 664464 h 4054960"/>
                <a:gd name="csX8" fmla="*/ 158496 w 4390057"/>
                <a:gd name="csY8" fmla="*/ 731520 h 4054960"/>
                <a:gd name="csX9" fmla="*/ 109728 w 4390057"/>
                <a:gd name="csY9" fmla="*/ 871728 h 4054960"/>
                <a:gd name="csX10" fmla="*/ 79248 w 4390057"/>
                <a:gd name="csY10" fmla="*/ 987552 h 4054960"/>
                <a:gd name="csX11" fmla="*/ 67056 w 4390057"/>
                <a:gd name="csY11" fmla="*/ 1103376 h 4054960"/>
                <a:gd name="csX12" fmla="*/ 73152 w 4390057"/>
                <a:gd name="csY12" fmla="*/ 1444752 h 4054960"/>
                <a:gd name="csX13" fmla="*/ 103632 w 4390057"/>
                <a:gd name="csY13" fmla="*/ 2005584 h 4054960"/>
                <a:gd name="csX14" fmla="*/ 85344 w 4390057"/>
                <a:gd name="csY14" fmla="*/ 2206752 h 4054960"/>
                <a:gd name="csX15" fmla="*/ 60960 w 4390057"/>
                <a:gd name="csY15" fmla="*/ 2255520 h 4054960"/>
                <a:gd name="csX16" fmla="*/ 48768 w 4390057"/>
                <a:gd name="csY16" fmla="*/ 2346960 h 4054960"/>
                <a:gd name="csX17" fmla="*/ 0 w 4390057"/>
                <a:gd name="csY17" fmla="*/ 2572512 h 4054960"/>
                <a:gd name="csX18" fmla="*/ 6096 w 4390057"/>
                <a:gd name="csY18" fmla="*/ 3017520 h 4054960"/>
                <a:gd name="csX19" fmla="*/ 30480 w 4390057"/>
                <a:gd name="csY19" fmla="*/ 3182112 h 4054960"/>
                <a:gd name="csX20" fmla="*/ 79248 w 4390057"/>
                <a:gd name="csY20" fmla="*/ 3364992 h 4054960"/>
                <a:gd name="csX21" fmla="*/ 115824 w 4390057"/>
                <a:gd name="csY21" fmla="*/ 3432048 h 4054960"/>
                <a:gd name="csX22" fmla="*/ 310896 w 4390057"/>
                <a:gd name="csY22" fmla="*/ 3572256 h 4054960"/>
                <a:gd name="csX23" fmla="*/ 438912 w 4390057"/>
                <a:gd name="csY23" fmla="*/ 3645408 h 4054960"/>
                <a:gd name="csX24" fmla="*/ 646176 w 4390057"/>
                <a:gd name="csY24" fmla="*/ 3694176 h 4054960"/>
                <a:gd name="csX25" fmla="*/ 688848 w 4390057"/>
                <a:gd name="csY25" fmla="*/ 3700272 h 4054960"/>
                <a:gd name="csX26" fmla="*/ 707136 w 4390057"/>
                <a:gd name="csY26" fmla="*/ 3694176 h 4054960"/>
                <a:gd name="csX27" fmla="*/ 694944 w 4390057"/>
                <a:gd name="csY27" fmla="*/ 3633216 h 4054960"/>
                <a:gd name="csX28" fmla="*/ 701040 w 4390057"/>
                <a:gd name="csY28" fmla="*/ 3657600 h 4054960"/>
                <a:gd name="csX29" fmla="*/ 792480 w 4390057"/>
                <a:gd name="csY29" fmla="*/ 3742944 h 4054960"/>
                <a:gd name="csX30" fmla="*/ 871728 w 4390057"/>
                <a:gd name="csY30" fmla="*/ 3803904 h 4054960"/>
                <a:gd name="csX31" fmla="*/ 908304 w 4390057"/>
                <a:gd name="csY31" fmla="*/ 3816096 h 4054960"/>
                <a:gd name="csX32" fmla="*/ 987552 w 4390057"/>
                <a:gd name="csY32" fmla="*/ 3834384 h 4054960"/>
                <a:gd name="csX33" fmla="*/ 1597152 w 4390057"/>
                <a:gd name="csY33" fmla="*/ 3925824 h 4054960"/>
                <a:gd name="csX34" fmla="*/ 1822704 w 4390057"/>
                <a:gd name="csY34" fmla="*/ 3968496 h 4054960"/>
                <a:gd name="csX35" fmla="*/ 2340864 w 4390057"/>
                <a:gd name="csY35" fmla="*/ 4023360 h 4054960"/>
                <a:gd name="csX36" fmla="*/ 3322320 w 4390057"/>
                <a:gd name="csY36" fmla="*/ 4047744 h 4054960"/>
                <a:gd name="csX37" fmla="*/ 3950208 w 4390057"/>
                <a:gd name="csY37" fmla="*/ 4029456 h 4054960"/>
                <a:gd name="csX38" fmla="*/ 4139184 w 4390057"/>
                <a:gd name="csY38" fmla="*/ 3950208 h 4054960"/>
                <a:gd name="csX39" fmla="*/ 4291584 w 4390057"/>
                <a:gd name="csY39" fmla="*/ 3785616 h 4054960"/>
                <a:gd name="csX40" fmla="*/ 4376928 w 4390057"/>
                <a:gd name="csY40" fmla="*/ 3578352 h 4054960"/>
                <a:gd name="csX41" fmla="*/ 4370832 w 4390057"/>
                <a:gd name="csY41" fmla="*/ 3273552 h 4054960"/>
                <a:gd name="csX42" fmla="*/ 4340352 w 4390057"/>
                <a:gd name="csY42" fmla="*/ 3163824 h 4054960"/>
                <a:gd name="csX43" fmla="*/ 4315968 w 4390057"/>
                <a:gd name="csY43" fmla="*/ 3066288 h 4054960"/>
                <a:gd name="csX44" fmla="*/ 4261104 w 4390057"/>
                <a:gd name="csY44" fmla="*/ 2962656 h 4054960"/>
                <a:gd name="csX45" fmla="*/ 4224528 w 4390057"/>
                <a:gd name="csY45" fmla="*/ 2913888 h 4054960"/>
                <a:gd name="csX46" fmla="*/ 4181856 w 4390057"/>
                <a:gd name="csY46" fmla="*/ 2840736 h 4054960"/>
                <a:gd name="csX47" fmla="*/ 4017264 w 4390057"/>
                <a:gd name="csY47" fmla="*/ 2688336 h 4054960"/>
                <a:gd name="csX48" fmla="*/ 3889248 w 4390057"/>
                <a:gd name="csY48" fmla="*/ 2596896 h 4054960"/>
                <a:gd name="csX49" fmla="*/ 3675888 w 4390057"/>
                <a:gd name="csY49" fmla="*/ 2481072 h 4054960"/>
                <a:gd name="csX50" fmla="*/ 3639312 w 4390057"/>
                <a:gd name="csY50" fmla="*/ 2456688 h 4054960"/>
                <a:gd name="csX51" fmla="*/ 3608832 w 4390057"/>
                <a:gd name="csY51" fmla="*/ 2432304 h 4054960"/>
                <a:gd name="csX52" fmla="*/ 3584448 w 4390057"/>
                <a:gd name="csY52" fmla="*/ 2420112 h 4054960"/>
                <a:gd name="csX53" fmla="*/ 3535680 w 4390057"/>
                <a:gd name="csY53" fmla="*/ 2371344 h 4054960"/>
                <a:gd name="csX54" fmla="*/ 3377184 w 4390057"/>
                <a:gd name="csY54" fmla="*/ 2231136 h 4054960"/>
                <a:gd name="csX55" fmla="*/ 3346704 w 4390057"/>
                <a:gd name="csY55" fmla="*/ 2194560 h 4054960"/>
                <a:gd name="csX56" fmla="*/ 3291840 w 4390057"/>
                <a:gd name="csY56" fmla="*/ 2151888 h 4054960"/>
                <a:gd name="csX57" fmla="*/ 3230880 w 4390057"/>
                <a:gd name="csY57" fmla="*/ 2078736 h 4054960"/>
                <a:gd name="csX58" fmla="*/ 3163824 w 4390057"/>
                <a:gd name="csY58" fmla="*/ 1987296 h 4054960"/>
                <a:gd name="csX59" fmla="*/ 3139440 w 4390057"/>
                <a:gd name="csY59" fmla="*/ 1914144 h 4054960"/>
                <a:gd name="csX60" fmla="*/ 3102864 w 4390057"/>
                <a:gd name="csY60" fmla="*/ 1816608 h 4054960"/>
                <a:gd name="csX61" fmla="*/ 3041904 w 4390057"/>
                <a:gd name="csY61" fmla="*/ 1456944 h 4054960"/>
                <a:gd name="csX62" fmla="*/ 3023616 w 4390057"/>
                <a:gd name="csY62" fmla="*/ 1310640 h 4054960"/>
                <a:gd name="csX63" fmla="*/ 3029712 w 4390057"/>
                <a:gd name="csY63" fmla="*/ 1060704 h 4054960"/>
                <a:gd name="csX64" fmla="*/ 3035808 w 4390057"/>
                <a:gd name="csY64" fmla="*/ 786384 h 4054960"/>
                <a:gd name="csX65" fmla="*/ 3005328 w 4390057"/>
                <a:gd name="csY65" fmla="*/ 688848 h 4054960"/>
                <a:gd name="csX66" fmla="*/ 2913888 w 4390057"/>
                <a:gd name="csY66" fmla="*/ 505968 h 4054960"/>
                <a:gd name="csX67" fmla="*/ 2889504 w 4390057"/>
                <a:gd name="csY67" fmla="*/ 469392 h 4054960"/>
                <a:gd name="csX68" fmla="*/ 2871216 w 4390057"/>
                <a:gd name="csY68" fmla="*/ 438912 h 4054960"/>
                <a:gd name="csX69" fmla="*/ 2822448 w 4390057"/>
                <a:gd name="csY69" fmla="*/ 402336 h 4054960"/>
                <a:gd name="csX70" fmla="*/ 2487168 w 4390057"/>
                <a:gd name="csY70" fmla="*/ 213360 h 4054960"/>
                <a:gd name="csX71" fmla="*/ 2212848 w 4390057"/>
                <a:gd name="csY71" fmla="*/ 103632 h 4054960"/>
                <a:gd name="csX72" fmla="*/ 1944624 w 4390057"/>
                <a:gd name="csY72" fmla="*/ 24384 h 4054960"/>
                <a:gd name="csX73" fmla="*/ 1737360 w 4390057"/>
                <a:gd name="csY73" fmla="*/ 6096 h 4054960"/>
                <a:gd name="csX74" fmla="*/ 1225296 w 4390057"/>
                <a:gd name="csY74" fmla="*/ 0 h 4054960"/>
                <a:gd name="csX75" fmla="*/ 609600 w 4390057"/>
                <a:gd name="csY75" fmla="*/ 18288 h 4054960"/>
                <a:gd name="csX76" fmla="*/ 585216 w 4390057"/>
                <a:gd name="csY76" fmla="*/ 30480 h 4054960"/>
                <a:gd name="csX77" fmla="*/ 487680 w 4390057"/>
                <a:gd name="csY77" fmla="*/ 67056 h 4054960"/>
                <a:gd name="csX78" fmla="*/ 463296 w 4390057"/>
                <a:gd name="csY78" fmla="*/ 79248 h 4054960"/>
                <a:gd name="csX79" fmla="*/ 420624 w 4390057"/>
                <a:gd name="csY79" fmla="*/ 109728 h 4054960"/>
                <a:gd name="csX80" fmla="*/ 359664 w 4390057"/>
                <a:gd name="csY80" fmla="*/ 146304 h 4054960"/>
                <a:gd name="csX81" fmla="*/ 329184 w 4390057"/>
                <a:gd name="csY81" fmla="*/ 164592 h 4054960"/>
                <a:gd name="csX82" fmla="*/ 280416 w 4390057"/>
                <a:gd name="csY82" fmla="*/ 225552 h 4054960"/>
                <a:gd name="csX83" fmla="*/ 274320 w 4390057"/>
                <a:gd name="csY83" fmla="*/ 225552 h 40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4390057" h="4054960">
                  <a:moveTo>
                    <a:pt x="341376" y="170688"/>
                  </a:moveTo>
                  <a:lnTo>
                    <a:pt x="341376" y="170688"/>
                  </a:lnTo>
                  <a:cubicBezTo>
                    <a:pt x="331216" y="191008"/>
                    <a:pt x="319333" y="210554"/>
                    <a:pt x="310896" y="231648"/>
                  </a:cubicBezTo>
                  <a:cubicBezTo>
                    <a:pt x="307048" y="241268"/>
                    <a:pt x="307130" y="252032"/>
                    <a:pt x="304800" y="262128"/>
                  </a:cubicBezTo>
                  <a:cubicBezTo>
                    <a:pt x="285481" y="345844"/>
                    <a:pt x="293084" y="288087"/>
                    <a:pt x="280416" y="408432"/>
                  </a:cubicBezTo>
                  <a:cubicBezTo>
                    <a:pt x="275717" y="453074"/>
                    <a:pt x="273792" y="498002"/>
                    <a:pt x="268224" y="542544"/>
                  </a:cubicBezTo>
                  <a:cubicBezTo>
                    <a:pt x="266192" y="558800"/>
                    <a:pt x="270023" y="576957"/>
                    <a:pt x="262128" y="591312"/>
                  </a:cubicBezTo>
                  <a:cubicBezTo>
                    <a:pt x="246831" y="619124"/>
                    <a:pt x="221184" y="639829"/>
                    <a:pt x="201168" y="664464"/>
                  </a:cubicBezTo>
                  <a:cubicBezTo>
                    <a:pt x="183812" y="685826"/>
                    <a:pt x="170569" y="706033"/>
                    <a:pt x="158496" y="731520"/>
                  </a:cubicBezTo>
                  <a:cubicBezTo>
                    <a:pt x="120568" y="811591"/>
                    <a:pt x="133684" y="791875"/>
                    <a:pt x="109728" y="871728"/>
                  </a:cubicBezTo>
                  <a:cubicBezTo>
                    <a:pt x="88731" y="941719"/>
                    <a:pt x="91089" y="912561"/>
                    <a:pt x="79248" y="987552"/>
                  </a:cubicBezTo>
                  <a:cubicBezTo>
                    <a:pt x="76970" y="1001977"/>
                    <a:pt x="68242" y="1091513"/>
                    <a:pt x="67056" y="1103376"/>
                  </a:cubicBezTo>
                  <a:cubicBezTo>
                    <a:pt x="69088" y="1217168"/>
                    <a:pt x="68542" y="1331035"/>
                    <a:pt x="73152" y="1444752"/>
                  </a:cubicBezTo>
                  <a:cubicBezTo>
                    <a:pt x="80736" y="1631818"/>
                    <a:pt x="103632" y="2005584"/>
                    <a:pt x="103632" y="2005584"/>
                  </a:cubicBezTo>
                  <a:cubicBezTo>
                    <a:pt x="97536" y="2072640"/>
                    <a:pt x="96676" y="2140380"/>
                    <a:pt x="85344" y="2206752"/>
                  </a:cubicBezTo>
                  <a:cubicBezTo>
                    <a:pt x="82285" y="2224668"/>
                    <a:pt x="65548" y="2237934"/>
                    <a:pt x="60960" y="2255520"/>
                  </a:cubicBezTo>
                  <a:cubicBezTo>
                    <a:pt x="53198" y="2285274"/>
                    <a:pt x="53444" y="2316568"/>
                    <a:pt x="48768" y="2346960"/>
                  </a:cubicBezTo>
                  <a:cubicBezTo>
                    <a:pt x="24291" y="2506062"/>
                    <a:pt x="36436" y="2454095"/>
                    <a:pt x="0" y="2572512"/>
                  </a:cubicBezTo>
                  <a:cubicBezTo>
                    <a:pt x="2032" y="2720848"/>
                    <a:pt x="-1312" y="2869355"/>
                    <a:pt x="6096" y="3017520"/>
                  </a:cubicBezTo>
                  <a:cubicBezTo>
                    <a:pt x="8866" y="3072914"/>
                    <a:pt x="20841" y="3127493"/>
                    <a:pt x="30480" y="3182112"/>
                  </a:cubicBezTo>
                  <a:cubicBezTo>
                    <a:pt x="47281" y="3277315"/>
                    <a:pt x="41344" y="3282293"/>
                    <a:pt x="79248" y="3364992"/>
                  </a:cubicBezTo>
                  <a:cubicBezTo>
                    <a:pt x="89856" y="3388138"/>
                    <a:pt x="99524" y="3412488"/>
                    <a:pt x="115824" y="3432048"/>
                  </a:cubicBezTo>
                  <a:cubicBezTo>
                    <a:pt x="190317" y="3521439"/>
                    <a:pt x="211974" y="3512196"/>
                    <a:pt x="310896" y="3572256"/>
                  </a:cubicBezTo>
                  <a:cubicBezTo>
                    <a:pt x="551365" y="3718255"/>
                    <a:pt x="191494" y="3516320"/>
                    <a:pt x="438912" y="3645408"/>
                  </a:cubicBezTo>
                  <a:cubicBezTo>
                    <a:pt x="565177" y="3711286"/>
                    <a:pt x="460943" y="3685756"/>
                    <a:pt x="646176" y="3694176"/>
                  </a:cubicBezTo>
                  <a:cubicBezTo>
                    <a:pt x="660400" y="3696208"/>
                    <a:pt x="674480" y="3700272"/>
                    <a:pt x="688848" y="3700272"/>
                  </a:cubicBezTo>
                  <a:cubicBezTo>
                    <a:pt x="695274" y="3700272"/>
                    <a:pt x="706554" y="3700575"/>
                    <a:pt x="707136" y="3694176"/>
                  </a:cubicBezTo>
                  <a:cubicBezTo>
                    <a:pt x="709012" y="3673539"/>
                    <a:pt x="698351" y="3653656"/>
                    <a:pt x="694944" y="3633216"/>
                  </a:cubicBezTo>
                  <a:cubicBezTo>
                    <a:pt x="693567" y="3624952"/>
                    <a:pt x="695474" y="3651338"/>
                    <a:pt x="701040" y="3657600"/>
                  </a:cubicBezTo>
                  <a:cubicBezTo>
                    <a:pt x="728739" y="3688762"/>
                    <a:pt x="759433" y="3717523"/>
                    <a:pt x="792480" y="3742944"/>
                  </a:cubicBezTo>
                  <a:cubicBezTo>
                    <a:pt x="818896" y="3763264"/>
                    <a:pt x="843550" y="3786107"/>
                    <a:pt x="871728" y="3803904"/>
                  </a:cubicBezTo>
                  <a:cubicBezTo>
                    <a:pt x="882594" y="3810767"/>
                    <a:pt x="895876" y="3812825"/>
                    <a:pt x="908304" y="3816096"/>
                  </a:cubicBezTo>
                  <a:cubicBezTo>
                    <a:pt x="934522" y="3822995"/>
                    <a:pt x="960794" y="3830028"/>
                    <a:pt x="987552" y="3834384"/>
                  </a:cubicBezTo>
                  <a:cubicBezTo>
                    <a:pt x="1423728" y="3905389"/>
                    <a:pt x="850797" y="3784622"/>
                    <a:pt x="1597152" y="3925824"/>
                  </a:cubicBezTo>
                  <a:cubicBezTo>
                    <a:pt x="1672336" y="3940048"/>
                    <a:pt x="1747141" y="3956450"/>
                    <a:pt x="1822704" y="3968496"/>
                  </a:cubicBezTo>
                  <a:cubicBezTo>
                    <a:pt x="1940436" y="3987265"/>
                    <a:pt x="2257395" y="4018143"/>
                    <a:pt x="2340864" y="4023360"/>
                  </a:cubicBezTo>
                  <a:cubicBezTo>
                    <a:pt x="2693241" y="4045384"/>
                    <a:pt x="2965750" y="4043598"/>
                    <a:pt x="3322320" y="4047744"/>
                  </a:cubicBezTo>
                  <a:cubicBezTo>
                    <a:pt x="3574412" y="4056437"/>
                    <a:pt x="3632257" y="4063644"/>
                    <a:pt x="3950208" y="4029456"/>
                  </a:cubicBezTo>
                  <a:cubicBezTo>
                    <a:pt x="4005400" y="4023521"/>
                    <a:pt x="4092104" y="3985989"/>
                    <a:pt x="4139184" y="3950208"/>
                  </a:cubicBezTo>
                  <a:cubicBezTo>
                    <a:pt x="4190541" y="3911177"/>
                    <a:pt x="4257400" y="3839334"/>
                    <a:pt x="4291584" y="3785616"/>
                  </a:cubicBezTo>
                  <a:cubicBezTo>
                    <a:pt x="4343235" y="3704451"/>
                    <a:pt x="4349616" y="3665751"/>
                    <a:pt x="4376928" y="3578352"/>
                  </a:cubicBezTo>
                  <a:cubicBezTo>
                    <a:pt x="4392106" y="3434163"/>
                    <a:pt x="4398792" y="3444808"/>
                    <a:pt x="4370832" y="3273552"/>
                  </a:cubicBezTo>
                  <a:cubicBezTo>
                    <a:pt x="4364715" y="3236087"/>
                    <a:pt x="4350066" y="3200521"/>
                    <a:pt x="4340352" y="3163824"/>
                  </a:cubicBezTo>
                  <a:cubicBezTo>
                    <a:pt x="4331776" y="3131427"/>
                    <a:pt x="4326930" y="3097957"/>
                    <a:pt x="4315968" y="3066288"/>
                  </a:cubicBezTo>
                  <a:cubicBezTo>
                    <a:pt x="4311258" y="3052681"/>
                    <a:pt x="4272893" y="2980340"/>
                    <a:pt x="4261104" y="2962656"/>
                  </a:cubicBezTo>
                  <a:cubicBezTo>
                    <a:pt x="4249832" y="2945749"/>
                    <a:pt x="4235602" y="2930925"/>
                    <a:pt x="4224528" y="2913888"/>
                  </a:cubicBezTo>
                  <a:cubicBezTo>
                    <a:pt x="4209143" y="2890219"/>
                    <a:pt x="4198264" y="2863707"/>
                    <a:pt x="4181856" y="2840736"/>
                  </a:cubicBezTo>
                  <a:cubicBezTo>
                    <a:pt x="4144719" y="2788744"/>
                    <a:pt x="4058640" y="2717890"/>
                    <a:pt x="4017264" y="2688336"/>
                  </a:cubicBezTo>
                  <a:cubicBezTo>
                    <a:pt x="3974592" y="2657856"/>
                    <a:pt x="3936152" y="2620348"/>
                    <a:pt x="3889248" y="2596896"/>
                  </a:cubicBezTo>
                  <a:cubicBezTo>
                    <a:pt x="3819220" y="2561882"/>
                    <a:pt x="3737888" y="2522405"/>
                    <a:pt x="3675888" y="2481072"/>
                  </a:cubicBezTo>
                  <a:cubicBezTo>
                    <a:pt x="3663696" y="2472944"/>
                    <a:pt x="3651162" y="2465306"/>
                    <a:pt x="3639312" y="2456688"/>
                  </a:cubicBezTo>
                  <a:cubicBezTo>
                    <a:pt x="3628789" y="2449035"/>
                    <a:pt x="3619658" y="2439521"/>
                    <a:pt x="3608832" y="2432304"/>
                  </a:cubicBezTo>
                  <a:cubicBezTo>
                    <a:pt x="3601271" y="2427263"/>
                    <a:pt x="3591429" y="2425930"/>
                    <a:pt x="3584448" y="2420112"/>
                  </a:cubicBezTo>
                  <a:cubicBezTo>
                    <a:pt x="3566787" y="2405395"/>
                    <a:pt x="3552668" y="2386833"/>
                    <a:pt x="3535680" y="2371344"/>
                  </a:cubicBezTo>
                  <a:cubicBezTo>
                    <a:pt x="3483556" y="2323819"/>
                    <a:pt x="3422341" y="2285324"/>
                    <a:pt x="3377184" y="2231136"/>
                  </a:cubicBezTo>
                  <a:cubicBezTo>
                    <a:pt x="3367024" y="2218944"/>
                    <a:pt x="3358334" y="2205359"/>
                    <a:pt x="3346704" y="2194560"/>
                  </a:cubicBezTo>
                  <a:cubicBezTo>
                    <a:pt x="3329726" y="2178795"/>
                    <a:pt x="3308223" y="2168271"/>
                    <a:pt x="3291840" y="2151888"/>
                  </a:cubicBezTo>
                  <a:cubicBezTo>
                    <a:pt x="3269396" y="2129444"/>
                    <a:pt x="3250367" y="2103791"/>
                    <a:pt x="3230880" y="2078736"/>
                  </a:cubicBezTo>
                  <a:cubicBezTo>
                    <a:pt x="3207675" y="2048901"/>
                    <a:pt x="3163824" y="1987296"/>
                    <a:pt x="3163824" y="1987296"/>
                  </a:cubicBezTo>
                  <a:cubicBezTo>
                    <a:pt x="3155696" y="1962912"/>
                    <a:pt x="3148085" y="1938350"/>
                    <a:pt x="3139440" y="1914144"/>
                  </a:cubicBezTo>
                  <a:cubicBezTo>
                    <a:pt x="3127761" y="1881444"/>
                    <a:pt x="3112403" y="1849995"/>
                    <a:pt x="3102864" y="1816608"/>
                  </a:cubicBezTo>
                  <a:cubicBezTo>
                    <a:pt x="3077632" y="1728294"/>
                    <a:pt x="3050828" y="1514953"/>
                    <a:pt x="3041904" y="1456944"/>
                  </a:cubicBezTo>
                  <a:cubicBezTo>
                    <a:pt x="3024215" y="1341968"/>
                    <a:pt x="3033224" y="1425935"/>
                    <a:pt x="3023616" y="1310640"/>
                  </a:cubicBezTo>
                  <a:cubicBezTo>
                    <a:pt x="3025648" y="1227328"/>
                    <a:pt x="3025480" y="1143933"/>
                    <a:pt x="3029712" y="1060704"/>
                  </a:cubicBezTo>
                  <a:cubicBezTo>
                    <a:pt x="3037015" y="917074"/>
                    <a:pt x="3059604" y="956924"/>
                    <a:pt x="3035808" y="786384"/>
                  </a:cubicBezTo>
                  <a:cubicBezTo>
                    <a:pt x="3031101" y="752648"/>
                    <a:pt x="3016719" y="720949"/>
                    <a:pt x="3005328" y="688848"/>
                  </a:cubicBezTo>
                  <a:cubicBezTo>
                    <a:pt x="2971544" y="593638"/>
                    <a:pt x="2968325" y="593904"/>
                    <a:pt x="2913888" y="505968"/>
                  </a:cubicBezTo>
                  <a:cubicBezTo>
                    <a:pt x="2906175" y="493509"/>
                    <a:pt x="2897371" y="481754"/>
                    <a:pt x="2889504" y="469392"/>
                  </a:cubicBezTo>
                  <a:cubicBezTo>
                    <a:pt x="2883143" y="459396"/>
                    <a:pt x="2879594" y="447290"/>
                    <a:pt x="2871216" y="438912"/>
                  </a:cubicBezTo>
                  <a:cubicBezTo>
                    <a:pt x="2856848" y="424544"/>
                    <a:pt x="2839541" y="413324"/>
                    <a:pt x="2822448" y="402336"/>
                  </a:cubicBezTo>
                  <a:cubicBezTo>
                    <a:pt x="2685708" y="314432"/>
                    <a:pt x="2624048" y="271430"/>
                    <a:pt x="2487168" y="213360"/>
                  </a:cubicBezTo>
                  <a:cubicBezTo>
                    <a:pt x="2396506" y="174897"/>
                    <a:pt x="2306576" y="133867"/>
                    <a:pt x="2212848" y="103632"/>
                  </a:cubicBezTo>
                  <a:cubicBezTo>
                    <a:pt x="2134447" y="78341"/>
                    <a:pt x="2032507" y="39536"/>
                    <a:pt x="1944624" y="24384"/>
                  </a:cubicBezTo>
                  <a:cubicBezTo>
                    <a:pt x="1882254" y="13630"/>
                    <a:pt x="1799846" y="7321"/>
                    <a:pt x="1737360" y="6096"/>
                  </a:cubicBezTo>
                  <a:lnTo>
                    <a:pt x="1225296" y="0"/>
                  </a:lnTo>
                  <a:lnTo>
                    <a:pt x="609600" y="18288"/>
                  </a:lnTo>
                  <a:cubicBezTo>
                    <a:pt x="600523" y="18720"/>
                    <a:pt x="593653" y="27105"/>
                    <a:pt x="585216" y="30480"/>
                  </a:cubicBezTo>
                  <a:cubicBezTo>
                    <a:pt x="552977" y="43376"/>
                    <a:pt x="519919" y="54160"/>
                    <a:pt x="487680" y="67056"/>
                  </a:cubicBezTo>
                  <a:cubicBezTo>
                    <a:pt x="479243" y="70431"/>
                    <a:pt x="470963" y="74369"/>
                    <a:pt x="463296" y="79248"/>
                  </a:cubicBezTo>
                  <a:cubicBezTo>
                    <a:pt x="448549" y="88633"/>
                    <a:pt x="435300" y="100232"/>
                    <a:pt x="420624" y="109728"/>
                  </a:cubicBezTo>
                  <a:cubicBezTo>
                    <a:pt x="400729" y="122601"/>
                    <a:pt x="379984" y="134112"/>
                    <a:pt x="359664" y="146304"/>
                  </a:cubicBezTo>
                  <a:cubicBezTo>
                    <a:pt x="349504" y="152400"/>
                    <a:pt x="337562" y="156214"/>
                    <a:pt x="329184" y="164592"/>
                  </a:cubicBezTo>
                  <a:cubicBezTo>
                    <a:pt x="258243" y="235533"/>
                    <a:pt x="357316" y="133272"/>
                    <a:pt x="280416" y="225552"/>
                  </a:cubicBezTo>
                  <a:cubicBezTo>
                    <a:pt x="279115" y="227113"/>
                    <a:pt x="276352" y="225552"/>
                    <a:pt x="274320" y="225552"/>
                  </a:cubicBezTo>
                </a:path>
              </a:pathLst>
            </a:cu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953F7BC-3C6A-365C-2590-1EA0BB94B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5962" y="2700603"/>
              <a:ext cx="1543129" cy="116211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ED23CE-C031-B26F-F17D-74BDCDAAD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1709" y="4313669"/>
              <a:ext cx="723937" cy="78109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082EBC-7543-F903-0654-704DEFE2A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81870" y="5387953"/>
              <a:ext cx="863644" cy="82554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356AACF-AD8C-F8AC-E2BB-8AE984B0F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699745" y="3399190"/>
              <a:ext cx="926672" cy="91447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A00EFDB-B0A4-1CF0-4B0C-65F98F25C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5427" y="5121811"/>
              <a:ext cx="438950" cy="46333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A8671EC-A968-CDB7-1F54-5F76E4F62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41990" y="4621187"/>
              <a:ext cx="438950" cy="463336"/>
            </a:xfrm>
            <a:prstGeom prst="rect">
              <a:avLst/>
            </a:prstGeom>
          </p:spPr>
        </p:pic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760BD211-802C-57A1-FF5B-75686AFBA98A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5126736" y="3358391"/>
              <a:ext cx="2855134" cy="2442333"/>
            </a:xfrm>
            <a:prstGeom prst="bentConnector3">
              <a:avLst>
                <a:gd name="adj1" fmla="val 893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Elbow 115">
              <a:extLst>
                <a:ext uri="{FF2B5EF4-FFF2-40B4-BE49-F238E27FC236}">
                  <a16:creationId xmlns:a16="http://schemas.microsoft.com/office/drawing/2014/main" id="{6264A20D-A8C5-7EC0-BD00-2B35AE2704D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667349" y="4149958"/>
              <a:ext cx="1908511" cy="567482"/>
            </a:xfrm>
            <a:prstGeom prst="bentConnector3">
              <a:avLst>
                <a:gd name="adj1" fmla="val 100467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: Elbow 120">
              <a:extLst>
                <a:ext uri="{FF2B5EF4-FFF2-40B4-BE49-F238E27FC236}">
                  <a16:creationId xmlns:a16="http://schemas.microsoft.com/office/drawing/2014/main" id="{62D764EB-517D-F789-BCFF-91BAB9687117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 rot="16200000" flipH="1">
              <a:off x="5234578" y="3847083"/>
              <a:ext cx="1117616" cy="596646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E3AD7C67-AF46-EF84-197F-B844752B9812}"/>
                </a:ext>
              </a:extLst>
            </p:cNvPr>
            <p:cNvCxnSpPr>
              <a:cxnSpLocks/>
            </p:cNvCxnSpPr>
            <p:nvPr/>
          </p:nvCxnSpPr>
          <p:spPr>
            <a:xfrm>
              <a:off x="5689096" y="3678259"/>
              <a:ext cx="1126550" cy="388265"/>
            </a:xfrm>
            <a:prstGeom prst="bentConnector3">
              <a:avLst>
                <a:gd name="adj1" fmla="val -865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7A9FCCA-A4F8-0CE5-3610-521AB156D00D}"/>
                </a:ext>
              </a:extLst>
            </p:cNvPr>
            <p:cNvSpPr txBox="1"/>
            <p:nvPr/>
          </p:nvSpPr>
          <p:spPr>
            <a:xfrm rot="1764966">
              <a:off x="5108552" y="3014238"/>
              <a:ext cx="1048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Depot B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C2A70FF-2964-FAC7-9BC9-E20F0BD83435}"/>
              </a:ext>
            </a:extLst>
          </p:cNvPr>
          <p:cNvGrpSpPr/>
          <p:nvPr/>
        </p:nvGrpSpPr>
        <p:grpSpPr>
          <a:xfrm>
            <a:off x="8172177" y="507472"/>
            <a:ext cx="3803765" cy="3637506"/>
            <a:chOff x="7981870" y="1027906"/>
            <a:chExt cx="3803765" cy="3637506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DA7A4CF-A76F-5EF4-16CA-51EFEFCE7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27689" y="3878960"/>
              <a:ext cx="719390" cy="786452"/>
            </a:xfrm>
            <a:prstGeom prst="rect">
              <a:avLst/>
            </a:prstGeom>
          </p:spPr>
        </p:pic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435548FB-1002-FD27-7122-3BEDD8E69AA2}"/>
                </a:ext>
              </a:extLst>
            </p:cNvPr>
            <p:cNvGrpSpPr/>
            <p:nvPr/>
          </p:nvGrpSpPr>
          <p:grpSpPr>
            <a:xfrm>
              <a:off x="7981870" y="1027906"/>
              <a:ext cx="3803765" cy="3285763"/>
              <a:chOff x="7981870" y="1027906"/>
              <a:chExt cx="3803765" cy="331557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DFB863B-7E9F-184D-04B4-1E99C35BDA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1870" y="1027906"/>
                <a:ext cx="1543129" cy="116211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3CC0316-91F8-774B-289B-C6DDE31849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07614" y="1925607"/>
                <a:ext cx="1378021" cy="1206562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17CFE36-53BC-8582-C2F6-BD140821B2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04157" y="3546296"/>
                <a:ext cx="444523" cy="463574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B986C09-AF98-CC9E-DFFA-B8A0CBCE89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00862" y="3429000"/>
                <a:ext cx="926672" cy="914479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47E0B1F0-214A-DA22-EBDD-E49BA722EC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63665" y="2656413"/>
                <a:ext cx="859611" cy="823031"/>
              </a:xfrm>
              <a:prstGeom prst="rect">
                <a:avLst/>
              </a:prstGeom>
            </p:spPr>
          </p:pic>
          <p:cxnSp>
            <p:nvCxnSpPr>
              <p:cNvPr id="95" name="Connector: Elbow 94">
                <a:extLst>
                  <a:ext uri="{FF2B5EF4-FFF2-40B4-BE49-F238E27FC236}">
                    <a16:creationId xmlns:a16="http://schemas.microsoft.com/office/drawing/2014/main" id="{8DE1561E-D2EC-8994-E734-199F4F2D8842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rot="16200000" flipH="1">
                <a:off x="7055880" y="2800377"/>
                <a:ext cx="2596760" cy="346858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nector: Elbow 97">
                <a:extLst>
                  <a:ext uri="{FF2B5EF4-FFF2-40B4-BE49-F238E27FC236}">
                    <a16:creationId xmlns:a16="http://schemas.microsoft.com/office/drawing/2014/main" id="{62E34FFF-707A-99ED-0AAB-E25DF45240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159" y="1950596"/>
                <a:ext cx="1671455" cy="395060"/>
              </a:xfrm>
              <a:prstGeom prst="bentConnector3">
                <a:avLst>
                  <a:gd name="adj1" fmla="val -695"/>
                </a:avLst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or: Elbow 101">
                <a:extLst>
                  <a:ext uri="{FF2B5EF4-FFF2-40B4-BE49-F238E27FC236}">
                    <a16:creationId xmlns:a16="http://schemas.microsoft.com/office/drawing/2014/main" id="{88D449AD-68FA-A288-0E08-D567651FE0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870972" y="2159092"/>
                <a:ext cx="2113180" cy="1146604"/>
              </a:xfrm>
              <a:prstGeom prst="bentConnector2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or: Elbow 107">
                <a:extLst>
                  <a:ext uri="{FF2B5EF4-FFF2-40B4-BE49-F238E27FC236}">
                    <a16:creationId xmlns:a16="http://schemas.microsoft.com/office/drawing/2014/main" id="{0DD4BE01-C04C-FC83-E789-5E86505B96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7683" y="1925607"/>
                <a:ext cx="1335982" cy="1114600"/>
              </a:xfrm>
              <a:prstGeom prst="bentConnector3">
                <a:avLst>
                  <a:gd name="adj1" fmla="val -192"/>
                </a:avLst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6FCFAA6-E47B-4766-F5AB-BBB5143015E9}"/>
                  </a:ext>
                </a:extLst>
              </p:cNvPr>
              <p:cNvSpPr txBox="1"/>
              <p:nvPr/>
            </p:nvSpPr>
            <p:spPr>
              <a:xfrm rot="1764966">
                <a:off x="8125307" y="1335090"/>
                <a:ext cx="10485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Depot C</a:t>
                </a:r>
              </a:p>
            </p:txBody>
          </p:sp>
        </p:grpSp>
      </p:grp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92FCDC13-07C6-89C7-047F-371C928C45BB}"/>
              </a:ext>
            </a:extLst>
          </p:cNvPr>
          <p:cNvCxnSpPr>
            <a:cxnSpLocks/>
            <a:endCxn id="9" idx="0"/>
          </p:cNvCxnSpPr>
          <p:nvPr/>
        </p:nvCxnSpPr>
        <p:spPr>
          <a:xfrm rot="16200000" flipH="1">
            <a:off x="1331958" y="2131974"/>
            <a:ext cx="1373926" cy="327900"/>
          </a:xfrm>
          <a:prstGeom prst="curvedConnector3">
            <a:avLst>
              <a:gd name="adj1" fmla="val 50000"/>
            </a:avLst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007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307</Words>
  <Application>Microsoft Office PowerPoint</Application>
  <PresentationFormat>Widescreen</PresentationFormat>
  <Paragraphs>64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Johnson Text</vt:lpstr>
      <vt:lpstr>Office Theme</vt:lpstr>
      <vt:lpstr>Clinical Trials Supplies Modeling</vt:lpstr>
      <vt:lpstr>Christi Kleoudis, AstraZeneca</vt:lpstr>
      <vt:lpstr>Beyond Drug Minimization</vt:lpstr>
      <vt:lpstr>Modules</vt:lpstr>
      <vt:lpstr>Process </vt:lpstr>
      <vt:lpstr>AI-generated Simulation Code Generated from Trial Specifications</vt:lpstr>
      <vt:lpstr>PowerPoint Presentation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Kleoudis, Christi</dc:creator>
  <cp:lastModifiedBy>Kleoudis, Christi</cp:lastModifiedBy>
  <cp:revision>1</cp:revision>
  <dcterms:created xsi:type="dcterms:W3CDTF">2026-07-08T12:17:26Z</dcterms:created>
  <dcterms:modified xsi:type="dcterms:W3CDTF">2026-07-23T18:10:34Z</dcterms:modified>
</cp:coreProperties>
</file>